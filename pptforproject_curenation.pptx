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3"/>
  </p:notesMasterIdLst>
  <p:sldIdLst>
    <p:sldId id="256" r:id="rId2"/>
    <p:sldId id="257" r:id="rId3"/>
    <p:sldId id="289" r:id="rId4"/>
    <p:sldId id="282" r:id="rId5"/>
    <p:sldId id="260" r:id="rId6"/>
    <p:sldId id="290" r:id="rId7"/>
    <p:sldId id="292" r:id="rId8"/>
    <p:sldId id="291" r:id="rId9"/>
    <p:sldId id="293" r:id="rId10"/>
    <p:sldId id="294" r:id="rId11"/>
    <p:sldId id="295" r:id="rId12"/>
    <p:sldId id="296" r:id="rId13"/>
    <p:sldId id="274" r:id="rId14"/>
    <p:sldId id="269" r:id="rId15"/>
    <p:sldId id="275" r:id="rId16"/>
    <p:sldId id="278" r:id="rId17"/>
    <p:sldId id="297" r:id="rId18"/>
    <p:sldId id="301" r:id="rId19"/>
    <p:sldId id="298" r:id="rId20"/>
    <p:sldId id="263" r:id="rId21"/>
    <p:sldId id="300" r:id="rId22"/>
  </p:sldIdLst>
  <p:sldSz cx="9144000" cy="5143500" type="screen16x9"/>
  <p:notesSz cx="6858000" cy="9144000"/>
  <p:embeddedFontLst>
    <p:embeddedFont>
      <p:font typeface="Fira Sans Condensed" panose="020B0503050000020004" pitchFamily="34" charset="0"/>
      <p:regular r:id="rId24"/>
      <p:bold r:id="rId25"/>
      <p:italic r:id="rId26"/>
      <p:boldItalic r:id="rId27"/>
    </p:embeddedFont>
    <p:embeddedFont>
      <p:font typeface="Fira Sans Extra Condensed" panose="020B0503050000020004" pitchFamily="34" charset="0"/>
      <p:regular r:id="rId28"/>
      <p:bold r:id="rId29"/>
      <p:italic r:id="rId30"/>
      <p:boldItalic r:id="rId31"/>
    </p:embeddedFont>
    <p:embeddedFont>
      <p:font typeface="Fira Sans Extra Condensed Medium" panose="020B0604020202020204" charset="0"/>
      <p:regular r:id="rId32"/>
      <p:bold r:id="rId33"/>
      <p:italic r:id="rId34"/>
      <p:boldItalic r:id="rId35"/>
    </p:embeddedFont>
    <p:embeddedFont>
      <p:font typeface="Roboto"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
          <p15:clr>
            <a:srgbClr val="9AA0A6"/>
          </p15:clr>
        </p15:guide>
        <p15:guide id="2" orient="horz" pos="2900">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90" autoAdjust="0"/>
  </p:normalViewPr>
  <p:slideViewPr>
    <p:cSldViewPr snapToGrid="0">
      <p:cViewPr varScale="1">
        <p:scale>
          <a:sx n="107" d="100"/>
          <a:sy n="107" d="100"/>
        </p:scale>
        <p:origin x="754" y="72"/>
      </p:cViewPr>
      <p:guideLst>
        <p:guide orient="horz" pos="340"/>
        <p:guide orient="horz" pos="29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98ec5afe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98ec5afe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8"/>
        <p:cNvGrpSpPr/>
        <p:nvPr/>
      </p:nvGrpSpPr>
      <p:grpSpPr>
        <a:xfrm>
          <a:off x="0" y="0"/>
          <a:ext cx="0" cy="0"/>
          <a:chOff x="0" y="0"/>
          <a:chExt cx="0" cy="0"/>
        </a:xfrm>
      </p:grpSpPr>
      <p:sp>
        <p:nvSpPr>
          <p:cNvPr id="2639" name="Google Shape;2639;g997571c33b_1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0" name="Google Shape;2640;g997571c33b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97f65b57e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97f65b57e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9912136dfa_0_6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9912136dfa_0_6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9912136df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9912136df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g9912136dfa_0_1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4" name="Google Shape;2204;g9912136dfa_0_1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9"/>
        <p:cNvGrpSpPr/>
        <p:nvPr/>
      </p:nvGrpSpPr>
      <p:grpSpPr>
        <a:xfrm>
          <a:off x="0" y="0"/>
          <a:ext cx="0" cy="0"/>
          <a:chOff x="0" y="0"/>
          <a:chExt cx="0" cy="0"/>
        </a:xfrm>
      </p:grpSpPr>
      <p:sp>
        <p:nvSpPr>
          <p:cNvPr id="2350" name="Google Shape;2350;g997571c33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1" name="Google Shape;2351;g997571c33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9573656ceb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9573656ceb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12150" y="1726499"/>
            <a:ext cx="4919700" cy="1690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5200"/>
              <a:buNone/>
              <a:defRPr sz="5500" b="1">
                <a:solidFill>
                  <a:schemeClr val="accent5"/>
                </a:solidFill>
                <a:latin typeface="Fira Sans Extra Condensed"/>
                <a:ea typeface="Fira Sans Extra Condensed"/>
                <a:cs typeface="Fira Sans Extra Condensed"/>
                <a:sym typeface="Fira Sans Extra Condensed"/>
              </a:defRPr>
            </a:lvl1pPr>
            <a:lvl2pPr lvl="1" algn="ctr">
              <a:spcBef>
                <a:spcPts val="0"/>
              </a:spcBef>
              <a:spcAft>
                <a:spcPts val="0"/>
              </a:spcAft>
              <a:buClr>
                <a:srgbClr val="000000"/>
              </a:buClr>
              <a:buSzPts val="5200"/>
              <a:buNone/>
              <a:defRPr sz="5200">
                <a:solidFill>
                  <a:srgbClr val="000000"/>
                </a:solidFill>
              </a:defRPr>
            </a:lvl2pPr>
            <a:lvl3pPr lvl="2" algn="ctr">
              <a:spcBef>
                <a:spcPts val="0"/>
              </a:spcBef>
              <a:spcAft>
                <a:spcPts val="0"/>
              </a:spcAft>
              <a:buClr>
                <a:srgbClr val="000000"/>
              </a:buClr>
              <a:buSzPts val="5200"/>
              <a:buNone/>
              <a:defRPr sz="5200">
                <a:solidFill>
                  <a:srgbClr val="000000"/>
                </a:solidFill>
              </a:defRPr>
            </a:lvl3pPr>
            <a:lvl4pPr lvl="3" algn="ctr">
              <a:spcBef>
                <a:spcPts val="0"/>
              </a:spcBef>
              <a:spcAft>
                <a:spcPts val="0"/>
              </a:spcAft>
              <a:buClr>
                <a:srgbClr val="000000"/>
              </a:buClr>
              <a:buSzPts val="5200"/>
              <a:buNone/>
              <a:defRPr sz="5200">
                <a:solidFill>
                  <a:srgbClr val="000000"/>
                </a:solidFill>
              </a:defRPr>
            </a:lvl4pPr>
            <a:lvl5pPr lvl="4" algn="ctr">
              <a:spcBef>
                <a:spcPts val="0"/>
              </a:spcBef>
              <a:spcAft>
                <a:spcPts val="0"/>
              </a:spcAft>
              <a:buClr>
                <a:srgbClr val="000000"/>
              </a:buClr>
              <a:buSzPts val="5200"/>
              <a:buNone/>
              <a:defRPr sz="5200">
                <a:solidFill>
                  <a:srgbClr val="000000"/>
                </a:solidFill>
              </a:defRPr>
            </a:lvl5pPr>
            <a:lvl6pPr lvl="5" algn="ctr">
              <a:spcBef>
                <a:spcPts val="0"/>
              </a:spcBef>
              <a:spcAft>
                <a:spcPts val="0"/>
              </a:spcAft>
              <a:buClr>
                <a:srgbClr val="000000"/>
              </a:buClr>
              <a:buSzPts val="5200"/>
              <a:buNone/>
              <a:defRPr sz="5200">
                <a:solidFill>
                  <a:srgbClr val="000000"/>
                </a:solidFill>
              </a:defRPr>
            </a:lvl6pPr>
            <a:lvl7pPr lvl="6" algn="ctr">
              <a:spcBef>
                <a:spcPts val="0"/>
              </a:spcBef>
              <a:spcAft>
                <a:spcPts val="0"/>
              </a:spcAft>
              <a:buClr>
                <a:srgbClr val="000000"/>
              </a:buClr>
              <a:buSzPts val="5200"/>
              <a:buNone/>
              <a:defRPr sz="5200">
                <a:solidFill>
                  <a:srgbClr val="000000"/>
                </a:solidFill>
              </a:defRPr>
            </a:lvl7pPr>
            <a:lvl8pPr lvl="7" algn="ctr">
              <a:spcBef>
                <a:spcPts val="0"/>
              </a:spcBef>
              <a:spcAft>
                <a:spcPts val="0"/>
              </a:spcAft>
              <a:buClr>
                <a:srgbClr val="000000"/>
              </a:buClr>
              <a:buSzPts val="5200"/>
              <a:buNone/>
              <a:defRPr sz="5200">
                <a:solidFill>
                  <a:srgbClr val="000000"/>
                </a:solidFill>
              </a:defRPr>
            </a:lvl8pPr>
            <a:lvl9pPr lvl="8" algn="ctr">
              <a:spcBef>
                <a:spcPts val="0"/>
              </a:spcBef>
              <a:spcAft>
                <a:spcPts val="0"/>
              </a:spcAft>
              <a:buClr>
                <a:srgbClr val="000000"/>
              </a:buClr>
              <a:buSzPts val="5200"/>
              <a:buNone/>
              <a:defRPr sz="5200">
                <a:solidFill>
                  <a:srgbClr val="000000"/>
                </a:solidFill>
              </a:defRPr>
            </a:lvl9pPr>
          </a:lstStyle>
          <a:p>
            <a:endParaRPr/>
          </a:p>
        </p:txBody>
      </p:sp>
      <p:sp>
        <p:nvSpPr>
          <p:cNvPr id="10" name="Google Shape;10;p2"/>
          <p:cNvSpPr txBox="1">
            <a:spLocks noGrp="1"/>
          </p:cNvSpPr>
          <p:nvPr>
            <p:ph type="subTitle" idx="1"/>
          </p:nvPr>
        </p:nvSpPr>
        <p:spPr>
          <a:xfrm>
            <a:off x="2112150" y="3251288"/>
            <a:ext cx="4919700" cy="447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800"/>
              <a:buNone/>
              <a:defRPr sz="1600">
                <a:solidFill>
                  <a:schemeClr val="accent5"/>
                </a:solidFill>
              </a:defRPr>
            </a:lvl1pPr>
            <a:lvl2pPr lvl="1" algn="ctr">
              <a:lnSpc>
                <a:spcPct val="100000"/>
              </a:lnSpc>
              <a:spcBef>
                <a:spcPts val="0"/>
              </a:spcBef>
              <a:spcAft>
                <a:spcPts val="0"/>
              </a:spcAft>
              <a:buClr>
                <a:srgbClr val="000000"/>
              </a:buClr>
              <a:buSzPts val="2800"/>
              <a:buNone/>
              <a:defRPr sz="2800">
                <a:solidFill>
                  <a:srgbClr val="000000"/>
                </a:solidFill>
              </a:defRPr>
            </a:lvl2pPr>
            <a:lvl3pPr lvl="2" algn="ctr">
              <a:lnSpc>
                <a:spcPct val="100000"/>
              </a:lnSpc>
              <a:spcBef>
                <a:spcPts val="0"/>
              </a:spcBef>
              <a:spcAft>
                <a:spcPts val="0"/>
              </a:spcAft>
              <a:buClr>
                <a:srgbClr val="000000"/>
              </a:buClr>
              <a:buSzPts val="2800"/>
              <a:buNone/>
              <a:defRPr sz="2800">
                <a:solidFill>
                  <a:srgbClr val="000000"/>
                </a:solidFill>
              </a:defRPr>
            </a:lvl3pPr>
            <a:lvl4pPr lvl="3" algn="ctr">
              <a:lnSpc>
                <a:spcPct val="100000"/>
              </a:lnSpc>
              <a:spcBef>
                <a:spcPts val="0"/>
              </a:spcBef>
              <a:spcAft>
                <a:spcPts val="0"/>
              </a:spcAft>
              <a:buClr>
                <a:srgbClr val="000000"/>
              </a:buClr>
              <a:buSzPts val="2800"/>
              <a:buNone/>
              <a:defRPr sz="2800">
                <a:solidFill>
                  <a:srgbClr val="000000"/>
                </a:solidFill>
              </a:defRPr>
            </a:lvl4pPr>
            <a:lvl5pPr lvl="4" algn="ctr">
              <a:lnSpc>
                <a:spcPct val="100000"/>
              </a:lnSpc>
              <a:spcBef>
                <a:spcPts val="0"/>
              </a:spcBef>
              <a:spcAft>
                <a:spcPts val="0"/>
              </a:spcAft>
              <a:buClr>
                <a:srgbClr val="000000"/>
              </a:buClr>
              <a:buSzPts val="2800"/>
              <a:buNone/>
              <a:defRPr sz="2800">
                <a:solidFill>
                  <a:srgbClr val="000000"/>
                </a:solidFill>
              </a:defRPr>
            </a:lvl5pPr>
            <a:lvl6pPr lvl="5" algn="ctr">
              <a:lnSpc>
                <a:spcPct val="100000"/>
              </a:lnSpc>
              <a:spcBef>
                <a:spcPts val="0"/>
              </a:spcBef>
              <a:spcAft>
                <a:spcPts val="0"/>
              </a:spcAft>
              <a:buClr>
                <a:srgbClr val="000000"/>
              </a:buClr>
              <a:buSzPts val="2800"/>
              <a:buNone/>
              <a:defRPr sz="2800">
                <a:solidFill>
                  <a:srgbClr val="000000"/>
                </a:solidFill>
              </a:defRPr>
            </a:lvl6pPr>
            <a:lvl7pPr lvl="6" algn="ctr">
              <a:lnSpc>
                <a:spcPct val="100000"/>
              </a:lnSpc>
              <a:spcBef>
                <a:spcPts val="0"/>
              </a:spcBef>
              <a:spcAft>
                <a:spcPts val="0"/>
              </a:spcAft>
              <a:buClr>
                <a:srgbClr val="000000"/>
              </a:buClr>
              <a:buSzPts val="2800"/>
              <a:buNone/>
              <a:defRPr sz="2800">
                <a:solidFill>
                  <a:srgbClr val="000000"/>
                </a:solidFill>
              </a:defRPr>
            </a:lvl7pPr>
            <a:lvl8pPr lvl="7" algn="ctr">
              <a:lnSpc>
                <a:spcPct val="100000"/>
              </a:lnSpc>
              <a:spcBef>
                <a:spcPts val="0"/>
              </a:spcBef>
              <a:spcAft>
                <a:spcPts val="0"/>
              </a:spcAft>
              <a:buClr>
                <a:srgbClr val="000000"/>
              </a:buClr>
              <a:buSzPts val="2800"/>
              <a:buNone/>
              <a:defRPr sz="2800">
                <a:solidFill>
                  <a:srgbClr val="000000"/>
                </a:solidFill>
              </a:defRPr>
            </a:lvl8pPr>
            <a:lvl9pPr lvl="8" algn="ctr">
              <a:lnSpc>
                <a:spcPct val="100000"/>
              </a:lnSpc>
              <a:spcBef>
                <a:spcPts val="0"/>
              </a:spcBef>
              <a:spcAft>
                <a:spcPts val="0"/>
              </a:spcAft>
              <a:buClr>
                <a:srgbClr val="000000"/>
              </a:buClr>
              <a:buSzPts val="2800"/>
              <a:buNone/>
              <a:defRPr sz="2800">
                <a:solidFill>
                  <a:srgbClr val="000000"/>
                </a:solidFill>
              </a:defRPr>
            </a:lvl9pPr>
          </a:lstStyle>
          <a:p>
            <a:endParaRPr/>
          </a:p>
        </p:txBody>
      </p:sp>
      <p:sp>
        <p:nvSpPr>
          <p:cNvPr id="11" name="Google Shape;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20000" y="539997"/>
            <a:ext cx="7704000" cy="513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5"/>
              </a:buClr>
              <a:buSzPts val="2800"/>
              <a:buFont typeface="Fira Sans Condensed"/>
              <a:buNone/>
              <a:defRPr b="1">
                <a:solidFill>
                  <a:schemeClr val="accent5"/>
                </a:solidFill>
                <a:latin typeface="Fira Sans Extra Condensed"/>
                <a:ea typeface="Fira Sans Extra Condensed"/>
                <a:cs typeface="Fira Sans Extra Condensed"/>
                <a:sym typeface="Fira Sans Extra Condense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8" name="Google Shape;28;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2" name="Google Shape;3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6" name="Google Shape;36;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 name="Google Shape;37;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8" name="Google Shape;3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1" name="Google Shape;41;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4" name="Google Shape;4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1pPr>
            <a:lvl2pPr lvl="1">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2800"/>
              <a:buFont typeface="Fira Sans Extra Condensed Medium"/>
              <a:buNone/>
              <a:defRPr sz="2800">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Fira Sans Extra Condensed Medium"/>
              <a:buChar char="○"/>
              <a:defRPr>
                <a:latin typeface="Fira Sans Extra Condensed Medium"/>
                <a:ea typeface="Fira Sans Extra Condensed Medium"/>
                <a:cs typeface="Fira Sans Extra Condensed Medium"/>
                <a:sym typeface="Fira Sans Extra Condensed Medium"/>
              </a:defRPr>
            </a:lvl8pPr>
            <a:lvl9pPr marL="4114800" lvl="8" indent="-317500">
              <a:lnSpc>
                <a:spcPct val="115000"/>
              </a:lnSpc>
              <a:spcBef>
                <a:spcPts val="1600"/>
              </a:spcBef>
              <a:spcAft>
                <a:spcPts val="1600"/>
              </a:spcAft>
              <a:buSzPts val="1400"/>
              <a:buFont typeface="Fira Sans Extra Condensed Medium"/>
              <a:buChar char="■"/>
              <a:defRPr>
                <a:latin typeface="Fira Sans Extra Condensed Medium"/>
                <a:ea typeface="Fira Sans Extra Condensed Medium"/>
                <a:cs typeface="Fira Sans Extra Condensed Medium"/>
                <a:sym typeface="Fira Sans Extra Condensed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
        <p:cNvGrpSpPr/>
        <p:nvPr/>
      </p:nvGrpSpPr>
      <p:grpSpPr>
        <a:xfrm>
          <a:off x="0" y="0"/>
          <a:ext cx="0" cy="0"/>
          <a:chOff x="0" y="0"/>
          <a:chExt cx="0" cy="0"/>
        </a:xfrm>
      </p:grpSpPr>
      <p:sp>
        <p:nvSpPr>
          <p:cNvPr id="56" name="Google Shape;56;p15"/>
          <p:cNvSpPr txBox="1">
            <a:spLocks noGrp="1"/>
          </p:cNvSpPr>
          <p:nvPr>
            <p:ph type="ctrTitle"/>
          </p:nvPr>
        </p:nvSpPr>
        <p:spPr>
          <a:xfrm>
            <a:off x="2112150" y="1746670"/>
            <a:ext cx="4919700" cy="83613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latin typeface="Times New Roman" panose="02020603050405020304" pitchFamily="18" charset="0"/>
                <a:cs typeface="Times New Roman" panose="02020603050405020304" pitchFamily="18" charset="0"/>
              </a:rPr>
              <a:t>CURENATION</a:t>
            </a:r>
            <a:endParaRPr sz="4400" dirty="0">
              <a:latin typeface="Times New Roman" panose="02020603050405020304" pitchFamily="18" charset="0"/>
              <a:cs typeface="Times New Roman" panose="02020603050405020304" pitchFamily="18" charset="0"/>
            </a:endParaRPr>
          </a:p>
        </p:txBody>
      </p:sp>
      <p:sp>
        <p:nvSpPr>
          <p:cNvPr id="57" name="Google Shape;57;p15"/>
          <p:cNvSpPr txBox="1">
            <a:spLocks noGrp="1"/>
          </p:cNvSpPr>
          <p:nvPr>
            <p:ph type="subTitle" idx="1"/>
          </p:nvPr>
        </p:nvSpPr>
        <p:spPr>
          <a:xfrm>
            <a:off x="2112150" y="3251288"/>
            <a:ext cx="4919700" cy="44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Manpreet Mann (2022596)</a:t>
            </a:r>
          </a:p>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Btech-CSE(6</a:t>
            </a:r>
            <a:r>
              <a:rPr lang="en" baseline="30000" dirty="0">
                <a:latin typeface="Times New Roman" panose="02020603050405020304" pitchFamily="18" charset="0"/>
                <a:cs typeface="Times New Roman" panose="02020603050405020304" pitchFamily="18" charset="0"/>
              </a:rPr>
              <a:t>th</a:t>
            </a:r>
            <a:r>
              <a:rPr lang="en" dirty="0">
                <a:latin typeface="Times New Roman" panose="02020603050405020304" pitchFamily="18" charset="0"/>
                <a:cs typeface="Times New Roman" panose="02020603050405020304" pitchFamily="18" charset="0"/>
              </a:rPr>
              <a:t>)</a:t>
            </a:r>
            <a:endParaRPr lang="en" baseline="30000" dirty="0">
              <a:latin typeface="Times New Roman" panose="02020603050405020304" pitchFamily="18" charset="0"/>
              <a:cs typeface="Times New Roman" panose="02020603050405020304" pitchFamily="18" charset="0"/>
            </a:endParaRPr>
          </a:p>
        </p:txBody>
      </p:sp>
      <p:grpSp>
        <p:nvGrpSpPr>
          <p:cNvPr id="58" name="Google Shape;58;p15"/>
          <p:cNvGrpSpPr/>
          <p:nvPr/>
        </p:nvGrpSpPr>
        <p:grpSpPr>
          <a:xfrm>
            <a:off x="6929646" y="3537834"/>
            <a:ext cx="2148504" cy="1582090"/>
            <a:chOff x="3174951" y="1423125"/>
            <a:chExt cx="1190874" cy="902350"/>
          </a:xfrm>
        </p:grpSpPr>
        <p:sp>
          <p:nvSpPr>
            <p:cNvPr id="59" name="Google Shape;59;p15"/>
            <p:cNvSpPr/>
            <p:nvPr/>
          </p:nvSpPr>
          <p:spPr>
            <a:xfrm>
              <a:off x="3628600" y="1644125"/>
              <a:ext cx="556250" cy="310250"/>
            </a:xfrm>
            <a:custGeom>
              <a:avLst/>
              <a:gdLst/>
              <a:ahLst/>
              <a:cxnLst/>
              <a:rect l="l" t="t" r="r" b="b"/>
              <a:pathLst>
                <a:path w="22250" h="12410" fill="none" extrusionOk="0">
                  <a:moveTo>
                    <a:pt x="0" y="0"/>
                  </a:moveTo>
                  <a:lnTo>
                    <a:pt x="17413" y="0"/>
                  </a:lnTo>
                  <a:cubicBezTo>
                    <a:pt x="20081" y="0"/>
                    <a:pt x="22216" y="2168"/>
                    <a:pt x="22216" y="4804"/>
                  </a:cubicBezTo>
                  <a:lnTo>
                    <a:pt x="22216" y="11142"/>
                  </a:lnTo>
                  <a:cubicBezTo>
                    <a:pt x="22216" y="11575"/>
                    <a:pt x="22250" y="11976"/>
                    <a:pt x="22149" y="12409"/>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3387600" y="1653300"/>
              <a:ext cx="75075" cy="203500"/>
            </a:xfrm>
            <a:custGeom>
              <a:avLst/>
              <a:gdLst/>
              <a:ahLst/>
              <a:cxnLst/>
              <a:rect l="l" t="t" r="r" b="b"/>
              <a:pathLst>
                <a:path w="3003" h="8140" fill="none" extrusionOk="0">
                  <a:moveTo>
                    <a:pt x="0" y="8139"/>
                  </a:moveTo>
                  <a:lnTo>
                    <a:pt x="0" y="4437"/>
                  </a:lnTo>
                  <a:cubicBezTo>
                    <a:pt x="0" y="2435"/>
                    <a:pt x="1234" y="701"/>
                    <a:pt x="3002" y="0"/>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3491825" y="2036075"/>
              <a:ext cx="612975" cy="6700"/>
            </a:xfrm>
            <a:custGeom>
              <a:avLst/>
              <a:gdLst/>
              <a:ahLst/>
              <a:cxnLst/>
              <a:rect l="l" t="t" r="r" b="b"/>
              <a:pathLst>
                <a:path w="24519" h="268" fill="none" extrusionOk="0">
                  <a:moveTo>
                    <a:pt x="24518" y="0"/>
                  </a:moveTo>
                  <a:cubicBezTo>
                    <a:pt x="24018" y="167"/>
                    <a:pt x="23451" y="267"/>
                    <a:pt x="22884" y="267"/>
                  </a:cubicBezTo>
                  <a:lnTo>
                    <a:pt x="635" y="267"/>
                  </a:lnTo>
                  <a:cubicBezTo>
                    <a:pt x="401" y="267"/>
                    <a:pt x="201" y="267"/>
                    <a:pt x="1" y="234"/>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3452625" y="1709175"/>
              <a:ext cx="666350" cy="268550"/>
            </a:xfrm>
            <a:custGeom>
              <a:avLst/>
              <a:gdLst/>
              <a:ahLst/>
              <a:cxnLst/>
              <a:rect l="l" t="t" r="r" b="b"/>
              <a:pathLst>
                <a:path w="26654" h="10742" fill="none" extrusionOk="0">
                  <a:moveTo>
                    <a:pt x="2203" y="10741"/>
                  </a:moveTo>
                  <a:cubicBezTo>
                    <a:pt x="968" y="10741"/>
                    <a:pt x="1" y="9740"/>
                    <a:pt x="1" y="8540"/>
                  </a:cubicBezTo>
                  <a:lnTo>
                    <a:pt x="1" y="2202"/>
                  </a:lnTo>
                  <a:cubicBezTo>
                    <a:pt x="1" y="1001"/>
                    <a:pt x="968" y="0"/>
                    <a:pt x="2203" y="0"/>
                  </a:cubicBezTo>
                  <a:lnTo>
                    <a:pt x="24452" y="0"/>
                  </a:lnTo>
                  <a:cubicBezTo>
                    <a:pt x="25686" y="0"/>
                    <a:pt x="26653" y="1001"/>
                    <a:pt x="26653" y="2202"/>
                  </a:cubicBezTo>
                  <a:lnTo>
                    <a:pt x="26653" y="8540"/>
                  </a:lnTo>
                  <a:cubicBezTo>
                    <a:pt x="26653" y="9740"/>
                    <a:pt x="25686" y="10741"/>
                    <a:pt x="24452" y="10741"/>
                  </a:cubicBezTo>
                  <a:close/>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15"/>
            <p:cNvSpPr/>
            <p:nvPr/>
          </p:nvSpPr>
          <p:spPr>
            <a:xfrm>
              <a:off x="3439300" y="2126975"/>
              <a:ext cx="218500" cy="24200"/>
            </a:xfrm>
            <a:custGeom>
              <a:avLst/>
              <a:gdLst/>
              <a:ahLst/>
              <a:cxnLst/>
              <a:rect l="l" t="t" r="r" b="b"/>
              <a:pathLst>
                <a:path w="8740" h="968" fill="none" extrusionOk="0">
                  <a:moveTo>
                    <a:pt x="8740" y="967"/>
                  </a:moveTo>
                  <a:lnTo>
                    <a:pt x="2736" y="967"/>
                  </a:lnTo>
                  <a:cubicBezTo>
                    <a:pt x="1535" y="967"/>
                    <a:pt x="834" y="701"/>
                    <a:pt x="0" y="0"/>
                  </a:cubicBez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3785375" y="2136150"/>
              <a:ext cx="336925" cy="15025"/>
            </a:xfrm>
            <a:custGeom>
              <a:avLst/>
              <a:gdLst/>
              <a:ahLst/>
              <a:cxnLst/>
              <a:rect l="l" t="t" r="r" b="b"/>
              <a:pathLst>
                <a:path w="13477" h="601" fill="none" extrusionOk="0">
                  <a:moveTo>
                    <a:pt x="13477" y="0"/>
                  </a:moveTo>
                  <a:cubicBezTo>
                    <a:pt x="12776" y="367"/>
                    <a:pt x="12009" y="600"/>
                    <a:pt x="11142" y="600"/>
                  </a:cubicBezTo>
                  <a:lnTo>
                    <a:pt x="0" y="600"/>
                  </a:lnTo>
                </a:path>
              </a:pathLst>
            </a:custGeom>
            <a:noFill/>
            <a:ln w="7620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3447625" y="1505675"/>
              <a:ext cx="191000" cy="190175"/>
            </a:xfrm>
            <a:custGeom>
              <a:avLst/>
              <a:gdLst/>
              <a:ahLst/>
              <a:cxnLst/>
              <a:rect l="l" t="t" r="r" b="b"/>
              <a:pathLst>
                <a:path w="7640" h="7607" fill="none" extrusionOk="0">
                  <a:moveTo>
                    <a:pt x="6272" y="1369"/>
                  </a:moveTo>
                  <a:cubicBezTo>
                    <a:pt x="7640" y="2703"/>
                    <a:pt x="7640" y="4904"/>
                    <a:pt x="6272" y="6272"/>
                  </a:cubicBezTo>
                  <a:cubicBezTo>
                    <a:pt x="4904" y="7606"/>
                    <a:pt x="2736" y="7606"/>
                    <a:pt x="1368" y="6272"/>
                  </a:cubicBezTo>
                  <a:cubicBezTo>
                    <a:pt x="1" y="4904"/>
                    <a:pt x="1" y="2703"/>
                    <a:pt x="1368" y="1369"/>
                  </a:cubicBezTo>
                  <a:cubicBezTo>
                    <a:pt x="2736" y="1"/>
                    <a:pt x="4904" y="1"/>
                    <a:pt x="6272" y="1369"/>
                  </a:cubicBezTo>
                  <a:close/>
                </a:path>
              </a:pathLst>
            </a:custGeom>
            <a:noFill/>
            <a:ln w="762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3620250" y="2124475"/>
              <a:ext cx="201000" cy="201000"/>
            </a:xfrm>
            <a:custGeom>
              <a:avLst/>
              <a:gdLst/>
              <a:ahLst/>
              <a:cxnLst/>
              <a:rect l="l" t="t" r="r" b="b"/>
              <a:pathLst>
                <a:path w="8040" h="8040" fill="none" extrusionOk="0">
                  <a:moveTo>
                    <a:pt x="4871" y="467"/>
                  </a:moveTo>
                  <a:cubicBezTo>
                    <a:pt x="6839" y="967"/>
                    <a:pt x="8040" y="2935"/>
                    <a:pt x="7539" y="4870"/>
                  </a:cubicBezTo>
                  <a:cubicBezTo>
                    <a:pt x="7072" y="6838"/>
                    <a:pt x="5104" y="8039"/>
                    <a:pt x="3170" y="7539"/>
                  </a:cubicBezTo>
                  <a:cubicBezTo>
                    <a:pt x="1202" y="7072"/>
                    <a:pt x="1" y="5104"/>
                    <a:pt x="468" y="3169"/>
                  </a:cubicBezTo>
                  <a:cubicBezTo>
                    <a:pt x="935" y="1201"/>
                    <a:pt x="2903" y="0"/>
                    <a:pt x="4871" y="467"/>
                  </a:cubicBezTo>
                  <a:close/>
                </a:path>
              </a:pathLst>
            </a:custGeom>
            <a:noFill/>
            <a:ln w="7620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3174951" y="1860950"/>
              <a:ext cx="299400" cy="290225"/>
            </a:xfrm>
            <a:custGeom>
              <a:avLst/>
              <a:gdLst/>
              <a:ahLst/>
              <a:cxnLst/>
              <a:rect l="l" t="t" r="r" b="b"/>
              <a:pathLst>
                <a:path w="11976" h="11609" fill="none" extrusionOk="0">
                  <a:moveTo>
                    <a:pt x="9707" y="4503"/>
                  </a:moveTo>
                  <a:cubicBezTo>
                    <a:pt x="9940" y="4103"/>
                    <a:pt x="10041" y="3603"/>
                    <a:pt x="10041" y="3102"/>
                  </a:cubicBezTo>
                  <a:cubicBezTo>
                    <a:pt x="10041" y="1401"/>
                    <a:pt x="8640" y="0"/>
                    <a:pt x="6938" y="0"/>
                  </a:cubicBezTo>
                  <a:cubicBezTo>
                    <a:pt x="5204" y="0"/>
                    <a:pt x="3803" y="1401"/>
                    <a:pt x="3803" y="3102"/>
                  </a:cubicBezTo>
                  <a:cubicBezTo>
                    <a:pt x="3803" y="4003"/>
                    <a:pt x="4203" y="4804"/>
                    <a:pt x="4803" y="5371"/>
                  </a:cubicBezTo>
                  <a:cubicBezTo>
                    <a:pt x="4336" y="5137"/>
                    <a:pt x="3836" y="5004"/>
                    <a:pt x="3302" y="5004"/>
                  </a:cubicBezTo>
                  <a:cubicBezTo>
                    <a:pt x="1468" y="5004"/>
                    <a:pt x="0" y="6505"/>
                    <a:pt x="0" y="8306"/>
                  </a:cubicBezTo>
                  <a:cubicBezTo>
                    <a:pt x="0" y="10141"/>
                    <a:pt x="1468" y="11608"/>
                    <a:pt x="3302" y="11608"/>
                  </a:cubicBezTo>
                  <a:cubicBezTo>
                    <a:pt x="4570" y="11608"/>
                    <a:pt x="5671" y="10875"/>
                    <a:pt x="6204" y="9807"/>
                  </a:cubicBezTo>
                  <a:cubicBezTo>
                    <a:pt x="6838" y="10508"/>
                    <a:pt x="7706" y="10908"/>
                    <a:pt x="8673" y="10908"/>
                  </a:cubicBezTo>
                  <a:cubicBezTo>
                    <a:pt x="10474" y="10908"/>
                    <a:pt x="11975" y="9440"/>
                    <a:pt x="11975" y="7606"/>
                  </a:cubicBezTo>
                  <a:cubicBezTo>
                    <a:pt x="11942" y="6171"/>
                    <a:pt x="11008" y="4937"/>
                    <a:pt x="9707" y="4503"/>
                  </a:cubicBezTo>
                  <a:close/>
                </a:path>
              </a:pathLst>
            </a:custGeom>
            <a:noFill/>
            <a:ln w="7620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3746175" y="1466500"/>
              <a:ext cx="104275" cy="104250"/>
            </a:xfrm>
            <a:custGeom>
              <a:avLst/>
              <a:gdLst/>
              <a:ahLst/>
              <a:cxnLst/>
              <a:rect l="l" t="t" r="r" b="b"/>
              <a:pathLst>
                <a:path w="4171" h="4170" fill="none" extrusionOk="0">
                  <a:moveTo>
                    <a:pt x="4170" y="2068"/>
                  </a:moveTo>
                  <a:cubicBezTo>
                    <a:pt x="4170" y="3236"/>
                    <a:pt x="3236" y="4170"/>
                    <a:pt x="2102" y="4170"/>
                  </a:cubicBezTo>
                  <a:cubicBezTo>
                    <a:pt x="935" y="4170"/>
                    <a:pt x="1" y="3236"/>
                    <a:pt x="1" y="2068"/>
                  </a:cubicBezTo>
                  <a:cubicBezTo>
                    <a:pt x="1" y="934"/>
                    <a:pt x="935" y="0"/>
                    <a:pt x="2102" y="0"/>
                  </a:cubicBezTo>
                  <a:cubicBezTo>
                    <a:pt x="3236" y="0"/>
                    <a:pt x="4170" y="934"/>
                    <a:pt x="4170" y="2068"/>
                  </a:cubicBezTo>
                  <a:close/>
                </a:path>
              </a:pathLst>
            </a:custGeom>
            <a:noFill/>
            <a:ln w="76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4100600" y="1951000"/>
              <a:ext cx="218525" cy="218525"/>
            </a:xfrm>
            <a:custGeom>
              <a:avLst/>
              <a:gdLst/>
              <a:ahLst/>
              <a:cxnLst/>
              <a:rect l="l" t="t" r="r" b="b"/>
              <a:pathLst>
                <a:path w="8741" h="8741" fill="none" extrusionOk="0">
                  <a:moveTo>
                    <a:pt x="7206" y="1535"/>
                  </a:moveTo>
                  <a:cubicBezTo>
                    <a:pt x="8740" y="3103"/>
                    <a:pt x="8740" y="5638"/>
                    <a:pt x="7206" y="7173"/>
                  </a:cubicBezTo>
                  <a:cubicBezTo>
                    <a:pt x="5638" y="8740"/>
                    <a:pt x="3103" y="8740"/>
                    <a:pt x="1568" y="7173"/>
                  </a:cubicBezTo>
                  <a:cubicBezTo>
                    <a:pt x="0" y="5638"/>
                    <a:pt x="0" y="3103"/>
                    <a:pt x="1568" y="1535"/>
                  </a:cubicBezTo>
                  <a:cubicBezTo>
                    <a:pt x="3103" y="1"/>
                    <a:pt x="5638" y="1"/>
                    <a:pt x="7206" y="1535"/>
                  </a:cubicBezTo>
                  <a:close/>
                </a:path>
              </a:pathLst>
            </a:custGeom>
            <a:noFill/>
            <a:ln w="7620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4219025" y="1744200"/>
              <a:ext cx="146800" cy="146775"/>
            </a:xfrm>
            <a:custGeom>
              <a:avLst/>
              <a:gdLst/>
              <a:ahLst/>
              <a:cxnLst/>
              <a:rect l="l" t="t" r="r" b="b"/>
              <a:pathLst>
                <a:path w="5872" h="5871" fill="none" extrusionOk="0">
                  <a:moveTo>
                    <a:pt x="5871" y="2936"/>
                  </a:moveTo>
                  <a:cubicBezTo>
                    <a:pt x="5871" y="4570"/>
                    <a:pt x="4570" y="5871"/>
                    <a:pt x="2936" y="5871"/>
                  </a:cubicBezTo>
                  <a:cubicBezTo>
                    <a:pt x="1301" y="5871"/>
                    <a:pt x="0" y="4570"/>
                    <a:pt x="0" y="2936"/>
                  </a:cubicBezTo>
                  <a:cubicBezTo>
                    <a:pt x="0" y="1301"/>
                    <a:pt x="1301" y="0"/>
                    <a:pt x="2936" y="0"/>
                  </a:cubicBezTo>
                  <a:cubicBezTo>
                    <a:pt x="4570" y="0"/>
                    <a:pt x="5871" y="1301"/>
                    <a:pt x="5871" y="2936"/>
                  </a:cubicBezTo>
                  <a:close/>
                </a:path>
              </a:pathLst>
            </a:custGeom>
            <a:noFill/>
            <a:ln w="762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4071400" y="1423125"/>
              <a:ext cx="165150" cy="165150"/>
            </a:xfrm>
            <a:custGeom>
              <a:avLst/>
              <a:gdLst/>
              <a:ahLst/>
              <a:cxnLst/>
              <a:rect l="l" t="t" r="r" b="b"/>
              <a:pathLst>
                <a:path w="6606" h="6606" fill="none" extrusionOk="0">
                  <a:moveTo>
                    <a:pt x="6606" y="3303"/>
                  </a:moveTo>
                  <a:cubicBezTo>
                    <a:pt x="6606" y="5104"/>
                    <a:pt x="5105" y="6605"/>
                    <a:pt x="3303" y="6605"/>
                  </a:cubicBezTo>
                  <a:cubicBezTo>
                    <a:pt x="1469" y="6605"/>
                    <a:pt x="1" y="5104"/>
                    <a:pt x="1" y="3303"/>
                  </a:cubicBezTo>
                  <a:cubicBezTo>
                    <a:pt x="1" y="1468"/>
                    <a:pt x="1469" y="1"/>
                    <a:pt x="3303" y="1"/>
                  </a:cubicBezTo>
                  <a:cubicBezTo>
                    <a:pt x="5105" y="1"/>
                    <a:pt x="6606" y="1468"/>
                    <a:pt x="6606" y="3303"/>
                  </a:cubicBezTo>
                  <a:close/>
                </a:path>
              </a:pathLst>
            </a:custGeom>
            <a:noFill/>
            <a:ln w="76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15"/>
          <p:cNvSpPr/>
          <p:nvPr/>
        </p:nvSpPr>
        <p:spPr>
          <a:xfrm rot="7175496">
            <a:off x="270537" y="-114810"/>
            <a:ext cx="1306988" cy="1796213"/>
          </a:xfrm>
          <a:custGeom>
            <a:avLst/>
            <a:gdLst/>
            <a:ahLst/>
            <a:cxnLst/>
            <a:rect l="l" t="t" r="r" b="b"/>
            <a:pathLst>
              <a:path w="22551" h="30994" extrusionOk="0">
                <a:moveTo>
                  <a:pt x="14427" y="2759"/>
                </a:moveTo>
                <a:cubicBezTo>
                  <a:pt x="14466" y="2759"/>
                  <a:pt x="14505" y="2763"/>
                  <a:pt x="14544" y="2773"/>
                </a:cubicBezTo>
                <a:cubicBezTo>
                  <a:pt x="14878" y="2807"/>
                  <a:pt x="15078" y="3040"/>
                  <a:pt x="15145" y="3374"/>
                </a:cubicBezTo>
                <a:cubicBezTo>
                  <a:pt x="14945" y="3240"/>
                  <a:pt x="14745" y="3173"/>
                  <a:pt x="14478" y="3140"/>
                </a:cubicBezTo>
                <a:cubicBezTo>
                  <a:pt x="14378" y="3107"/>
                  <a:pt x="14244" y="3107"/>
                  <a:pt x="14144" y="3073"/>
                </a:cubicBezTo>
                <a:lnTo>
                  <a:pt x="14144" y="2807"/>
                </a:lnTo>
                <a:cubicBezTo>
                  <a:pt x="14239" y="2783"/>
                  <a:pt x="14333" y="2759"/>
                  <a:pt x="14427" y="2759"/>
                </a:cubicBezTo>
                <a:close/>
                <a:moveTo>
                  <a:pt x="17343" y="1302"/>
                </a:moveTo>
                <a:cubicBezTo>
                  <a:pt x="17366" y="1302"/>
                  <a:pt x="17390" y="1303"/>
                  <a:pt x="17413" y="1305"/>
                </a:cubicBezTo>
                <a:cubicBezTo>
                  <a:pt x="17813" y="1339"/>
                  <a:pt x="18047" y="1672"/>
                  <a:pt x="17947" y="2139"/>
                </a:cubicBezTo>
                <a:cubicBezTo>
                  <a:pt x="17713" y="3507"/>
                  <a:pt x="17447" y="4875"/>
                  <a:pt x="17180" y="6242"/>
                </a:cubicBezTo>
                <a:cubicBezTo>
                  <a:pt x="17113" y="6643"/>
                  <a:pt x="17046" y="7043"/>
                  <a:pt x="16946" y="7443"/>
                </a:cubicBezTo>
                <a:cubicBezTo>
                  <a:pt x="16679" y="7143"/>
                  <a:pt x="16279" y="7010"/>
                  <a:pt x="15812" y="6943"/>
                </a:cubicBezTo>
                <a:cubicBezTo>
                  <a:pt x="15845" y="6709"/>
                  <a:pt x="15912" y="6476"/>
                  <a:pt x="15945" y="6242"/>
                </a:cubicBezTo>
                <a:cubicBezTo>
                  <a:pt x="16212" y="4808"/>
                  <a:pt x="16479" y="3374"/>
                  <a:pt x="16746" y="1939"/>
                </a:cubicBezTo>
                <a:cubicBezTo>
                  <a:pt x="16808" y="1505"/>
                  <a:pt x="17043" y="1302"/>
                  <a:pt x="17343" y="1302"/>
                </a:cubicBezTo>
                <a:close/>
                <a:moveTo>
                  <a:pt x="19301" y="3626"/>
                </a:moveTo>
                <a:cubicBezTo>
                  <a:pt x="19336" y="3626"/>
                  <a:pt x="19374" y="3630"/>
                  <a:pt x="19415" y="3640"/>
                </a:cubicBezTo>
                <a:cubicBezTo>
                  <a:pt x="19681" y="3674"/>
                  <a:pt x="19782" y="3874"/>
                  <a:pt x="19782" y="4141"/>
                </a:cubicBezTo>
                <a:cubicBezTo>
                  <a:pt x="19782" y="4274"/>
                  <a:pt x="19715" y="4374"/>
                  <a:pt x="19715" y="4508"/>
                </a:cubicBezTo>
                <a:cubicBezTo>
                  <a:pt x="19348" y="6476"/>
                  <a:pt x="18981" y="8444"/>
                  <a:pt x="18614" y="10445"/>
                </a:cubicBezTo>
                <a:cubicBezTo>
                  <a:pt x="18514" y="10979"/>
                  <a:pt x="18681" y="11313"/>
                  <a:pt x="19081" y="11379"/>
                </a:cubicBezTo>
                <a:cubicBezTo>
                  <a:pt x="19122" y="11387"/>
                  <a:pt x="19162" y="11390"/>
                  <a:pt x="19201" y="11390"/>
                </a:cubicBezTo>
                <a:cubicBezTo>
                  <a:pt x="19512" y="11390"/>
                  <a:pt x="19759" y="11153"/>
                  <a:pt x="19848" y="10679"/>
                </a:cubicBezTo>
                <a:cubicBezTo>
                  <a:pt x="20015" y="9778"/>
                  <a:pt x="20182" y="8878"/>
                  <a:pt x="20349" y="7977"/>
                </a:cubicBezTo>
                <a:cubicBezTo>
                  <a:pt x="20411" y="7668"/>
                  <a:pt x="20530" y="7473"/>
                  <a:pt x="20813" y="7473"/>
                </a:cubicBezTo>
                <a:cubicBezTo>
                  <a:pt x="20835" y="7473"/>
                  <a:pt x="20858" y="7474"/>
                  <a:pt x="20882" y="7477"/>
                </a:cubicBezTo>
                <a:cubicBezTo>
                  <a:pt x="21216" y="7510"/>
                  <a:pt x="21316" y="7743"/>
                  <a:pt x="21283" y="8077"/>
                </a:cubicBezTo>
                <a:cubicBezTo>
                  <a:pt x="21149" y="9345"/>
                  <a:pt x="21049" y="10612"/>
                  <a:pt x="20949" y="11846"/>
                </a:cubicBezTo>
                <a:cubicBezTo>
                  <a:pt x="20749" y="13681"/>
                  <a:pt x="20615" y="15482"/>
                  <a:pt x="20382" y="17284"/>
                </a:cubicBezTo>
                <a:cubicBezTo>
                  <a:pt x="20115" y="18918"/>
                  <a:pt x="19748" y="20553"/>
                  <a:pt x="19415" y="22187"/>
                </a:cubicBezTo>
                <a:cubicBezTo>
                  <a:pt x="19381" y="22421"/>
                  <a:pt x="19381" y="22621"/>
                  <a:pt x="19415" y="22821"/>
                </a:cubicBezTo>
                <a:cubicBezTo>
                  <a:pt x="19615" y="24322"/>
                  <a:pt x="19815" y="25790"/>
                  <a:pt x="20015" y="27257"/>
                </a:cubicBezTo>
                <a:lnTo>
                  <a:pt x="16146" y="27691"/>
                </a:lnTo>
                <a:cubicBezTo>
                  <a:pt x="15979" y="26523"/>
                  <a:pt x="15845" y="25356"/>
                  <a:pt x="15645" y="24188"/>
                </a:cubicBezTo>
                <a:cubicBezTo>
                  <a:pt x="15579" y="23621"/>
                  <a:pt x="15579" y="23054"/>
                  <a:pt x="15712" y="22487"/>
                </a:cubicBezTo>
                <a:cubicBezTo>
                  <a:pt x="16046" y="20853"/>
                  <a:pt x="16446" y="19218"/>
                  <a:pt x="16646" y="17550"/>
                </a:cubicBezTo>
                <a:cubicBezTo>
                  <a:pt x="16913" y="15382"/>
                  <a:pt x="17080" y="13247"/>
                  <a:pt x="17280" y="11079"/>
                </a:cubicBezTo>
                <a:cubicBezTo>
                  <a:pt x="17480" y="11012"/>
                  <a:pt x="17613" y="10812"/>
                  <a:pt x="17680" y="10512"/>
                </a:cubicBezTo>
                <a:cubicBezTo>
                  <a:pt x="17680" y="10479"/>
                  <a:pt x="17680" y="10412"/>
                  <a:pt x="17713" y="10379"/>
                </a:cubicBezTo>
                <a:cubicBezTo>
                  <a:pt x="18080" y="8344"/>
                  <a:pt x="18447" y="6309"/>
                  <a:pt x="18848" y="4274"/>
                </a:cubicBezTo>
                <a:cubicBezTo>
                  <a:pt x="18848" y="4174"/>
                  <a:pt x="18881" y="4074"/>
                  <a:pt x="18914" y="3974"/>
                </a:cubicBezTo>
                <a:cubicBezTo>
                  <a:pt x="18971" y="3776"/>
                  <a:pt x="19100" y="3626"/>
                  <a:pt x="19301" y="3626"/>
                </a:cubicBezTo>
                <a:close/>
                <a:moveTo>
                  <a:pt x="12310" y="2039"/>
                </a:moveTo>
                <a:cubicBezTo>
                  <a:pt x="12576" y="2073"/>
                  <a:pt x="12743" y="2206"/>
                  <a:pt x="12810" y="2406"/>
                </a:cubicBezTo>
                <a:cubicBezTo>
                  <a:pt x="12877" y="2540"/>
                  <a:pt x="12910" y="2706"/>
                  <a:pt x="12877" y="2873"/>
                </a:cubicBezTo>
                <a:cubicBezTo>
                  <a:pt x="12610" y="4274"/>
                  <a:pt x="12343" y="5642"/>
                  <a:pt x="12109" y="7010"/>
                </a:cubicBezTo>
                <a:cubicBezTo>
                  <a:pt x="11843" y="8344"/>
                  <a:pt x="11576" y="9678"/>
                  <a:pt x="11342" y="11046"/>
                </a:cubicBezTo>
                <a:cubicBezTo>
                  <a:pt x="11275" y="11479"/>
                  <a:pt x="11442" y="11780"/>
                  <a:pt x="11809" y="11880"/>
                </a:cubicBezTo>
                <a:lnTo>
                  <a:pt x="11843" y="11880"/>
                </a:lnTo>
                <a:cubicBezTo>
                  <a:pt x="11884" y="11887"/>
                  <a:pt x="11924" y="11891"/>
                  <a:pt x="11963" y="11891"/>
                </a:cubicBezTo>
                <a:cubicBezTo>
                  <a:pt x="12268" y="11891"/>
                  <a:pt x="12488" y="11664"/>
                  <a:pt x="12576" y="11279"/>
                </a:cubicBezTo>
                <a:cubicBezTo>
                  <a:pt x="12576" y="11246"/>
                  <a:pt x="12610" y="11179"/>
                  <a:pt x="12610" y="11112"/>
                </a:cubicBezTo>
                <a:cubicBezTo>
                  <a:pt x="12977" y="9111"/>
                  <a:pt x="13377" y="7076"/>
                  <a:pt x="13744" y="5041"/>
                </a:cubicBezTo>
                <a:cubicBezTo>
                  <a:pt x="13777" y="4941"/>
                  <a:pt x="13777" y="4841"/>
                  <a:pt x="13811" y="4708"/>
                </a:cubicBezTo>
                <a:cubicBezTo>
                  <a:pt x="13871" y="4498"/>
                  <a:pt x="14011" y="4369"/>
                  <a:pt x="14232" y="4369"/>
                </a:cubicBezTo>
                <a:cubicBezTo>
                  <a:pt x="14258" y="4369"/>
                  <a:pt x="14284" y="4371"/>
                  <a:pt x="14311" y="4374"/>
                </a:cubicBezTo>
                <a:cubicBezTo>
                  <a:pt x="14578" y="4408"/>
                  <a:pt x="14711" y="4608"/>
                  <a:pt x="14678" y="4908"/>
                </a:cubicBezTo>
                <a:cubicBezTo>
                  <a:pt x="14678" y="5008"/>
                  <a:pt x="14645" y="5142"/>
                  <a:pt x="14611" y="5242"/>
                </a:cubicBezTo>
                <a:cubicBezTo>
                  <a:pt x="14244" y="7210"/>
                  <a:pt x="13877" y="9211"/>
                  <a:pt x="13510" y="11179"/>
                </a:cubicBezTo>
                <a:cubicBezTo>
                  <a:pt x="13410" y="11713"/>
                  <a:pt x="13577" y="12080"/>
                  <a:pt x="13977" y="12147"/>
                </a:cubicBezTo>
                <a:cubicBezTo>
                  <a:pt x="14018" y="12153"/>
                  <a:pt x="14057" y="12157"/>
                  <a:pt x="14095" y="12157"/>
                </a:cubicBezTo>
                <a:cubicBezTo>
                  <a:pt x="14430" y="12157"/>
                  <a:pt x="14655" y="11896"/>
                  <a:pt x="14745" y="11446"/>
                </a:cubicBezTo>
                <a:cubicBezTo>
                  <a:pt x="14811" y="11112"/>
                  <a:pt x="14878" y="10812"/>
                  <a:pt x="14911" y="10512"/>
                </a:cubicBezTo>
                <a:cubicBezTo>
                  <a:pt x="15045" y="9912"/>
                  <a:pt x="15145" y="9311"/>
                  <a:pt x="15245" y="8711"/>
                </a:cubicBezTo>
                <a:cubicBezTo>
                  <a:pt x="15312" y="8477"/>
                  <a:pt x="15378" y="8310"/>
                  <a:pt x="15579" y="8244"/>
                </a:cubicBezTo>
                <a:cubicBezTo>
                  <a:pt x="15612" y="8227"/>
                  <a:pt x="15645" y="8219"/>
                  <a:pt x="15683" y="8219"/>
                </a:cubicBezTo>
                <a:cubicBezTo>
                  <a:pt x="15720" y="8219"/>
                  <a:pt x="15762" y="8227"/>
                  <a:pt x="15812" y="8244"/>
                </a:cubicBezTo>
                <a:cubicBezTo>
                  <a:pt x="16146" y="8277"/>
                  <a:pt x="16212" y="8511"/>
                  <a:pt x="16179" y="8844"/>
                </a:cubicBezTo>
                <a:cubicBezTo>
                  <a:pt x="16079" y="10112"/>
                  <a:pt x="15979" y="11346"/>
                  <a:pt x="15845" y="12614"/>
                </a:cubicBezTo>
                <a:cubicBezTo>
                  <a:pt x="15679" y="14415"/>
                  <a:pt x="15545" y="16249"/>
                  <a:pt x="15278" y="18017"/>
                </a:cubicBezTo>
                <a:cubicBezTo>
                  <a:pt x="15045" y="19685"/>
                  <a:pt x="14645" y="21320"/>
                  <a:pt x="14344" y="22954"/>
                </a:cubicBezTo>
                <a:cubicBezTo>
                  <a:pt x="14311" y="23154"/>
                  <a:pt x="14278" y="23388"/>
                  <a:pt x="14311" y="23588"/>
                </a:cubicBezTo>
                <a:cubicBezTo>
                  <a:pt x="14511" y="25122"/>
                  <a:pt x="14745" y="26624"/>
                  <a:pt x="14945" y="28158"/>
                </a:cubicBezTo>
                <a:cubicBezTo>
                  <a:pt x="14945" y="28191"/>
                  <a:pt x="14945" y="28191"/>
                  <a:pt x="14945" y="28191"/>
                </a:cubicBezTo>
                <a:lnTo>
                  <a:pt x="14978" y="28725"/>
                </a:lnTo>
                <a:lnTo>
                  <a:pt x="5938" y="29692"/>
                </a:lnTo>
                <a:cubicBezTo>
                  <a:pt x="6439" y="27624"/>
                  <a:pt x="6906" y="25556"/>
                  <a:pt x="7406" y="23455"/>
                </a:cubicBezTo>
                <a:cubicBezTo>
                  <a:pt x="7473" y="23154"/>
                  <a:pt x="7439" y="22888"/>
                  <a:pt x="7239" y="22654"/>
                </a:cubicBezTo>
                <a:cubicBezTo>
                  <a:pt x="6706" y="21954"/>
                  <a:pt x="6172" y="21286"/>
                  <a:pt x="5671" y="20553"/>
                </a:cubicBezTo>
                <a:cubicBezTo>
                  <a:pt x="4637" y="19118"/>
                  <a:pt x="3670" y="17617"/>
                  <a:pt x="3270" y="15849"/>
                </a:cubicBezTo>
                <a:cubicBezTo>
                  <a:pt x="3036" y="14682"/>
                  <a:pt x="2603" y="13581"/>
                  <a:pt x="1869" y="12647"/>
                </a:cubicBezTo>
                <a:cubicBezTo>
                  <a:pt x="1669" y="12413"/>
                  <a:pt x="1502" y="12147"/>
                  <a:pt x="1335" y="11880"/>
                </a:cubicBezTo>
                <a:cubicBezTo>
                  <a:pt x="1168" y="11579"/>
                  <a:pt x="1302" y="11379"/>
                  <a:pt x="1635" y="11379"/>
                </a:cubicBezTo>
                <a:cubicBezTo>
                  <a:pt x="1692" y="11372"/>
                  <a:pt x="1750" y="11370"/>
                  <a:pt x="1808" y="11370"/>
                </a:cubicBezTo>
                <a:cubicBezTo>
                  <a:pt x="1969" y="11370"/>
                  <a:pt x="2136" y="11389"/>
                  <a:pt x="2296" y="11389"/>
                </a:cubicBezTo>
                <a:cubicBezTo>
                  <a:pt x="2355" y="11389"/>
                  <a:pt x="2413" y="11386"/>
                  <a:pt x="2469" y="11379"/>
                </a:cubicBezTo>
                <a:cubicBezTo>
                  <a:pt x="2936" y="11379"/>
                  <a:pt x="3170" y="11579"/>
                  <a:pt x="3370" y="11946"/>
                </a:cubicBezTo>
                <a:cubicBezTo>
                  <a:pt x="3904" y="12914"/>
                  <a:pt x="4471" y="13881"/>
                  <a:pt x="5004" y="14848"/>
                </a:cubicBezTo>
                <a:cubicBezTo>
                  <a:pt x="5157" y="15062"/>
                  <a:pt x="5337" y="15220"/>
                  <a:pt x="5622" y="15220"/>
                </a:cubicBezTo>
                <a:cubicBezTo>
                  <a:pt x="5649" y="15220"/>
                  <a:pt x="5676" y="15218"/>
                  <a:pt x="5705" y="15215"/>
                </a:cubicBezTo>
                <a:cubicBezTo>
                  <a:pt x="6005" y="15182"/>
                  <a:pt x="6172" y="14949"/>
                  <a:pt x="6239" y="14682"/>
                </a:cubicBezTo>
                <a:cubicBezTo>
                  <a:pt x="6272" y="14615"/>
                  <a:pt x="6272" y="14548"/>
                  <a:pt x="6272" y="14482"/>
                </a:cubicBezTo>
                <a:cubicBezTo>
                  <a:pt x="6339" y="14181"/>
                  <a:pt x="6405" y="13881"/>
                  <a:pt x="6472" y="13581"/>
                </a:cubicBezTo>
                <a:cubicBezTo>
                  <a:pt x="6639" y="12980"/>
                  <a:pt x="6772" y="12413"/>
                  <a:pt x="6906" y="11813"/>
                </a:cubicBezTo>
                <a:cubicBezTo>
                  <a:pt x="6972" y="11413"/>
                  <a:pt x="7072" y="11012"/>
                  <a:pt x="7173" y="10612"/>
                </a:cubicBezTo>
                <a:lnTo>
                  <a:pt x="7439" y="9345"/>
                </a:lnTo>
                <a:cubicBezTo>
                  <a:pt x="7773" y="8010"/>
                  <a:pt x="8073" y="6676"/>
                  <a:pt x="8373" y="5308"/>
                </a:cubicBezTo>
                <a:cubicBezTo>
                  <a:pt x="8473" y="4875"/>
                  <a:pt x="8540" y="4474"/>
                  <a:pt x="8674" y="4041"/>
                </a:cubicBezTo>
                <a:cubicBezTo>
                  <a:pt x="8761" y="3721"/>
                  <a:pt x="9026" y="3528"/>
                  <a:pt x="9313" y="3528"/>
                </a:cubicBezTo>
                <a:cubicBezTo>
                  <a:pt x="9355" y="3528"/>
                  <a:pt x="9398" y="3532"/>
                  <a:pt x="9441" y="3540"/>
                </a:cubicBezTo>
                <a:cubicBezTo>
                  <a:pt x="9808" y="3574"/>
                  <a:pt x="10075" y="3874"/>
                  <a:pt x="10041" y="4274"/>
                </a:cubicBezTo>
                <a:cubicBezTo>
                  <a:pt x="10041" y="4441"/>
                  <a:pt x="10008" y="4574"/>
                  <a:pt x="9975" y="4708"/>
                </a:cubicBezTo>
                <a:cubicBezTo>
                  <a:pt x="9674" y="6409"/>
                  <a:pt x="9341" y="8110"/>
                  <a:pt x="9041" y="9845"/>
                </a:cubicBezTo>
                <a:cubicBezTo>
                  <a:pt x="9007" y="10012"/>
                  <a:pt x="8974" y="10212"/>
                  <a:pt x="8940" y="10412"/>
                </a:cubicBezTo>
                <a:cubicBezTo>
                  <a:pt x="8907" y="10579"/>
                  <a:pt x="8874" y="10779"/>
                  <a:pt x="8907" y="10912"/>
                </a:cubicBezTo>
                <a:cubicBezTo>
                  <a:pt x="8999" y="11187"/>
                  <a:pt x="9202" y="11350"/>
                  <a:pt x="9466" y="11350"/>
                </a:cubicBezTo>
                <a:cubicBezTo>
                  <a:pt x="9491" y="11350"/>
                  <a:pt x="9516" y="11349"/>
                  <a:pt x="9541" y="11346"/>
                </a:cubicBezTo>
                <a:cubicBezTo>
                  <a:pt x="9708" y="11346"/>
                  <a:pt x="9841" y="11279"/>
                  <a:pt x="9941" y="11179"/>
                </a:cubicBezTo>
                <a:cubicBezTo>
                  <a:pt x="10041" y="11079"/>
                  <a:pt x="10108" y="10946"/>
                  <a:pt x="10141" y="10779"/>
                </a:cubicBezTo>
                <a:cubicBezTo>
                  <a:pt x="10375" y="9511"/>
                  <a:pt x="10608" y="8244"/>
                  <a:pt x="10842" y="7010"/>
                </a:cubicBezTo>
                <a:cubicBezTo>
                  <a:pt x="11109" y="5575"/>
                  <a:pt x="11376" y="4141"/>
                  <a:pt x="11642" y="2706"/>
                </a:cubicBezTo>
                <a:cubicBezTo>
                  <a:pt x="11742" y="2239"/>
                  <a:pt x="11976" y="2039"/>
                  <a:pt x="12310" y="2039"/>
                </a:cubicBezTo>
                <a:close/>
                <a:moveTo>
                  <a:pt x="17323" y="0"/>
                </a:moveTo>
                <a:cubicBezTo>
                  <a:pt x="16451" y="0"/>
                  <a:pt x="15795" y="602"/>
                  <a:pt x="15445" y="1739"/>
                </a:cubicBezTo>
                <a:cubicBezTo>
                  <a:pt x="15114" y="1564"/>
                  <a:pt x="14783" y="1480"/>
                  <a:pt x="14465" y="1480"/>
                </a:cubicBezTo>
                <a:cubicBezTo>
                  <a:pt x="14239" y="1480"/>
                  <a:pt x="14019" y="1522"/>
                  <a:pt x="13811" y="1606"/>
                </a:cubicBezTo>
                <a:cubicBezTo>
                  <a:pt x="13544" y="1172"/>
                  <a:pt x="13143" y="905"/>
                  <a:pt x="12610" y="805"/>
                </a:cubicBezTo>
                <a:cubicBezTo>
                  <a:pt x="12475" y="780"/>
                  <a:pt x="12346" y="767"/>
                  <a:pt x="12221" y="767"/>
                </a:cubicBezTo>
                <a:cubicBezTo>
                  <a:pt x="11355" y="767"/>
                  <a:pt x="10725" y="1369"/>
                  <a:pt x="10375" y="2506"/>
                </a:cubicBezTo>
                <a:cubicBezTo>
                  <a:pt x="10020" y="2325"/>
                  <a:pt x="9670" y="2241"/>
                  <a:pt x="9342" y="2241"/>
                </a:cubicBezTo>
                <a:cubicBezTo>
                  <a:pt x="8343" y="2241"/>
                  <a:pt x="7532" y="3012"/>
                  <a:pt x="7306" y="4141"/>
                </a:cubicBezTo>
                <a:cubicBezTo>
                  <a:pt x="6939" y="5909"/>
                  <a:pt x="6539" y="7643"/>
                  <a:pt x="6138" y="9411"/>
                </a:cubicBezTo>
                <a:cubicBezTo>
                  <a:pt x="5938" y="10279"/>
                  <a:pt x="5738" y="11146"/>
                  <a:pt x="5538" y="12013"/>
                </a:cubicBezTo>
                <a:cubicBezTo>
                  <a:pt x="5505" y="12147"/>
                  <a:pt x="5471" y="12280"/>
                  <a:pt x="5438" y="12413"/>
                </a:cubicBezTo>
                <a:cubicBezTo>
                  <a:pt x="5405" y="12547"/>
                  <a:pt x="5371" y="12647"/>
                  <a:pt x="5338" y="12847"/>
                </a:cubicBezTo>
                <a:cubicBezTo>
                  <a:pt x="4971" y="12213"/>
                  <a:pt x="4637" y="11646"/>
                  <a:pt x="4337" y="11079"/>
                </a:cubicBezTo>
                <a:cubicBezTo>
                  <a:pt x="4004" y="10512"/>
                  <a:pt x="3537" y="10212"/>
                  <a:pt x="2903" y="10145"/>
                </a:cubicBezTo>
                <a:cubicBezTo>
                  <a:pt x="2436" y="10112"/>
                  <a:pt x="1969" y="10112"/>
                  <a:pt x="1502" y="10112"/>
                </a:cubicBezTo>
                <a:cubicBezTo>
                  <a:pt x="735" y="10112"/>
                  <a:pt x="34" y="10712"/>
                  <a:pt x="34" y="11479"/>
                </a:cubicBezTo>
                <a:cubicBezTo>
                  <a:pt x="1" y="11846"/>
                  <a:pt x="134" y="12280"/>
                  <a:pt x="334" y="12614"/>
                </a:cubicBezTo>
                <a:cubicBezTo>
                  <a:pt x="1135" y="13781"/>
                  <a:pt x="1802" y="14982"/>
                  <a:pt x="2136" y="16416"/>
                </a:cubicBezTo>
                <a:cubicBezTo>
                  <a:pt x="2402" y="17450"/>
                  <a:pt x="2736" y="18451"/>
                  <a:pt x="3370" y="19352"/>
                </a:cubicBezTo>
                <a:cubicBezTo>
                  <a:pt x="4204" y="20586"/>
                  <a:pt x="5038" y="21820"/>
                  <a:pt x="5905" y="23021"/>
                </a:cubicBezTo>
                <a:cubicBezTo>
                  <a:pt x="6072" y="23254"/>
                  <a:pt x="6138" y="23421"/>
                  <a:pt x="6072" y="23688"/>
                </a:cubicBezTo>
                <a:cubicBezTo>
                  <a:pt x="5605" y="25656"/>
                  <a:pt x="5138" y="27624"/>
                  <a:pt x="4671" y="29592"/>
                </a:cubicBezTo>
                <a:cubicBezTo>
                  <a:pt x="4604" y="29859"/>
                  <a:pt x="4604" y="30059"/>
                  <a:pt x="4671" y="30226"/>
                </a:cubicBezTo>
                <a:lnTo>
                  <a:pt x="4771" y="30993"/>
                </a:lnTo>
                <a:lnTo>
                  <a:pt x="16279" y="29726"/>
                </a:lnTo>
                <a:lnTo>
                  <a:pt x="16179" y="28825"/>
                </a:lnTo>
                <a:lnTo>
                  <a:pt x="21416" y="28258"/>
                </a:lnTo>
                <a:lnTo>
                  <a:pt x="21316" y="27124"/>
                </a:lnTo>
                <a:lnTo>
                  <a:pt x="21283" y="27124"/>
                </a:lnTo>
                <a:cubicBezTo>
                  <a:pt x="21082" y="25890"/>
                  <a:pt x="20949" y="24655"/>
                  <a:pt x="20749" y="23421"/>
                </a:cubicBezTo>
                <a:cubicBezTo>
                  <a:pt x="20649" y="22854"/>
                  <a:pt x="20682" y="22287"/>
                  <a:pt x="20782" y="21720"/>
                </a:cubicBezTo>
                <a:cubicBezTo>
                  <a:pt x="21149" y="20086"/>
                  <a:pt x="21549" y="18451"/>
                  <a:pt x="21750" y="16783"/>
                </a:cubicBezTo>
                <a:cubicBezTo>
                  <a:pt x="22083" y="13914"/>
                  <a:pt x="22283" y="11046"/>
                  <a:pt x="22550" y="8210"/>
                </a:cubicBezTo>
                <a:cubicBezTo>
                  <a:pt x="22550" y="7910"/>
                  <a:pt x="22550" y="7577"/>
                  <a:pt x="22450" y="7310"/>
                </a:cubicBezTo>
                <a:cubicBezTo>
                  <a:pt x="22150" y="6509"/>
                  <a:pt x="21516" y="6176"/>
                  <a:pt x="20682" y="6176"/>
                </a:cubicBezTo>
                <a:cubicBezTo>
                  <a:pt x="20749" y="5842"/>
                  <a:pt x="20782" y="5542"/>
                  <a:pt x="20849" y="5242"/>
                </a:cubicBezTo>
                <a:cubicBezTo>
                  <a:pt x="20916" y="4908"/>
                  <a:pt x="20982" y="4608"/>
                  <a:pt x="21016" y="4308"/>
                </a:cubicBezTo>
                <a:cubicBezTo>
                  <a:pt x="21149" y="3340"/>
                  <a:pt x="20515" y="2506"/>
                  <a:pt x="19581" y="2373"/>
                </a:cubicBezTo>
                <a:cubicBezTo>
                  <a:pt x="19481" y="2340"/>
                  <a:pt x="19348" y="2340"/>
                  <a:pt x="19248" y="2306"/>
                </a:cubicBezTo>
                <a:cubicBezTo>
                  <a:pt x="19281" y="1039"/>
                  <a:pt x="18714" y="205"/>
                  <a:pt x="17713" y="38"/>
                </a:cubicBezTo>
                <a:cubicBezTo>
                  <a:pt x="17579" y="13"/>
                  <a:pt x="17449" y="0"/>
                  <a:pt x="173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15"/>
          <p:cNvSpPr/>
          <p:nvPr/>
        </p:nvSpPr>
        <p:spPr>
          <a:xfrm rot="7175358">
            <a:off x="740535" y="93688"/>
            <a:ext cx="154563" cy="156520"/>
          </a:xfrm>
          <a:custGeom>
            <a:avLst/>
            <a:gdLst/>
            <a:ahLst/>
            <a:cxnLst/>
            <a:rect l="l" t="t" r="r" b="b"/>
            <a:pathLst>
              <a:path w="2603" h="2636" extrusionOk="0">
                <a:moveTo>
                  <a:pt x="1301" y="0"/>
                </a:moveTo>
                <a:cubicBezTo>
                  <a:pt x="567" y="0"/>
                  <a:pt x="0" y="601"/>
                  <a:pt x="0" y="1335"/>
                </a:cubicBezTo>
                <a:cubicBezTo>
                  <a:pt x="0" y="2035"/>
                  <a:pt x="567" y="2636"/>
                  <a:pt x="1301" y="2636"/>
                </a:cubicBezTo>
                <a:cubicBezTo>
                  <a:pt x="2035" y="2636"/>
                  <a:pt x="2602" y="2035"/>
                  <a:pt x="2602" y="1335"/>
                </a:cubicBezTo>
                <a:cubicBezTo>
                  <a:pt x="2602" y="601"/>
                  <a:pt x="2035" y="0"/>
                  <a:pt x="1301" y="0"/>
                </a:cubicBezTo>
                <a:close/>
              </a:path>
            </a:pathLst>
          </a:custGeom>
          <a:solidFill>
            <a:srgbClr val="FFFFFF"/>
          </a:solidFill>
          <a:ln w="76200" cap="rnd"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rot="7175358">
            <a:off x="716787" y="1364379"/>
            <a:ext cx="202066" cy="202122"/>
          </a:xfrm>
          <a:custGeom>
            <a:avLst/>
            <a:gdLst/>
            <a:ahLst/>
            <a:cxnLst/>
            <a:rect l="l" t="t" r="r" b="b"/>
            <a:pathLst>
              <a:path w="3403" h="3404" extrusionOk="0">
                <a:moveTo>
                  <a:pt x="1701" y="1"/>
                </a:moveTo>
                <a:cubicBezTo>
                  <a:pt x="767" y="1"/>
                  <a:pt x="0" y="768"/>
                  <a:pt x="0" y="1702"/>
                </a:cubicBezTo>
                <a:cubicBezTo>
                  <a:pt x="0" y="2636"/>
                  <a:pt x="767" y="3403"/>
                  <a:pt x="1701" y="3403"/>
                </a:cubicBezTo>
                <a:cubicBezTo>
                  <a:pt x="2635" y="3403"/>
                  <a:pt x="3402" y="2636"/>
                  <a:pt x="3402" y="1702"/>
                </a:cubicBezTo>
                <a:cubicBezTo>
                  <a:pt x="3402" y="768"/>
                  <a:pt x="2635" y="1"/>
                  <a:pt x="1701" y="1"/>
                </a:cubicBezTo>
                <a:close/>
              </a:path>
            </a:pathLst>
          </a:custGeom>
          <a:solidFill>
            <a:srgbClr val="FFFFFF"/>
          </a:solidFill>
          <a:ln w="76200" cap="rnd"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rot="7175580">
            <a:off x="1322508" y="635941"/>
            <a:ext cx="241148" cy="241106"/>
          </a:xfrm>
          <a:custGeom>
            <a:avLst/>
            <a:gdLst/>
            <a:ahLst/>
            <a:cxnLst/>
            <a:rect l="l" t="t" r="r" b="b"/>
            <a:pathLst>
              <a:path w="2603" h="2603" extrusionOk="0">
                <a:moveTo>
                  <a:pt x="1301" y="1"/>
                </a:moveTo>
                <a:cubicBezTo>
                  <a:pt x="567" y="1"/>
                  <a:pt x="0" y="601"/>
                  <a:pt x="0" y="1302"/>
                </a:cubicBezTo>
                <a:cubicBezTo>
                  <a:pt x="0" y="2035"/>
                  <a:pt x="567" y="2602"/>
                  <a:pt x="1301" y="2602"/>
                </a:cubicBezTo>
                <a:cubicBezTo>
                  <a:pt x="2002" y="2602"/>
                  <a:pt x="2602" y="2035"/>
                  <a:pt x="2602" y="1302"/>
                </a:cubicBezTo>
                <a:cubicBezTo>
                  <a:pt x="2602" y="601"/>
                  <a:pt x="2002" y="1"/>
                  <a:pt x="1301" y="1"/>
                </a:cubicBezTo>
                <a:close/>
              </a:path>
            </a:pathLst>
          </a:custGeom>
          <a:solidFill>
            <a:srgbClr val="FFFFFF"/>
          </a:solidFill>
          <a:ln w="76200" cap="rnd"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 name="Google Shape;76;p15"/>
          <p:cNvGrpSpPr/>
          <p:nvPr/>
        </p:nvGrpSpPr>
        <p:grpSpPr>
          <a:xfrm rot="-824528">
            <a:off x="145600" y="1911587"/>
            <a:ext cx="933715" cy="932135"/>
            <a:chOff x="903183" y="3024051"/>
            <a:chExt cx="399219" cy="398577"/>
          </a:xfrm>
        </p:grpSpPr>
        <p:sp>
          <p:nvSpPr>
            <p:cNvPr id="77" name="Google Shape;77;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15"/>
          <p:cNvGrpSpPr/>
          <p:nvPr/>
        </p:nvGrpSpPr>
        <p:grpSpPr>
          <a:xfrm rot="-824523">
            <a:off x="1496742" y="1507567"/>
            <a:ext cx="495934" cy="495020"/>
            <a:chOff x="903183" y="3024051"/>
            <a:chExt cx="399219" cy="398577"/>
          </a:xfrm>
        </p:grpSpPr>
        <p:sp>
          <p:nvSpPr>
            <p:cNvPr id="83" name="Google Shape;83;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15"/>
          <p:cNvGrpSpPr/>
          <p:nvPr/>
        </p:nvGrpSpPr>
        <p:grpSpPr>
          <a:xfrm>
            <a:off x="1904684" y="81211"/>
            <a:ext cx="986551" cy="984725"/>
            <a:chOff x="903183" y="3024051"/>
            <a:chExt cx="399219" cy="398577"/>
          </a:xfrm>
        </p:grpSpPr>
        <p:sp>
          <p:nvSpPr>
            <p:cNvPr id="89" name="Google Shape;89;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4;p15"/>
          <p:cNvGrpSpPr/>
          <p:nvPr/>
        </p:nvGrpSpPr>
        <p:grpSpPr>
          <a:xfrm rot="9248222">
            <a:off x="7937199" y="2299448"/>
            <a:ext cx="992237" cy="990570"/>
            <a:chOff x="903183" y="3024051"/>
            <a:chExt cx="399219" cy="398577"/>
          </a:xfrm>
        </p:grpSpPr>
        <p:sp>
          <p:nvSpPr>
            <p:cNvPr id="95" name="Google Shape;95;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15"/>
          <p:cNvGrpSpPr/>
          <p:nvPr/>
        </p:nvGrpSpPr>
        <p:grpSpPr>
          <a:xfrm rot="9248313">
            <a:off x="7150643" y="3139999"/>
            <a:ext cx="469604" cy="468795"/>
            <a:chOff x="903183" y="3024051"/>
            <a:chExt cx="399219" cy="398577"/>
          </a:xfrm>
        </p:grpSpPr>
        <p:sp>
          <p:nvSpPr>
            <p:cNvPr id="101" name="Google Shape;101;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15"/>
          <p:cNvGrpSpPr/>
          <p:nvPr/>
        </p:nvGrpSpPr>
        <p:grpSpPr>
          <a:xfrm rot="9246989">
            <a:off x="6184008" y="4077709"/>
            <a:ext cx="810523" cy="809549"/>
            <a:chOff x="903183" y="3024051"/>
            <a:chExt cx="399219" cy="398577"/>
          </a:xfrm>
        </p:grpSpPr>
        <p:sp>
          <p:nvSpPr>
            <p:cNvPr id="107" name="Google Shape;107;p15"/>
            <p:cNvSpPr/>
            <p:nvPr/>
          </p:nvSpPr>
          <p:spPr>
            <a:xfrm>
              <a:off x="903183" y="3024051"/>
              <a:ext cx="399219" cy="398577"/>
            </a:xfrm>
            <a:custGeom>
              <a:avLst/>
              <a:gdLst/>
              <a:ahLst/>
              <a:cxnLst/>
              <a:rect l="l" t="t" r="r" b="b"/>
              <a:pathLst>
                <a:path w="19272" h="19241" extrusionOk="0">
                  <a:moveTo>
                    <a:pt x="9636" y="3830"/>
                  </a:moveTo>
                  <a:cubicBezTo>
                    <a:pt x="12827" y="3830"/>
                    <a:pt x="15411" y="6414"/>
                    <a:pt x="15411" y="9606"/>
                  </a:cubicBezTo>
                  <a:cubicBezTo>
                    <a:pt x="15411" y="12797"/>
                    <a:pt x="12827" y="15381"/>
                    <a:pt x="9636" y="15381"/>
                  </a:cubicBezTo>
                  <a:cubicBezTo>
                    <a:pt x="6444" y="15381"/>
                    <a:pt x="3861" y="12797"/>
                    <a:pt x="3861" y="9606"/>
                  </a:cubicBezTo>
                  <a:cubicBezTo>
                    <a:pt x="3861" y="6414"/>
                    <a:pt x="6444" y="3830"/>
                    <a:pt x="9636" y="3830"/>
                  </a:cubicBezTo>
                  <a:close/>
                  <a:moveTo>
                    <a:pt x="8876" y="1"/>
                  </a:moveTo>
                  <a:cubicBezTo>
                    <a:pt x="8663" y="1"/>
                    <a:pt x="8481" y="152"/>
                    <a:pt x="8481" y="365"/>
                  </a:cubicBezTo>
                  <a:cubicBezTo>
                    <a:pt x="8481" y="578"/>
                    <a:pt x="8663" y="760"/>
                    <a:pt x="8876" y="760"/>
                  </a:cubicBezTo>
                  <a:lnTo>
                    <a:pt x="9271" y="760"/>
                  </a:lnTo>
                  <a:lnTo>
                    <a:pt x="9271" y="3101"/>
                  </a:lnTo>
                  <a:cubicBezTo>
                    <a:pt x="7812" y="3162"/>
                    <a:pt x="6414" y="3739"/>
                    <a:pt x="5319" y="4712"/>
                  </a:cubicBezTo>
                  <a:lnTo>
                    <a:pt x="3678" y="3070"/>
                  </a:lnTo>
                  <a:lnTo>
                    <a:pt x="3921" y="2797"/>
                  </a:lnTo>
                  <a:cubicBezTo>
                    <a:pt x="4073" y="2645"/>
                    <a:pt x="4073" y="2402"/>
                    <a:pt x="3921" y="2280"/>
                  </a:cubicBezTo>
                  <a:cubicBezTo>
                    <a:pt x="3845" y="2204"/>
                    <a:pt x="3747" y="2166"/>
                    <a:pt x="3648" y="2166"/>
                  </a:cubicBezTo>
                  <a:cubicBezTo>
                    <a:pt x="3549" y="2166"/>
                    <a:pt x="3450" y="2204"/>
                    <a:pt x="3374" y="2280"/>
                  </a:cubicBezTo>
                  <a:lnTo>
                    <a:pt x="2280" y="3344"/>
                  </a:lnTo>
                  <a:cubicBezTo>
                    <a:pt x="2128" y="3496"/>
                    <a:pt x="2158" y="3739"/>
                    <a:pt x="2310" y="3891"/>
                  </a:cubicBezTo>
                  <a:cubicBezTo>
                    <a:pt x="2371" y="3967"/>
                    <a:pt x="2462" y="4005"/>
                    <a:pt x="2557" y="4005"/>
                  </a:cubicBezTo>
                  <a:cubicBezTo>
                    <a:pt x="2652" y="4005"/>
                    <a:pt x="2751" y="3967"/>
                    <a:pt x="2827" y="3891"/>
                  </a:cubicBezTo>
                  <a:lnTo>
                    <a:pt x="3131" y="3618"/>
                  </a:lnTo>
                  <a:lnTo>
                    <a:pt x="4772" y="5259"/>
                  </a:lnTo>
                  <a:cubicBezTo>
                    <a:pt x="3800" y="6353"/>
                    <a:pt x="3192" y="7751"/>
                    <a:pt x="3101" y="9210"/>
                  </a:cubicBezTo>
                  <a:lnTo>
                    <a:pt x="791" y="9210"/>
                  </a:lnTo>
                  <a:lnTo>
                    <a:pt x="791" y="8846"/>
                  </a:lnTo>
                  <a:cubicBezTo>
                    <a:pt x="791" y="8633"/>
                    <a:pt x="608" y="8450"/>
                    <a:pt x="395" y="8450"/>
                  </a:cubicBezTo>
                  <a:cubicBezTo>
                    <a:pt x="183" y="8450"/>
                    <a:pt x="0" y="8633"/>
                    <a:pt x="0" y="8846"/>
                  </a:cubicBezTo>
                  <a:lnTo>
                    <a:pt x="0" y="10396"/>
                  </a:lnTo>
                  <a:cubicBezTo>
                    <a:pt x="0" y="10609"/>
                    <a:pt x="183" y="10761"/>
                    <a:pt x="395" y="10761"/>
                  </a:cubicBezTo>
                  <a:cubicBezTo>
                    <a:pt x="608" y="10761"/>
                    <a:pt x="791" y="10609"/>
                    <a:pt x="791" y="10396"/>
                  </a:cubicBezTo>
                  <a:lnTo>
                    <a:pt x="791" y="9970"/>
                  </a:lnTo>
                  <a:lnTo>
                    <a:pt x="3101" y="9970"/>
                  </a:lnTo>
                  <a:cubicBezTo>
                    <a:pt x="3192" y="11429"/>
                    <a:pt x="3769" y="12827"/>
                    <a:pt x="4742" y="13952"/>
                  </a:cubicBezTo>
                  <a:lnTo>
                    <a:pt x="3101" y="15593"/>
                  </a:lnTo>
                  <a:lnTo>
                    <a:pt x="2827" y="15320"/>
                  </a:lnTo>
                  <a:cubicBezTo>
                    <a:pt x="2755" y="15262"/>
                    <a:pt x="2663" y="15232"/>
                    <a:pt x="2570" y="15232"/>
                  </a:cubicBezTo>
                  <a:cubicBezTo>
                    <a:pt x="2466" y="15232"/>
                    <a:pt x="2360" y="15270"/>
                    <a:pt x="2280" y="15350"/>
                  </a:cubicBezTo>
                  <a:cubicBezTo>
                    <a:pt x="2158" y="15502"/>
                    <a:pt x="2158" y="15715"/>
                    <a:pt x="2280" y="15867"/>
                  </a:cubicBezTo>
                  <a:lnTo>
                    <a:pt x="3374" y="16961"/>
                  </a:lnTo>
                  <a:cubicBezTo>
                    <a:pt x="3450" y="17037"/>
                    <a:pt x="3549" y="17075"/>
                    <a:pt x="3648" y="17075"/>
                  </a:cubicBezTo>
                  <a:cubicBezTo>
                    <a:pt x="3747" y="17075"/>
                    <a:pt x="3845" y="17037"/>
                    <a:pt x="3921" y="16961"/>
                  </a:cubicBezTo>
                  <a:cubicBezTo>
                    <a:pt x="4073" y="16809"/>
                    <a:pt x="4073" y="16566"/>
                    <a:pt x="3921" y="16414"/>
                  </a:cubicBezTo>
                  <a:lnTo>
                    <a:pt x="3648" y="16141"/>
                  </a:lnTo>
                  <a:lnTo>
                    <a:pt x="5289" y="14499"/>
                  </a:lnTo>
                  <a:cubicBezTo>
                    <a:pt x="6383" y="15472"/>
                    <a:pt x="7782" y="16049"/>
                    <a:pt x="9271" y="16141"/>
                  </a:cubicBezTo>
                  <a:lnTo>
                    <a:pt x="9271" y="18481"/>
                  </a:lnTo>
                  <a:lnTo>
                    <a:pt x="8876" y="18481"/>
                  </a:lnTo>
                  <a:cubicBezTo>
                    <a:pt x="8663" y="18481"/>
                    <a:pt x="8481" y="18633"/>
                    <a:pt x="8481" y="18846"/>
                  </a:cubicBezTo>
                  <a:cubicBezTo>
                    <a:pt x="8481" y="19059"/>
                    <a:pt x="8663" y="19241"/>
                    <a:pt x="8876" y="19241"/>
                  </a:cubicBezTo>
                  <a:lnTo>
                    <a:pt x="10396" y="19241"/>
                  </a:lnTo>
                  <a:cubicBezTo>
                    <a:pt x="10608" y="19241"/>
                    <a:pt x="10791" y="19059"/>
                    <a:pt x="10791" y="18846"/>
                  </a:cubicBezTo>
                  <a:cubicBezTo>
                    <a:pt x="10791" y="18633"/>
                    <a:pt x="10608" y="18481"/>
                    <a:pt x="10396" y="18481"/>
                  </a:cubicBezTo>
                  <a:lnTo>
                    <a:pt x="10031" y="18481"/>
                  </a:lnTo>
                  <a:lnTo>
                    <a:pt x="10031" y="16141"/>
                  </a:lnTo>
                  <a:cubicBezTo>
                    <a:pt x="11520" y="16049"/>
                    <a:pt x="12918" y="15472"/>
                    <a:pt x="13982" y="14499"/>
                  </a:cubicBezTo>
                  <a:lnTo>
                    <a:pt x="15654" y="16141"/>
                  </a:lnTo>
                  <a:lnTo>
                    <a:pt x="15350" y="16414"/>
                  </a:lnTo>
                  <a:cubicBezTo>
                    <a:pt x="15198" y="16566"/>
                    <a:pt x="15198" y="16809"/>
                    <a:pt x="15350" y="16961"/>
                  </a:cubicBezTo>
                  <a:cubicBezTo>
                    <a:pt x="15426" y="17037"/>
                    <a:pt x="15525" y="17075"/>
                    <a:pt x="15624" y="17075"/>
                  </a:cubicBezTo>
                  <a:cubicBezTo>
                    <a:pt x="15722" y="17075"/>
                    <a:pt x="15821" y="17037"/>
                    <a:pt x="15897" y="16961"/>
                  </a:cubicBezTo>
                  <a:lnTo>
                    <a:pt x="16991" y="15867"/>
                  </a:lnTo>
                  <a:cubicBezTo>
                    <a:pt x="17143" y="15715"/>
                    <a:pt x="17143" y="15472"/>
                    <a:pt x="16991" y="15320"/>
                  </a:cubicBezTo>
                  <a:cubicBezTo>
                    <a:pt x="16915" y="15259"/>
                    <a:pt x="16817" y="15229"/>
                    <a:pt x="16718" y="15229"/>
                  </a:cubicBezTo>
                  <a:cubicBezTo>
                    <a:pt x="16619" y="15229"/>
                    <a:pt x="16520" y="15259"/>
                    <a:pt x="16444" y="15320"/>
                  </a:cubicBezTo>
                  <a:lnTo>
                    <a:pt x="16201" y="15593"/>
                  </a:lnTo>
                  <a:lnTo>
                    <a:pt x="14529" y="13952"/>
                  </a:lnTo>
                  <a:cubicBezTo>
                    <a:pt x="15502" y="12827"/>
                    <a:pt x="16080" y="11429"/>
                    <a:pt x="16171" y="9970"/>
                  </a:cubicBezTo>
                  <a:lnTo>
                    <a:pt x="18481" y="9970"/>
                  </a:lnTo>
                  <a:lnTo>
                    <a:pt x="18481" y="10396"/>
                  </a:lnTo>
                  <a:cubicBezTo>
                    <a:pt x="18481" y="10609"/>
                    <a:pt x="18663" y="10761"/>
                    <a:pt x="18876" y="10761"/>
                  </a:cubicBezTo>
                  <a:cubicBezTo>
                    <a:pt x="19089" y="10761"/>
                    <a:pt x="19271" y="10609"/>
                    <a:pt x="19271" y="10396"/>
                  </a:cubicBezTo>
                  <a:lnTo>
                    <a:pt x="19271" y="8846"/>
                  </a:lnTo>
                  <a:cubicBezTo>
                    <a:pt x="19271" y="8633"/>
                    <a:pt x="19089" y="8450"/>
                    <a:pt x="18876" y="8450"/>
                  </a:cubicBezTo>
                  <a:cubicBezTo>
                    <a:pt x="18663" y="8450"/>
                    <a:pt x="18481" y="8633"/>
                    <a:pt x="18481" y="8846"/>
                  </a:cubicBezTo>
                  <a:lnTo>
                    <a:pt x="18481" y="9210"/>
                  </a:lnTo>
                  <a:lnTo>
                    <a:pt x="16171" y="9210"/>
                  </a:lnTo>
                  <a:cubicBezTo>
                    <a:pt x="16080" y="7751"/>
                    <a:pt x="15502" y="6353"/>
                    <a:pt x="14499" y="5259"/>
                  </a:cubicBezTo>
                  <a:lnTo>
                    <a:pt x="16140" y="3618"/>
                  </a:lnTo>
                  <a:lnTo>
                    <a:pt x="16444" y="3891"/>
                  </a:lnTo>
                  <a:cubicBezTo>
                    <a:pt x="16520" y="3967"/>
                    <a:pt x="16619" y="4005"/>
                    <a:pt x="16718" y="4005"/>
                  </a:cubicBezTo>
                  <a:cubicBezTo>
                    <a:pt x="16817" y="4005"/>
                    <a:pt x="16915" y="3967"/>
                    <a:pt x="16991" y="3891"/>
                  </a:cubicBezTo>
                  <a:cubicBezTo>
                    <a:pt x="17143" y="3739"/>
                    <a:pt x="17143" y="3496"/>
                    <a:pt x="16991" y="3344"/>
                  </a:cubicBezTo>
                  <a:lnTo>
                    <a:pt x="15897" y="2250"/>
                  </a:lnTo>
                  <a:cubicBezTo>
                    <a:pt x="15825" y="2192"/>
                    <a:pt x="15733" y="2162"/>
                    <a:pt x="15640" y="2162"/>
                  </a:cubicBezTo>
                  <a:cubicBezTo>
                    <a:pt x="15536" y="2162"/>
                    <a:pt x="15430" y="2200"/>
                    <a:pt x="15350" y="2280"/>
                  </a:cubicBezTo>
                  <a:cubicBezTo>
                    <a:pt x="15198" y="2432"/>
                    <a:pt x="15198" y="2645"/>
                    <a:pt x="15350" y="2797"/>
                  </a:cubicBezTo>
                  <a:lnTo>
                    <a:pt x="15624" y="3070"/>
                  </a:lnTo>
                  <a:lnTo>
                    <a:pt x="13952" y="4712"/>
                  </a:lnTo>
                  <a:cubicBezTo>
                    <a:pt x="12888" y="3739"/>
                    <a:pt x="11490" y="3192"/>
                    <a:pt x="10031" y="3101"/>
                  </a:cubicBezTo>
                  <a:lnTo>
                    <a:pt x="10031" y="760"/>
                  </a:lnTo>
                  <a:lnTo>
                    <a:pt x="10396" y="760"/>
                  </a:lnTo>
                  <a:cubicBezTo>
                    <a:pt x="10608" y="760"/>
                    <a:pt x="10791" y="578"/>
                    <a:pt x="10791" y="365"/>
                  </a:cubicBezTo>
                  <a:cubicBezTo>
                    <a:pt x="10791" y="152"/>
                    <a:pt x="10608" y="1"/>
                    <a:pt x="10396"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a:off x="1039185" y="3135503"/>
              <a:ext cx="63616" cy="63616"/>
            </a:xfrm>
            <a:custGeom>
              <a:avLst/>
              <a:gdLst/>
              <a:ahLst/>
              <a:cxnLst/>
              <a:rect l="l" t="t" r="r" b="b"/>
              <a:pathLst>
                <a:path w="3071" h="3071" extrusionOk="0">
                  <a:moveTo>
                    <a:pt x="1521" y="760"/>
                  </a:moveTo>
                  <a:cubicBezTo>
                    <a:pt x="1946" y="760"/>
                    <a:pt x="2311" y="1125"/>
                    <a:pt x="2311" y="1551"/>
                  </a:cubicBezTo>
                  <a:cubicBezTo>
                    <a:pt x="2311" y="1976"/>
                    <a:pt x="1946" y="2311"/>
                    <a:pt x="1521" y="2311"/>
                  </a:cubicBezTo>
                  <a:cubicBezTo>
                    <a:pt x="1095" y="2311"/>
                    <a:pt x="761" y="1976"/>
                    <a:pt x="761" y="1551"/>
                  </a:cubicBezTo>
                  <a:cubicBezTo>
                    <a:pt x="761" y="1125"/>
                    <a:pt x="1095" y="760"/>
                    <a:pt x="1521" y="760"/>
                  </a:cubicBezTo>
                  <a:close/>
                  <a:moveTo>
                    <a:pt x="1521" y="1"/>
                  </a:moveTo>
                  <a:cubicBezTo>
                    <a:pt x="669" y="1"/>
                    <a:pt x="1" y="700"/>
                    <a:pt x="1" y="1551"/>
                  </a:cubicBezTo>
                  <a:cubicBezTo>
                    <a:pt x="1" y="2402"/>
                    <a:pt x="669" y="3070"/>
                    <a:pt x="1521" y="3070"/>
                  </a:cubicBezTo>
                  <a:cubicBezTo>
                    <a:pt x="2372" y="3070"/>
                    <a:pt x="3071" y="2402"/>
                    <a:pt x="3071" y="1551"/>
                  </a:cubicBezTo>
                  <a:cubicBezTo>
                    <a:pt x="3071" y="700"/>
                    <a:pt x="2372" y="1"/>
                    <a:pt x="1521"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1102784" y="3231212"/>
              <a:ext cx="71798" cy="71798"/>
            </a:xfrm>
            <a:custGeom>
              <a:avLst/>
              <a:gdLst/>
              <a:ahLst/>
              <a:cxnLst/>
              <a:rect l="l" t="t" r="r" b="b"/>
              <a:pathLst>
                <a:path w="3466" h="3466" extrusionOk="0">
                  <a:moveTo>
                    <a:pt x="1733" y="761"/>
                  </a:moveTo>
                  <a:cubicBezTo>
                    <a:pt x="2280" y="761"/>
                    <a:pt x="2706" y="1216"/>
                    <a:pt x="2706" y="1733"/>
                  </a:cubicBezTo>
                  <a:cubicBezTo>
                    <a:pt x="2706" y="2250"/>
                    <a:pt x="2280" y="2706"/>
                    <a:pt x="1733" y="2706"/>
                  </a:cubicBezTo>
                  <a:cubicBezTo>
                    <a:pt x="1217" y="2706"/>
                    <a:pt x="761" y="2250"/>
                    <a:pt x="761" y="1733"/>
                  </a:cubicBezTo>
                  <a:cubicBezTo>
                    <a:pt x="761" y="1216"/>
                    <a:pt x="1217" y="761"/>
                    <a:pt x="1733" y="761"/>
                  </a:cubicBezTo>
                  <a:close/>
                  <a:moveTo>
                    <a:pt x="1733" y="1"/>
                  </a:moveTo>
                  <a:cubicBezTo>
                    <a:pt x="791" y="1"/>
                    <a:pt x="1" y="791"/>
                    <a:pt x="1" y="1733"/>
                  </a:cubicBezTo>
                  <a:cubicBezTo>
                    <a:pt x="1" y="2675"/>
                    <a:pt x="791" y="3466"/>
                    <a:pt x="1733" y="3466"/>
                  </a:cubicBezTo>
                  <a:cubicBezTo>
                    <a:pt x="2706" y="3466"/>
                    <a:pt x="3466" y="2675"/>
                    <a:pt x="3466" y="1733"/>
                  </a:cubicBezTo>
                  <a:cubicBezTo>
                    <a:pt x="3466" y="791"/>
                    <a:pt x="2706" y="1"/>
                    <a:pt x="1733"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a:off x="1039185" y="3263322"/>
              <a:ext cx="23947" cy="23947"/>
            </a:xfrm>
            <a:custGeom>
              <a:avLst/>
              <a:gdLst/>
              <a:ahLst/>
              <a:cxnLst/>
              <a:rect l="l" t="t" r="r" b="b"/>
              <a:pathLst>
                <a:path w="1156" h="1156" extrusionOk="0">
                  <a:moveTo>
                    <a:pt x="578" y="1"/>
                  </a:moveTo>
                  <a:cubicBezTo>
                    <a:pt x="244" y="1"/>
                    <a:pt x="1" y="244"/>
                    <a:pt x="1" y="578"/>
                  </a:cubicBezTo>
                  <a:cubicBezTo>
                    <a:pt x="1" y="882"/>
                    <a:pt x="244" y="1156"/>
                    <a:pt x="578" y="1156"/>
                  </a:cubicBezTo>
                  <a:cubicBezTo>
                    <a:pt x="882" y="1156"/>
                    <a:pt x="1156" y="882"/>
                    <a:pt x="1156" y="578"/>
                  </a:cubicBezTo>
                  <a:cubicBezTo>
                    <a:pt x="1156" y="244"/>
                    <a:pt x="88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1142455" y="3159430"/>
              <a:ext cx="23947" cy="23947"/>
            </a:xfrm>
            <a:custGeom>
              <a:avLst/>
              <a:gdLst/>
              <a:ahLst/>
              <a:cxnLst/>
              <a:rect l="l" t="t" r="r" b="b"/>
              <a:pathLst>
                <a:path w="1156" h="1156" extrusionOk="0">
                  <a:moveTo>
                    <a:pt x="578" y="1"/>
                  </a:moveTo>
                  <a:cubicBezTo>
                    <a:pt x="274" y="1"/>
                    <a:pt x="1" y="274"/>
                    <a:pt x="1" y="578"/>
                  </a:cubicBezTo>
                  <a:cubicBezTo>
                    <a:pt x="1" y="882"/>
                    <a:pt x="274" y="1156"/>
                    <a:pt x="578" y="1156"/>
                  </a:cubicBezTo>
                  <a:cubicBezTo>
                    <a:pt x="912" y="1156"/>
                    <a:pt x="1156" y="882"/>
                    <a:pt x="1156" y="578"/>
                  </a:cubicBezTo>
                  <a:cubicBezTo>
                    <a:pt x="1156" y="274"/>
                    <a:pt x="912" y="1"/>
                    <a:pt x="578" y="1"/>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15"/>
          <p:cNvSpPr/>
          <p:nvPr/>
        </p:nvSpPr>
        <p:spPr>
          <a:xfrm rot="7175578">
            <a:off x="271013" y="1012025"/>
            <a:ext cx="161648" cy="161621"/>
          </a:xfrm>
          <a:custGeom>
            <a:avLst/>
            <a:gdLst/>
            <a:ahLst/>
            <a:cxnLst/>
            <a:rect l="l" t="t" r="r" b="b"/>
            <a:pathLst>
              <a:path w="2603" h="2603" extrusionOk="0">
                <a:moveTo>
                  <a:pt x="1301" y="1"/>
                </a:moveTo>
                <a:cubicBezTo>
                  <a:pt x="567" y="1"/>
                  <a:pt x="0" y="601"/>
                  <a:pt x="0" y="1302"/>
                </a:cubicBezTo>
                <a:cubicBezTo>
                  <a:pt x="0" y="2035"/>
                  <a:pt x="567" y="2602"/>
                  <a:pt x="1301" y="2602"/>
                </a:cubicBezTo>
                <a:cubicBezTo>
                  <a:pt x="2002" y="2602"/>
                  <a:pt x="2602" y="2035"/>
                  <a:pt x="2602" y="1302"/>
                </a:cubicBezTo>
                <a:cubicBezTo>
                  <a:pt x="2602" y="601"/>
                  <a:pt x="2002" y="1"/>
                  <a:pt x="1301" y="1"/>
                </a:cubicBezTo>
                <a:close/>
              </a:path>
            </a:pathLst>
          </a:custGeom>
          <a:solidFill>
            <a:srgbClr val="FFFFFF"/>
          </a:solidFill>
          <a:ln w="76200" cap="rnd"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323728" y="619416"/>
            <a:ext cx="8496544" cy="65038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b="1" dirty="0">
                <a:latin typeface="Times New Roman" panose="02020603050405020304" pitchFamily="18" charset="0"/>
                <a:cs typeface="Times New Roman" panose="02020603050405020304" pitchFamily="18" charset="0"/>
              </a:rPr>
              <a:t>Aim</a:t>
            </a:r>
            <a:endParaRPr sz="3600"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CD73C39E-0197-E995-F222-5FB023D81075}"/>
              </a:ext>
            </a:extLst>
          </p:cNvPr>
          <p:cNvSpPr>
            <a:spLocks noGrp="1"/>
          </p:cNvSpPr>
          <p:nvPr>
            <p:ph type="body" idx="1"/>
          </p:nvPr>
        </p:nvSpPr>
        <p:spPr>
          <a:xfrm>
            <a:off x="242107" y="1549660"/>
            <a:ext cx="2808000" cy="2940525"/>
          </a:xfrm>
        </p:spPr>
        <p:txBody>
          <a:bodyPr/>
          <a:lstStyle/>
          <a:p>
            <a:r>
              <a:rPr lang="en-US" dirty="0">
                <a:latin typeface="Times New Roman" panose="02020603050405020304" pitchFamily="18" charset="0"/>
                <a:cs typeface="Times New Roman" panose="02020603050405020304" pitchFamily="18" charset="0"/>
              </a:rPr>
              <a:t>Drawback of Existing System</a:t>
            </a:r>
          </a:p>
          <a:p>
            <a:r>
              <a:rPr lang="en-US" dirty="0">
                <a:latin typeface="Times New Roman" panose="02020603050405020304" pitchFamily="18" charset="0"/>
                <a:cs typeface="Times New Roman" panose="02020603050405020304" pitchFamily="18" charset="0"/>
              </a:rPr>
              <a:t>Project Explanation</a:t>
            </a:r>
          </a:p>
          <a:p>
            <a:r>
              <a:rPr lang="en-US" dirty="0">
                <a:latin typeface="Times New Roman" panose="02020603050405020304" pitchFamily="18" charset="0"/>
                <a:cs typeface="Times New Roman" panose="02020603050405020304" pitchFamily="18" charset="0"/>
              </a:rPr>
              <a:t>Modules</a:t>
            </a:r>
          </a:p>
          <a:p>
            <a:r>
              <a:rPr lang="en-US" dirty="0">
                <a:latin typeface="Times New Roman" panose="02020603050405020304" pitchFamily="18" charset="0"/>
                <a:cs typeface="Times New Roman" panose="02020603050405020304" pitchFamily="18" charset="0"/>
              </a:rPr>
              <a:t>Advantages of Project</a:t>
            </a:r>
          </a:p>
          <a:p>
            <a:r>
              <a:rPr lang="en-US" dirty="0">
                <a:latin typeface="Times New Roman" panose="02020603050405020304" pitchFamily="18" charset="0"/>
                <a:cs typeface="Times New Roman" panose="02020603050405020304" pitchFamily="18" charset="0"/>
              </a:rPr>
              <a:t>DFDs</a:t>
            </a:r>
          </a:p>
          <a:p>
            <a:r>
              <a:rPr lang="en-US" dirty="0">
                <a:latin typeface="Times New Roman" panose="02020603050405020304" pitchFamily="18" charset="0"/>
                <a:cs typeface="Times New Roman" panose="02020603050405020304" pitchFamily="18" charset="0"/>
              </a:rPr>
              <a:t>Technology Used</a:t>
            </a:r>
          </a:p>
          <a:p>
            <a:r>
              <a:rPr lang="en-US" dirty="0">
                <a:latin typeface="Times New Roman" panose="02020603050405020304" pitchFamily="18" charset="0"/>
                <a:cs typeface="Times New Roman" panose="02020603050405020304" pitchFamily="18" charset="0"/>
              </a:rPr>
              <a:t>Requirements</a:t>
            </a:r>
          </a:p>
          <a:p>
            <a:r>
              <a:rPr lang="en-US" dirty="0">
                <a:latin typeface="Times New Roman" panose="02020603050405020304" pitchFamily="18" charset="0"/>
                <a:cs typeface="Times New Roman" panose="02020603050405020304" pitchFamily="18" charset="0"/>
              </a:rPr>
              <a:t>Screenshots</a:t>
            </a:r>
          </a:p>
          <a:p>
            <a:r>
              <a:rPr lang="en-US"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Future Scope</a:t>
            </a:r>
          </a:p>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
        <p:nvSpPr>
          <p:cNvPr id="118" name="Google Shape;118;p16"/>
          <p:cNvSpPr/>
          <p:nvPr/>
        </p:nvSpPr>
        <p:spPr>
          <a:xfrm rot="-5400000">
            <a:off x="3238786" y="1960575"/>
            <a:ext cx="2666700" cy="2128200"/>
          </a:xfrm>
          <a:prstGeom prst="blockArc">
            <a:avLst>
              <a:gd name="adj1" fmla="val 10779065"/>
              <a:gd name="adj2" fmla="val 24817"/>
              <a:gd name="adj3" fmla="val 12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6"/>
          <p:cNvGrpSpPr/>
          <p:nvPr/>
        </p:nvGrpSpPr>
        <p:grpSpPr>
          <a:xfrm>
            <a:off x="3600832" y="1691363"/>
            <a:ext cx="649747" cy="650381"/>
            <a:chOff x="3544309" y="1714424"/>
            <a:chExt cx="615000" cy="615600"/>
          </a:xfrm>
        </p:grpSpPr>
        <p:sp>
          <p:nvSpPr>
            <p:cNvPr id="120" name="Google Shape;120;p16"/>
            <p:cNvSpPr/>
            <p:nvPr/>
          </p:nvSpPr>
          <p:spPr>
            <a:xfrm>
              <a:off x="3544309" y="1714424"/>
              <a:ext cx="615000" cy="615600"/>
            </a:xfrm>
            <a:prstGeom prst="ellipse">
              <a:avLst/>
            </a:pr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 name="Google Shape;121;p16"/>
            <p:cNvGrpSpPr/>
            <p:nvPr/>
          </p:nvGrpSpPr>
          <p:grpSpPr>
            <a:xfrm>
              <a:off x="3751468" y="1818157"/>
              <a:ext cx="200815" cy="408130"/>
              <a:chOff x="761150" y="1226050"/>
              <a:chExt cx="614864" cy="1249634"/>
            </a:xfrm>
          </p:grpSpPr>
          <p:sp>
            <p:nvSpPr>
              <p:cNvPr id="122" name="Google Shape;122;p16"/>
              <p:cNvSpPr/>
              <p:nvPr/>
            </p:nvSpPr>
            <p:spPr>
              <a:xfrm>
                <a:off x="985929" y="1259137"/>
                <a:ext cx="165314" cy="256272"/>
              </a:xfrm>
              <a:custGeom>
                <a:avLst/>
                <a:gdLst/>
                <a:ahLst/>
                <a:cxnLst/>
                <a:rect l="l" t="t" r="r" b="b"/>
                <a:pathLst>
                  <a:path w="2808" h="4353" extrusionOk="0">
                    <a:moveTo>
                      <a:pt x="0" y="0"/>
                    </a:moveTo>
                    <a:lnTo>
                      <a:pt x="0" y="4352"/>
                    </a:lnTo>
                    <a:lnTo>
                      <a:pt x="2808" y="4352"/>
                    </a:lnTo>
                    <a:lnTo>
                      <a:pt x="28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6"/>
              <p:cNvSpPr/>
              <p:nvPr/>
            </p:nvSpPr>
            <p:spPr>
              <a:xfrm>
                <a:off x="800772" y="1226050"/>
                <a:ext cx="390148" cy="62876"/>
              </a:xfrm>
              <a:custGeom>
                <a:avLst/>
                <a:gdLst/>
                <a:ahLst/>
                <a:cxnLst/>
                <a:rect l="l" t="t" r="r" b="b"/>
                <a:pathLst>
                  <a:path w="6627" h="1068" extrusionOk="0">
                    <a:moveTo>
                      <a:pt x="6627" y="1"/>
                    </a:moveTo>
                    <a:lnTo>
                      <a:pt x="1" y="422"/>
                    </a:lnTo>
                    <a:lnTo>
                      <a:pt x="1" y="1068"/>
                    </a:lnTo>
                    <a:lnTo>
                      <a:pt x="6627" y="1068"/>
                    </a:lnTo>
                    <a:lnTo>
                      <a:pt x="6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p:nvPr/>
            </p:nvSpPr>
            <p:spPr>
              <a:xfrm>
                <a:off x="850402" y="1442587"/>
                <a:ext cx="436363" cy="641357"/>
              </a:xfrm>
              <a:custGeom>
                <a:avLst/>
                <a:gdLst/>
                <a:ahLst/>
                <a:cxnLst/>
                <a:rect l="l" t="t" r="r" b="b"/>
                <a:pathLst>
                  <a:path w="7412" h="10894" extrusionOk="0">
                    <a:moveTo>
                      <a:pt x="1769" y="1"/>
                    </a:moveTo>
                    <a:cubicBezTo>
                      <a:pt x="786" y="1"/>
                      <a:pt x="0" y="787"/>
                      <a:pt x="0" y="1769"/>
                    </a:cubicBezTo>
                    <a:lnTo>
                      <a:pt x="0" y="9125"/>
                    </a:lnTo>
                    <a:cubicBezTo>
                      <a:pt x="0" y="10108"/>
                      <a:pt x="786" y="10894"/>
                      <a:pt x="1769" y="10894"/>
                    </a:cubicBezTo>
                    <a:lnTo>
                      <a:pt x="5643" y="10894"/>
                    </a:lnTo>
                    <a:cubicBezTo>
                      <a:pt x="6626" y="10894"/>
                      <a:pt x="7412" y="10108"/>
                      <a:pt x="7412" y="9125"/>
                    </a:cubicBezTo>
                    <a:lnTo>
                      <a:pt x="7412" y="1769"/>
                    </a:lnTo>
                    <a:cubicBezTo>
                      <a:pt x="7412" y="787"/>
                      <a:pt x="6626" y="1"/>
                      <a:pt x="5643"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6"/>
              <p:cNvSpPr/>
              <p:nvPr/>
            </p:nvSpPr>
            <p:spPr>
              <a:xfrm>
                <a:off x="850402" y="1442587"/>
                <a:ext cx="436363" cy="641357"/>
              </a:xfrm>
              <a:custGeom>
                <a:avLst/>
                <a:gdLst/>
                <a:ahLst/>
                <a:cxnLst/>
                <a:rect l="l" t="t" r="r" b="b"/>
                <a:pathLst>
                  <a:path w="7412" h="10894" fill="none" extrusionOk="0">
                    <a:moveTo>
                      <a:pt x="5643" y="10894"/>
                    </a:moveTo>
                    <a:lnTo>
                      <a:pt x="1769" y="10894"/>
                    </a:lnTo>
                    <a:cubicBezTo>
                      <a:pt x="786" y="10894"/>
                      <a:pt x="0" y="10108"/>
                      <a:pt x="0" y="9125"/>
                    </a:cubicBezTo>
                    <a:lnTo>
                      <a:pt x="0" y="1769"/>
                    </a:lnTo>
                    <a:cubicBezTo>
                      <a:pt x="0" y="787"/>
                      <a:pt x="786" y="1"/>
                      <a:pt x="1769" y="1"/>
                    </a:cubicBezTo>
                    <a:lnTo>
                      <a:pt x="5643" y="1"/>
                    </a:lnTo>
                    <a:cubicBezTo>
                      <a:pt x="6626" y="1"/>
                      <a:pt x="7412" y="787"/>
                      <a:pt x="7412" y="1769"/>
                    </a:cubicBezTo>
                    <a:lnTo>
                      <a:pt x="7412" y="9125"/>
                    </a:lnTo>
                    <a:cubicBezTo>
                      <a:pt x="7412" y="10108"/>
                      <a:pt x="6626" y="10894"/>
                      <a:pt x="5643" y="10894"/>
                    </a:cubicBezTo>
                    <a:close/>
                  </a:path>
                </a:pathLst>
              </a:custGeom>
              <a:noFill/>
              <a:ln w="175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p:nvPr/>
            </p:nvSpPr>
            <p:spPr>
              <a:xfrm>
                <a:off x="761150" y="1571520"/>
                <a:ext cx="614864" cy="904164"/>
              </a:xfrm>
              <a:custGeom>
                <a:avLst/>
                <a:gdLst/>
                <a:ahLst/>
                <a:cxnLst/>
                <a:rect l="l" t="t" r="r" b="b"/>
                <a:pathLst>
                  <a:path w="10444" h="15358" extrusionOk="0">
                    <a:moveTo>
                      <a:pt x="1741" y="1"/>
                    </a:moveTo>
                    <a:cubicBezTo>
                      <a:pt x="786" y="1"/>
                      <a:pt x="0" y="787"/>
                      <a:pt x="0" y="1741"/>
                    </a:cubicBezTo>
                    <a:lnTo>
                      <a:pt x="0" y="13589"/>
                    </a:lnTo>
                    <a:cubicBezTo>
                      <a:pt x="0" y="14571"/>
                      <a:pt x="786" y="15357"/>
                      <a:pt x="1741" y="15357"/>
                    </a:cubicBezTo>
                    <a:lnTo>
                      <a:pt x="8703" y="15357"/>
                    </a:lnTo>
                    <a:cubicBezTo>
                      <a:pt x="9658" y="15357"/>
                      <a:pt x="10444" y="14571"/>
                      <a:pt x="10444" y="13589"/>
                    </a:cubicBezTo>
                    <a:lnTo>
                      <a:pt x="10444" y="1741"/>
                    </a:lnTo>
                    <a:cubicBezTo>
                      <a:pt x="10444" y="787"/>
                      <a:pt x="9658" y="1"/>
                      <a:pt x="8703" y="1"/>
                    </a:cubicBezTo>
                    <a:close/>
                  </a:path>
                </a:pathLst>
              </a:cu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6"/>
              <p:cNvSpPr/>
              <p:nvPr/>
            </p:nvSpPr>
            <p:spPr>
              <a:xfrm>
                <a:off x="761150" y="1571520"/>
                <a:ext cx="614864" cy="904164"/>
              </a:xfrm>
              <a:custGeom>
                <a:avLst/>
                <a:gdLst/>
                <a:ahLst/>
                <a:cxnLst/>
                <a:rect l="l" t="t" r="r" b="b"/>
                <a:pathLst>
                  <a:path w="10444" h="15358" fill="none" extrusionOk="0">
                    <a:moveTo>
                      <a:pt x="8703" y="15357"/>
                    </a:moveTo>
                    <a:lnTo>
                      <a:pt x="1741" y="15357"/>
                    </a:lnTo>
                    <a:cubicBezTo>
                      <a:pt x="786" y="15357"/>
                      <a:pt x="0" y="14571"/>
                      <a:pt x="0" y="13589"/>
                    </a:cubicBezTo>
                    <a:lnTo>
                      <a:pt x="0" y="1741"/>
                    </a:lnTo>
                    <a:cubicBezTo>
                      <a:pt x="0" y="787"/>
                      <a:pt x="786" y="1"/>
                      <a:pt x="1741" y="1"/>
                    </a:cubicBezTo>
                    <a:lnTo>
                      <a:pt x="8703" y="1"/>
                    </a:lnTo>
                    <a:cubicBezTo>
                      <a:pt x="9658" y="1"/>
                      <a:pt x="10444" y="787"/>
                      <a:pt x="10444" y="1741"/>
                    </a:cubicBezTo>
                    <a:lnTo>
                      <a:pt x="10444" y="13589"/>
                    </a:lnTo>
                    <a:cubicBezTo>
                      <a:pt x="10444" y="14571"/>
                      <a:pt x="9658" y="15357"/>
                      <a:pt x="8703" y="15357"/>
                    </a:cubicBezTo>
                    <a:close/>
                  </a:path>
                </a:pathLst>
              </a:custGeom>
              <a:noFill/>
              <a:ln w="175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852051" y="1698804"/>
                <a:ext cx="77712" cy="626462"/>
              </a:xfrm>
              <a:custGeom>
                <a:avLst/>
                <a:gdLst/>
                <a:ahLst/>
                <a:cxnLst/>
                <a:rect l="l" t="t" r="r" b="b"/>
                <a:pathLst>
                  <a:path w="1320" h="10641" extrusionOk="0">
                    <a:moveTo>
                      <a:pt x="421" y="0"/>
                    </a:moveTo>
                    <a:cubicBezTo>
                      <a:pt x="197" y="0"/>
                      <a:pt x="0" y="197"/>
                      <a:pt x="0" y="450"/>
                    </a:cubicBezTo>
                    <a:lnTo>
                      <a:pt x="0" y="10220"/>
                    </a:lnTo>
                    <a:cubicBezTo>
                      <a:pt x="0" y="10444"/>
                      <a:pt x="197" y="10641"/>
                      <a:pt x="421" y="10641"/>
                    </a:cubicBezTo>
                    <a:lnTo>
                      <a:pt x="871" y="10641"/>
                    </a:lnTo>
                    <a:cubicBezTo>
                      <a:pt x="1123" y="10641"/>
                      <a:pt x="1320" y="10444"/>
                      <a:pt x="1320" y="10220"/>
                    </a:cubicBezTo>
                    <a:lnTo>
                      <a:pt x="1320" y="450"/>
                    </a:lnTo>
                    <a:cubicBezTo>
                      <a:pt x="1320" y="197"/>
                      <a:pt x="1123" y="0"/>
                      <a:pt x="8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 name="Google Shape;129;p16"/>
          <p:cNvSpPr/>
          <p:nvPr/>
        </p:nvSpPr>
        <p:spPr>
          <a:xfrm>
            <a:off x="3621024" y="3687513"/>
            <a:ext cx="649747" cy="650381"/>
          </a:xfrm>
          <a:prstGeom prst="ellipse">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a:off x="3898014" y="3839813"/>
            <a:ext cx="114831" cy="52475"/>
          </a:xfrm>
          <a:custGeom>
            <a:avLst/>
            <a:gdLst/>
            <a:ahLst/>
            <a:cxnLst/>
            <a:rect l="l" t="t" r="r" b="b"/>
            <a:pathLst>
              <a:path w="5532" h="2528" extrusionOk="0">
                <a:moveTo>
                  <a:pt x="1292" y="1"/>
                </a:moveTo>
                <a:lnTo>
                  <a:pt x="1" y="1264"/>
                </a:lnTo>
                <a:lnTo>
                  <a:pt x="1292" y="2528"/>
                </a:lnTo>
                <a:lnTo>
                  <a:pt x="1292" y="2050"/>
                </a:lnTo>
                <a:lnTo>
                  <a:pt x="4268" y="2050"/>
                </a:lnTo>
                <a:lnTo>
                  <a:pt x="4268" y="2528"/>
                </a:lnTo>
                <a:lnTo>
                  <a:pt x="5531" y="1264"/>
                </a:lnTo>
                <a:lnTo>
                  <a:pt x="4268" y="1"/>
                </a:lnTo>
                <a:lnTo>
                  <a:pt x="4268" y="506"/>
                </a:lnTo>
                <a:lnTo>
                  <a:pt x="1292" y="506"/>
                </a:lnTo>
                <a:lnTo>
                  <a:pt x="1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16"/>
          <p:cNvGrpSpPr/>
          <p:nvPr/>
        </p:nvGrpSpPr>
        <p:grpSpPr>
          <a:xfrm>
            <a:off x="4010445" y="3832140"/>
            <a:ext cx="159688" cy="376480"/>
            <a:chOff x="3853218" y="3676303"/>
            <a:chExt cx="151148" cy="356347"/>
          </a:xfrm>
        </p:grpSpPr>
        <p:sp>
          <p:nvSpPr>
            <p:cNvPr id="132" name="Google Shape;132;p16"/>
            <p:cNvSpPr/>
            <p:nvPr/>
          </p:nvSpPr>
          <p:spPr>
            <a:xfrm>
              <a:off x="3895676" y="3676303"/>
              <a:ext cx="65662" cy="65662"/>
            </a:xfrm>
            <a:custGeom>
              <a:avLst/>
              <a:gdLst/>
              <a:ahLst/>
              <a:cxnLst/>
              <a:rect l="l" t="t" r="r" b="b"/>
              <a:pathLst>
                <a:path w="3342" h="3342" extrusionOk="0">
                  <a:moveTo>
                    <a:pt x="1685" y="1"/>
                  </a:moveTo>
                  <a:cubicBezTo>
                    <a:pt x="759" y="1"/>
                    <a:pt x="1" y="759"/>
                    <a:pt x="1" y="1685"/>
                  </a:cubicBezTo>
                  <a:cubicBezTo>
                    <a:pt x="1" y="2583"/>
                    <a:pt x="759" y="3341"/>
                    <a:pt x="1685" y="3341"/>
                  </a:cubicBezTo>
                  <a:cubicBezTo>
                    <a:pt x="2612" y="3341"/>
                    <a:pt x="3342" y="2583"/>
                    <a:pt x="3342" y="1685"/>
                  </a:cubicBezTo>
                  <a:cubicBezTo>
                    <a:pt x="3342" y="759"/>
                    <a:pt x="2612" y="1"/>
                    <a:pt x="1685"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a:off x="3853218" y="3760709"/>
              <a:ext cx="28155" cy="128534"/>
            </a:xfrm>
            <a:custGeom>
              <a:avLst/>
              <a:gdLst/>
              <a:ahLst/>
              <a:cxnLst/>
              <a:rect l="l" t="t" r="r" b="b"/>
              <a:pathLst>
                <a:path w="1433" h="6542" extrusionOk="0">
                  <a:moveTo>
                    <a:pt x="702" y="0"/>
                  </a:moveTo>
                  <a:cubicBezTo>
                    <a:pt x="309" y="0"/>
                    <a:pt x="0" y="309"/>
                    <a:pt x="0" y="702"/>
                  </a:cubicBezTo>
                  <a:lnTo>
                    <a:pt x="0" y="5840"/>
                  </a:lnTo>
                  <a:cubicBezTo>
                    <a:pt x="0" y="6205"/>
                    <a:pt x="309" y="6541"/>
                    <a:pt x="702" y="6541"/>
                  </a:cubicBezTo>
                  <a:cubicBezTo>
                    <a:pt x="1095" y="6541"/>
                    <a:pt x="1432" y="6205"/>
                    <a:pt x="1432" y="5840"/>
                  </a:cubicBezTo>
                  <a:lnTo>
                    <a:pt x="1432" y="702"/>
                  </a:lnTo>
                  <a:cubicBezTo>
                    <a:pt x="1432" y="309"/>
                    <a:pt x="1095" y="0"/>
                    <a:pt x="702"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a:off x="3976211" y="3760709"/>
              <a:ext cx="28155" cy="128534"/>
            </a:xfrm>
            <a:custGeom>
              <a:avLst/>
              <a:gdLst/>
              <a:ahLst/>
              <a:cxnLst/>
              <a:rect l="l" t="t" r="r" b="b"/>
              <a:pathLst>
                <a:path w="1433" h="6542" extrusionOk="0">
                  <a:moveTo>
                    <a:pt x="703" y="0"/>
                  </a:moveTo>
                  <a:cubicBezTo>
                    <a:pt x="310" y="0"/>
                    <a:pt x="1" y="309"/>
                    <a:pt x="1" y="702"/>
                  </a:cubicBezTo>
                  <a:lnTo>
                    <a:pt x="1" y="5840"/>
                  </a:lnTo>
                  <a:cubicBezTo>
                    <a:pt x="1" y="6205"/>
                    <a:pt x="310" y="6541"/>
                    <a:pt x="703" y="6541"/>
                  </a:cubicBezTo>
                  <a:cubicBezTo>
                    <a:pt x="1096" y="6541"/>
                    <a:pt x="1433" y="6205"/>
                    <a:pt x="1433" y="5840"/>
                  </a:cubicBezTo>
                  <a:lnTo>
                    <a:pt x="1433" y="702"/>
                  </a:lnTo>
                  <a:cubicBezTo>
                    <a:pt x="1405" y="309"/>
                    <a:pt x="1096" y="0"/>
                    <a:pt x="703"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a:off x="3890175" y="3748567"/>
              <a:ext cx="76684" cy="284083"/>
            </a:xfrm>
            <a:custGeom>
              <a:avLst/>
              <a:gdLst/>
              <a:ahLst/>
              <a:cxnLst/>
              <a:rect l="l" t="t" r="r" b="b"/>
              <a:pathLst>
                <a:path w="3903" h="14459" fill="none" extrusionOk="0">
                  <a:moveTo>
                    <a:pt x="1965" y="0"/>
                  </a:moveTo>
                  <a:lnTo>
                    <a:pt x="1965" y="0"/>
                  </a:lnTo>
                  <a:cubicBezTo>
                    <a:pt x="899" y="0"/>
                    <a:pt x="0" y="899"/>
                    <a:pt x="0" y="1966"/>
                  </a:cubicBezTo>
                  <a:lnTo>
                    <a:pt x="0" y="4717"/>
                  </a:lnTo>
                  <a:lnTo>
                    <a:pt x="0" y="4745"/>
                  </a:lnTo>
                  <a:lnTo>
                    <a:pt x="0" y="13673"/>
                  </a:lnTo>
                  <a:cubicBezTo>
                    <a:pt x="0" y="14094"/>
                    <a:pt x="365" y="14459"/>
                    <a:pt x="786" y="14459"/>
                  </a:cubicBezTo>
                  <a:cubicBezTo>
                    <a:pt x="1207" y="14459"/>
                    <a:pt x="1572" y="14094"/>
                    <a:pt x="1572" y="13673"/>
                  </a:cubicBezTo>
                  <a:lnTo>
                    <a:pt x="1572" y="6626"/>
                  </a:lnTo>
                  <a:cubicBezTo>
                    <a:pt x="1685" y="6654"/>
                    <a:pt x="1825" y="6682"/>
                    <a:pt x="1965" y="6682"/>
                  </a:cubicBezTo>
                  <a:lnTo>
                    <a:pt x="1965" y="6682"/>
                  </a:lnTo>
                  <a:cubicBezTo>
                    <a:pt x="2078" y="6682"/>
                    <a:pt x="2218" y="6654"/>
                    <a:pt x="2358" y="6626"/>
                  </a:cubicBezTo>
                  <a:lnTo>
                    <a:pt x="2358" y="13673"/>
                  </a:lnTo>
                  <a:cubicBezTo>
                    <a:pt x="2358" y="14094"/>
                    <a:pt x="2695" y="14459"/>
                    <a:pt x="3117" y="14459"/>
                  </a:cubicBezTo>
                  <a:lnTo>
                    <a:pt x="3117" y="14459"/>
                  </a:lnTo>
                  <a:cubicBezTo>
                    <a:pt x="3566" y="14459"/>
                    <a:pt x="3903" y="14094"/>
                    <a:pt x="3903" y="13673"/>
                  </a:cubicBezTo>
                  <a:lnTo>
                    <a:pt x="3903" y="4745"/>
                  </a:lnTo>
                  <a:lnTo>
                    <a:pt x="3903" y="4717"/>
                  </a:lnTo>
                  <a:lnTo>
                    <a:pt x="3903" y="1966"/>
                  </a:lnTo>
                  <a:cubicBezTo>
                    <a:pt x="3903" y="899"/>
                    <a:pt x="3032" y="0"/>
                    <a:pt x="1965" y="0"/>
                  </a:cubicBezTo>
                  <a:close/>
                </a:path>
              </a:pathLst>
            </a:custGeom>
            <a:solidFill>
              <a:srgbClr val="48BFE3">
                <a:alpha val="14730"/>
              </a:srgbClr>
            </a:solid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 name="Google Shape;145;p16"/>
          <p:cNvGrpSpPr/>
          <p:nvPr/>
        </p:nvGrpSpPr>
        <p:grpSpPr>
          <a:xfrm>
            <a:off x="4844566" y="1683225"/>
            <a:ext cx="3693745" cy="2906784"/>
            <a:chOff x="671996" y="1622823"/>
            <a:chExt cx="3504502" cy="2757860"/>
          </a:xfrm>
        </p:grpSpPr>
        <p:sp>
          <p:nvSpPr>
            <p:cNvPr id="146" name="Google Shape;146;p16"/>
            <p:cNvSpPr/>
            <p:nvPr/>
          </p:nvSpPr>
          <p:spPr>
            <a:xfrm>
              <a:off x="1348787" y="2564625"/>
              <a:ext cx="475507" cy="1580279"/>
            </a:xfrm>
            <a:custGeom>
              <a:avLst/>
              <a:gdLst/>
              <a:ahLst/>
              <a:cxnLst/>
              <a:rect l="l" t="t" r="r" b="b"/>
              <a:pathLst>
                <a:path w="23952" h="79591" extrusionOk="0">
                  <a:moveTo>
                    <a:pt x="1" y="0"/>
                  </a:moveTo>
                  <a:lnTo>
                    <a:pt x="1" y="79590"/>
                  </a:lnTo>
                  <a:lnTo>
                    <a:pt x="23951" y="79590"/>
                  </a:lnTo>
                  <a:lnTo>
                    <a:pt x="23951"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2270599" y="2931526"/>
              <a:ext cx="476162" cy="1213379"/>
            </a:xfrm>
            <a:custGeom>
              <a:avLst/>
              <a:gdLst/>
              <a:ahLst/>
              <a:cxnLst/>
              <a:rect l="l" t="t" r="r" b="b"/>
              <a:pathLst>
                <a:path w="23985" h="61112" extrusionOk="0">
                  <a:moveTo>
                    <a:pt x="1" y="1"/>
                  </a:moveTo>
                  <a:lnTo>
                    <a:pt x="1" y="61111"/>
                  </a:lnTo>
                  <a:lnTo>
                    <a:pt x="23985" y="61111"/>
                  </a:lnTo>
                  <a:lnTo>
                    <a:pt x="23985" y="1"/>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2776200" y="2699731"/>
              <a:ext cx="287424" cy="1454438"/>
            </a:xfrm>
            <a:custGeom>
              <a:avLst/>
              <a:gdLst/>
              <a:ahLst/>
              <a:cxnLst/>
              <a:rect l="l" t="t" r="r" b="b"/>
              <a:pathLst>
                <a:path w="14478" h="73253" extrusionOk="0">
                  <a:moveTo>
                    <a:pt x="1" y="0"/>
                  </a:moveTo>
                  <a:lnTo>
                    <a:pt x="1" y="73253"/>
                  </a:lnTo>
                  <a:lnTo>
                    <a:pt x="14478" y="73253"/>
                  </a:lnTo>
                  <a:lnTo>
                    <a:pt x="14478"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p:nvPr/>
          </p:nvSpPr>
          <p:spPr>
            <a:xfrm>
              <a:off x="845507" y="3354755"/>
              <a:ext cx="476817" cy="790150"/>
            </a:xfrm>
            <a:custGeom>
              <a:avLst/>
              <a:gdLst/>
              <a:ahLst/>
              <a:cxnLst/>
              <a:rect l="l" t="t" r="r" b="b"/>
              <a:pathLst>
                <a:path w="24018" h="39796" extrusionOk="0">
                  <a:moveTo>
                    <a:pt x="0" y="0"/>
                  </a:moveTo>
                  <a:lnTo>
                    <a:pt x="0" y="39795"/>
                  </a:lnTo>
                  <a:lnTo>
                    <a:pt x="24017" y="39795"/>
                  </a:lnTo>
                  <a:lnTo>
                    <a:pt x="24017"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p:cNvSpPr/>
            <p:nvPr/>
          </p:nvSpPr>
          <p:spPr>
            <a:xfrm>
              <a:off x="1850758" y="1718187"/>
              <a:ext cx="391392" cy="2427373"/>
            </a:xfrm>
            <a:custGeom>
              <a:avLst/>
              <a:gdLst/>
              <a:ahLst/>
              <a:cxnLst/>
              <a:rect l="l" t="t" r="r" b="b"/>
              <a:pathLst>
                <a:path w="19715" h="122255" extrusionOk="0">
                  <a:moveTo>
                    <a:pt x="0" y="1"/>
                  </a:moveTo>
                  <a:lnTo>
                    <a:pt x="0" y="122255"/>
                  </a:lnTo>
                  <a:lnTo>
                    <a:pt x="19714" y="122255"/>
                  </a:lnTo>
                  <a:lnTo>
                    <a:pt x="19714" y="15845"/>
                  </a:lnTo>
                  <a:lnTo>
                    <a:pt x="0" y="1"/>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3093058" y="2975225"/>
              <a:ext cx="354983" cy="1178275"/>
            </a:xfrm>
            <a:custGeom>
              <a:avLst/>
              <a:gdLst/>
              <a:ahLst/>
              <a:cxnLst/>
              <a:rect l="l" t="t" r="r" b="b"/>
              <a:pathLst>
                <a:path w="17881" h="59344" extrusionOk="0">
                  <a:moveTo>
                    <a:pt x="1" y="1"/>
                  </a:moveTo>
                  <a:lnTo>
                    <a:pt x="1" y="59343"/>
                  </a:lnTo>
                  <a:lnTo>
                    <a:pt x="17880" y="59343"/>
                  </a:lnTo>
                  <a:lnTo>
                    <a:pt x="17880" y="1"/>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a:off x="3473196" y="3564023"/>
              <a:ext cx="355638" cy="589475"/>
            </a:xfrm>
            <a:custGeom>
              <a:avLst/>
              <a:gdLst/>
              <a:ahLst/>
              <a:cxnLst/>
              <a:rect l="l" t="t" r="r" b="b"/>
              <a:pathLst>
                <a:path w="17914" h="29689" extrusionOk="0">
                  <a:moveTo>
                    <a:pt x="0" y="0"/>
                  </a:moveTo>
                  <a:lnTo>
                    <a:pt x="0" y="29688"/>
                  </a:lnTo>
                  <a:lnTo>
                    <a:pt x="17913" y="29688"/>
                  </a:lnTo>
                  <a:lnTo>
                    <a:pt x="17913"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p:cNvSpPr/>
            <p:nvPr/>
          </p:nvSpPr>
          <p:spPr>
            <a:xfrm>
              <a:off x="1013042" y="3840229"/>
              <a:ext cx="1195994" cy="309976"/>
            </a:xfrm>
            <a:custGeom>
              <a:avLst/>
              <a:gdLst/>
              <a:ahLst/>
              <a:cxnLst/>
              <a:rect l="l" t="t" r="r" b="b"/>
              <a:pathLst>
                <a:path w="60244" h="15612" extrusionOk="0">
                  <a:moveTo>
                    <a:pt x="29388" y="0"/>
                  </a:moveTo>
                  <a:cubicBezTo>
                    <a:pt x="24351" y="0"/>
                    <a:pt x="19815" y="2402"/>
                    <a:pt x="16979" y="6171"/>
                  </a:cubicBezTo>
                  <a:cubicBezTo>
                    <a:pt x="15278" y="5104"/>
                    <a:pt x="13277" y="4503"/>
                    <a:pt x="11142" y="4503"/>
                  </a:cubicBezTo>
                  <a:cubicBezTo>
                    <a:pt x="5004" y="4503"/>
                    <a:pt x="1" y="9473"/>
                    <a:pt x="1" y="15611"/>
                  </a:cubicBezTo>
                  <a:lnTo>
                    <a:pt x="60244" y="15611"/>
                  </a:lnTo>
                  <a:cubicBezTo>
                    <a:pt x="60244" y="9473"/>
                    <a:pt x="55273" y="4503"/>
                    <a:pt x="49136" y="4503"/>
                  </a:cubicBezTo>
                  <a:cubicBezTo>
                    <a:pt x="46567" y="4503"/>
                    <a:pt x="44199" y="5371"/>
                    <a:pt x="42331" y="6838"/>
                  </a:cubicBezTo>
                  <a:cubicBezTo>
                    <a:pt x="39495" y="2702"/>
                    <a:pt x="34759" y="0"/>
                    <a:pt x="293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3419558" y="4011073"/>
              <a:ext cx="550986" cy="142420"/>
            </a:xfrm>
            <a:custGeom>
              <a:avLst/>
              <a:gdLst/>
              <a:ahLst/>
              <a:cxnLst/>
              <a:rect l="l" t="t" r="r" b="b"/>
              <a:pathLst>
                <a:path w="27754" h="7173" extrusionOk="0">
                  <a:moveTo>
                    <a:pt x="13543" y="0"/>
                  </a:moveTo>
                  <a:cubicBezTo>
                    <a:pt x="11208" y="0"/>
                    <a:pt x="9107" y="1101"/>
                    <a:pt x="7806" y="2836"/>
                  </a:cubicBezTo>
                  <a:cubicBezTo>
                    <a:pt x="7005" y="2335"/>
                    <a:pt x="6105" y="2068"/>
                    <a:pt x="5104" y="2068"/>
                  </a:cubicBezTo>
                  <a:cubicBezTo>
                    <a:pt x="2269" y="2068"/>
                    <a:pt x="0" y="4337"/>
                    <a:pt x="0" y="7172"/>
                  </a:cubicBezTo>
                  <a:lnTo>
                    <a:pt x="27754" y="7172"/>
                  </a:lnTo>
                  <a:cubicBezTo>
                    <a:pt x="27754" y="4370"/>
                    <a:pt x="25452" y="2068"/>
                    <a:pt x="22617" y="2068"/>
                  </a:cubicBezTo>
                  <a:cubicBezTo>
                    <a:pt x="21416" y="2068"/>
                    <a:pt x="20348" y="2469"/>
                    <a:pt x="19481" y="3136"/>
                  </a:cubicBezTo>
                  <a:cubicBezTo>
                    <a:pt x="18180" y="1234"/>
                    <a:pt x="16012" y="0"/>
                    <a:pt x="135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p:cNvSpPr/>
            <p:nvPr/>
          </p:nvSpPr>
          <p:spPr>
            <a:xfrm>
              <a:off x="3140773" y="2216249"/>
              <a:ext cx="132456" cy="132473"/>
            </a:xfrm>
            <a:custGeom>
              <a:avLst/>
              <a:gdLst/>
              <a:ahLst/>
              <a:cxnLst/>
              <a:rect l="l" t="t" r="r" b="b"/>
              <a:pathLst>
                <a:path w="6672" h="6672" fill="none" extrusionOk="0">
                  <a:moveTo>
                    <a:pt x="6671" y="3336"/>
                  </a:moveTo>
                  <a:cubicBezTo>
                    <a:pt x="6671" y="5171"/>
                    <a:pt x="5170" y="6672"/>
                    <a:pt x="3336" y="6672"/>
                  </a:cubicBezTo>
                  <a:cubicBezTo>
                    <a:pt x="1501" y="6672"/>
                    <a:pt x="0" y="5171"/>
                    <a:pt x="0" y="3336"/>
                  </a:cubicBezTo>
                  <a:cubicBezTo>
                    <a:pt x="0" y="1501"/>
                    <a:pt x="1501" y="0"/>
                    <a:pt x="3336" y="0"/>
                  </a:cubicBezTo>
                  <a:cubicBezTo>
                    <a:pt x="5170" y="0"/>
                    <a:pt x="6671" y="1501"/>
                    <a:pt x="6671" y="3336"/>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a:off x="2380542" y="2603025"/>
              <a:ext cx="145042" cy="145061"/>
            </a:xfrm>
            <a:custGeom>
              <a:avLst/>
              <a:gdLst/>
              <a:ahLst/>
              <a:cxnLst/>
              <a:rect l="l" t="t" r="r" b="b"/>
              <a:pathLst>
                <a:path w="7306" h="7306" fill="none" extrusionOk="0">
                  <a:moveTo>
                    <a:pt x="6004" y="1302"/>
                  </a:moveTo>
                  <a:cubicBezTo>
                    <a:pt x="7305" y="2603"/>
                    <a:pt x="7305" y="4704"/>
                    <a:pt x="6004" y="6005"/>
                  </a:cubicBezTo>
                  <a:cubicBezTo>
                    <a:pt x="4703" y="7306"/>
                    <a:pt x="2602" y="7306"/>
                    <a:pt x="1301" y="6005"/>
                  </a:cubicBezTo>
                  <a:cubicBezTo>
                    <a:pt x="0" y="4704"/>
                    <a:pt x="0" y="2603"/>
                    <a:pt x="1301" y="1302"/>
                  </a:cubicBezTo>
                  <a:cubicBezTo>
                    <a:pt x="2602" y="1"/>
                    <a:pt x="4703" y="1"/>
                    <a:pt x="6004" y="1302"/>
                  </a:cubicBezTo>
                  <a:close/>
                </a:path>
              </a:pathLst>
            </a:custGeom>
            <a:noFill/>
            <a:ln w="100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3552673" y="3116971"/>
              <a:ext cx="145042" cy="144405"/>
            </a:xfrm>
            <a:custGeom>
              <a:avLst/>
              <a:gdLst/>
              <a:ahLst/>
              <a:cxnLst/>
              <a:rect l="l" t="t" r="r" b="b"/>
              <a:pathLst>
                <a:path w="7306" h="7273" fill="none" extrusionOk="0">
                  <a:moveTo>
                    <a:pt x="6004" y="1302"/>
                  </a:moveTo>
                  <a:cubicBezTo>
                    <a:pt x="7305" y="2603"/>
                    <a:pt x="7305" y="4704"/>
                    <a:pt x="6004" y="6005"/>
                  </a:cubicBezTo>
                  <a:cubicBezTo>
                    <a:pt x="4704" y="7273"/>
                    <a:pt x="2602" y="7273"/>
                    <a:pt x="1301" y="6005"/>
                  </a:cubicBezTo>
                  <a:cubicBezTo>
                    <a:pt x="0" y="4704"/>
                    <a:pt x="0" y="2603"/>
                    <a:pt x="1301" y="1302"/>
                  </a:cubicBezTo>
                  <a:cubicBezTo>
                    <a:pt x="2602" y="1"/>
                    <a:pt x="4704" y="1"/>
                    <a:pt x="6004" y="1302"/>
                  </a:cubicBezTo>
                  <a:close/>
                </a:path>
              </a:pathLst>
            </a:custGeom>
            <a:noFill/>
            <a:ln w="1000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a:off x="3302353" y="1778466"/>
              <a:ext cx="74189" cy="74198"/>
            </a:xfrm>
            <a:custGeom>
              <a:avLst/>
              <a:gdLst/>
              <a:ahLst/>
              <a:cxnLst/>
              <a:rect l="l" t="t" r="r" b="b"/>
              <a:pathLst>
                <a:path w="3737" h="3737" fill="none" extrusionOk="0">
                  <a:moveTo>
                    <a:pt x="3736" y="1868"/>
                  </a:moveTo>
                  <a:cubicBezTo>
                    <a:pt x="3736" y="2902"/>
                    <a:pt x="2902" y="3736"/>
                    <a:pt x="1868" y="3736"/>
                  </a:cubicBezTo>
                  <a:cubicBezTo>
                    <a:pt x="834" y="3736"/>
                    <a:pt x="0" y="2902"/>
                    <a:pt x="0" y="1868"/>
                  </a:cubicBezTo>
                  <a:cubicBezTo>
                    <a:pt x="0" y="834"/>
                    <a:pt x="834" y="0"/>
                    <a:pt x="1868" y="0"/>
                  </a:cubicBezTo>
                  <a:cubicBezTo>
                    <a:pt x="2902" y="0"/>
                    <a:pt x="3736" y="834"/>
                    <a:pt x="3736" y="1868"/>
                  </a:cubicBezTo>
                  <a:close/>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a:off x="3929473" y="2353348"/>
              <a:ext cx="74189" cy="73523"/>
            </a:xfrm>
            <a:custGeom>
              <a:avLst/>
              <a:gdLst/>
              <a:ahLst/>
              <a:cxnLst/>
              <a:rect l="l" t="t" r="r" b="b"/>
              <a:pathLst>
                <a:path w="3737" h="3703" fill="none" extrusionOk="0">
                  <a:moveTo>
                    <a:pt x="3736" y="1835"/>
                  </a:moveTo>
                  <a:cubicBezTo>
                    <a:pt x="3736" y="2869"/>
                    <a:pt x="2902" y="3703"/>
                    <a:pt x="1868" y="3703"/>
                  </a:cubicBezTo>
                  <a:cubicBezTo>
                    <a:pt x="834" y="3703"/>
                    <a:pt x="0" y="2869"/>
                    <a:pt x="0" y="1835"/>
                  </a:cubicBezTo>
                  <a:cubicBezTo>
                    <a:pt x="0" y="834"/>
                    <a:pt x="834" y="0"/>
                    <a:pt x="1868" y="0"/>
                  </a:cubicBezTo>
                  <a:cubicBezTo>
                    <a:pt x="2902" y="0"/>
                    <a:pt x="3736" y="834"/>
                    <a:pt x="3736" y="1835"/>
                  </a:cubicBezTo>
                  <a:close/>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a:off x="2701040" y="1622823"/>
              <a:ext cx="68908" cy="68897"/>
            </a:xfrm>
            <a:custGeom>
              <a:avLst/>
              <a:gdLst/>
              <a:ahLst/>
              <a:cxnLst/>
              <a:rect l="l" t="t" r="r" b="b"/>
              <a:pathLst>
                <a:path w="3471" h="3470" fill="none" extrusionOk="0">
                  <a:moveTo>
                    <a:pt x="3470" y="1735"/>
                  </a:moveTo>
                  <a:cubicBezTo>
                    <a:pt x="3470" y="2702"/>
                    <a:pt x="2703" y="3469"/>
                    <a:pt x="1735" y="3469"/>
                  </a:cubicBezTo>
                  <a:cubicBezTo>
                    <a:pt x="768" y="3469"/>
                    <a:pt x="1" y="2702"/>
                    <a:pt x="1" y="1735"/>
                  </a:cubicBezTo>
                  <a:cubicBezTo>
                    <a:pt x="1" y="801"/>
                    <a:pt x="768" y="0"/>
                    <a:pt x="1735" y="0"/>
                  </a:cubicBezTo>
                  <a:cubicBezTo>
                    <a:pt x="2703" y="0"/>
                    <a:pt x="3470" y="801"/>
                    <a:pt x="3470" y="1735"/>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1860029" y="2058620"/>
              <a:ext cx="44390" cy="44396"/>
            </a:xfrm>
            <a:custGeom>
              <a:avLst/>
              <a:gdLst/>
              <a:ahLst/>
              <a:cxnLst/>
              <a:rect l="l" t="t" r="r" b="b"/>
              <a:pathLst>
                <a:path w="2236" h="2236" fill="none" extrusionOk="0">
                  <a:moveTo>
                    <a:pt x="2235" y="1134"/>
                  </a:moveTo>
                  <a:cubicBezTo>
                    <a:pt x="2235" y="1735"/>
                    <a:pt x="1735" y="2235"/>
                    <a:pt x="1134" y="2235"/>
                  </a:cubicBezTo>
                  <a:cubicBezTo>
                    <a:pt x="501" y="2235"/>
                    <a:pt x="0" y="1735"/>
                    <a:pt x="0" y="1134"/>
                  </a:cubicBezTo>
                  <a:cubicBezTo>
                    <a:pt x="0" y="501"/>
                    <a:pt x="501" y="0"/>
                    <a:pt x="1134" y="0"/>
                  </a:cubicBezTo>
                  <a:cubicBezTo>
                    <a:pt x="1735" y="0"/>
                    <a:pt x="2235" y="501"/>
                    <a:pt x="2235" y="1134"/>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p:nvPr/>
          </p:nvSpPr>
          <p:spPr>
            <a:xfrm>
              <a:off x="3491071" y="2734167"/>
              <a:ext cx="31824" cy="31808"/>
            </a:xfrm>
            <a:custGeom>
              <a:avLst/>
              <a:gdLst/>
              <a:ahLst/>
              <a:cxnLst/>
              <a:rect l="l" t="t" r="r" b="b"/>
              <a:pathLst>
                <a:path w="1603" h="1602" fill="none" extrusionOk="0">
                  <a:moveTo>
                    <a:pt x="1602" y="801"/>
                  </a:moveTo>
                  <a:cubicBezTo>
                    <a:pt x="1602" y="1268"/>
                    <a:pt x="1235" y="1602"/>
                    <a:pt x="802" y="1602"/>
                  </a:cubicBezTo>
                  <a:cubicBezTo>
                    <a:pt x="368" y="1602"/>
                    <a:pt x="1" y="1235"/>
                    <a:pt x="1" y="801"/>
                  </a:cubicBezTo>
                  <a:cubicBezTo>
                    <a:pt x="1" y="367"/>
                    <a:pt x="368" y="0"/>
                    <a:pt x="802" y="0"/>
                  </a:cubicBezTo>
                  <a:cubicBezTo>
                    <a:pt x="1235" y="0"/>
                    <a:pt x="1602" y="367"/>
                    <a:pt x="1602" y="801"/>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6"/>
            <p:cNvSpPr/>
            <p:nvPr/>
          </p:nvSpPr>
          <p:spPr>
            <a:xfrm>
              <a:off x="703780" y="2675217"/>
              <a:ext cx="454305" cy="596762"/>
            </a:xfrm>
            <a:custGeom>
              <a:avLst/>
              <a:gdLst/>
              <a:ahLst/>
              <a:cxnLst/>
              <a:rect l="l" t="t" r="r" b="b"/>
              <a:pathLst>
                <a:path w="22884" h="30056" extrusionOk="0">
                  <a:moveTo>
                    <a:pt x="1" y="1"/>
                  </a:moveTo>
                  <a:lnTo>
                    <a:pt x="1" y="30056"/>
                  </a:lnTo>
                  <a:lnTo>
                    <a:pt x="22884" y="30056"/>
                  </a:lnTo>
                  <a:lnTo>
                    <a:pt x="228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6"/>
            <p:cNvSpPr/>
            <p:nvPr/>
          </p:nvSpPr>
          <p:spPr>
            <a:xfrm>
              <a:off x="767367" y="2758668"/>
              <a:ext cx="327804" cy="430516"/>
            </a:xfrm>
            <a:custGeom>
              <a:avLst/>
              <a:gdLst/>
              <a:ahLst/>
              <a:cxnLst/>
              <a:rect l="l" t="t" r="r" b="b"/>
              <a:pathLst>
                <a:path w="16512" h="21683" extrusionOk="0">
                  <a:moveTo>
                    <a:pt x="0" y="1"/>
                  </a:moveTo>
                  <a:lnTo>
                    <a:pt x="0" y="21683"/>
                  </a:lnTo>
                  <a:lnTo>
                    <a:pt x="16512" y="21683"/>
                  </a:lnTo>
                  <a:lnTo>
                    <a:pt x="16512"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930932" y="3189164"/>
              <a:ext cx="20" cy="967653"/>
            </a:xfrm>
            <a:custGeom>
              <a:avLst/>
              <a:gdLst/>
              <a:ahLst/>
              <a:cxnLst/>
              <a:rect l="l" t="t" r="r" b="b"/>
              <a:pathLst>
                <a:path w="1" h="48736" fill="none" extrusionOk="0">
                  <a:moveTo>
                    <a:pt x="0" y="1"/>
                  </a:moveTo>
                  <a:lnTo>
                    <a:pt x="0" y="48736"/>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6"/>
            <p:cNvSpPr/>
            <p:nvPr/>
          </p:nvSpPr>
          <p:spPr>
            <a:xfrm>
              <a:off x="822319" y="2811661"/>
              <a:ext cx="217901" cy="217909"/>
            </a:xfrm>
            <a:custGeom>
              <a:avLst/>
              <a:gdLst/>
              <a:ahLst/>
              <a:cxnLst/>
              <a:rect l="l" t="t" r="r" b="b"/>
              <a:pathLst>
                <a:path w="10976" h="10975" extrusionOk="0">
                  <a:moveTo>
                    <a:pt x="5471" y="0"/>
                  </a:moveTo>
                  <a:cubicBezTo>
                    <a:pt x="5171" y="0"/>
                    <a:pt x="4938" y="267"/>
                    <a:pt x="4938" y="567"/>
                  </a:cubicBezTo>
                  <a:cubicBezTo>
                    <a:pt x="4938" y="801"/>
                    <a:pt x="5071" y="1001"/>
                    <a:pt x="5271" y="1101"/>
                  </a:cubicBezTo>
                  <a:lnTo>
                    <a:pt x="5271" y="2502"/>
                  </a:lnTo>
                  <a:cubicBezTo>
                    <a:pt x="4604" y="2535"/>
                    <a:pt x="4004" y="2802"/>
                    <a:pt x="3537" y="3236"/>
                  </a:cubicBezTo>
                  <a:lnTo>
                    <a:pt x="2536" y="2235"/>
                  </a:lnTo>
                  <a:cubicBezTo>
                    <a:pt x="2603" y="2035"/>
                    <a:pt x="2569" y="1802"/>
                    <a:pt x="2402" y="1635"/>
                  </a:cubicBezTo>
                  <a:cubicBezTo>
                    <a:pt x="2302" y="1518"/>
                    <a:pt x="2161" y="1460"/>
                    <a:pt x="2015" y="1460"/>
                  </a:cubicBezTo>
                  <a:cubicBezTo>
                    <a:pt x="1869" y="1460"/>
                    <a:pt x="1719" y="1518"/>
                    <a:pt x="1602" y="1635"/>
                  </a:cubicBezTo>
                  <a:cubicBezTo>
                    <a:pt x="1402" y="1835"/>
                    <a:pt x="1402" y="2202"/>
                    <a:pt x="1602" y="2402"/>
                  </a:cubicBezTo>
                  <a:cubicBezTo>
                    <a:pt x="1716" y="2516"/>
                    <a:pt x="1876" y="2568"/>
                    <a:pt x="2031" y="2568"/>
                  </a:cubicBezTo>
                  <a:cubicBezTo>
                    <a:pt x="2102" y="2568"/>
                    <a:pt x="2172" y="2557"/>
                    <a:pt x="2236" y="2535"/>
                  </a:cubicBezTo>
                  <a:lnTo>
                    <a:pt x="3236" y="3536"/>
                  </a:lnTo>
                  <a:cubicBezTo>
                    <a:pt x="2803" y="4003"/>
                    <a:pt x="2536" y="4604"/>
                    <a:pt x="2502" y="5271"/>
                  </a:cubicBezTo>
                  <a:lnTo>
                    <a:pt x="1101" y="5271"/>
                  </a:lnTo>
                  <a:cubicBezTo>
                    <a:pt x="1001" y="5071"/>
                    <a:pt x="801" y="4937"/>
                    <a:pt x="568" y="4937"/>
                  </a:cubicBezTo>
                  <a:cubicBezTo>
                    <a:pt x="268" y="4937"/>
                    <a:pt x="1" y="5171"/>
                    <a:pt x="1" y="5504"/>
                  </a:cubicBezTo>
                  <a:cubicBezTo>
                    <a:pt x="1" y="5804"/>
                    <a:pt x="268" y="6071"/>
                    <a:pt x="568" y="6071"/>
                  </a:cubicBezTo>
                  <a:cubicBezTo>
                    <a:pt x="801" y="6071"/>
                    <a:pt x="1001" y="5905"/>
                    <a:pt x="1101" y="5704"/>
                  </a:cubicBezTo>
                  <a:lnTo>
                    <a:pt x="2502" y="5704"/>
                  </a:lnTo>
                  <a:cubicBezTo>
                    <a:pt x="2536" y="6138"/>
                    <a:pt x="2636" y="6572"/>
                    <a:pt x="2836" y="6939"/>
                  </a:cubicBezTo>
                  <a:cubicBezTo>
                    <a:pt x="2969" y="7105"/>
                    <a:pt x="3070" y="7306"/>
                    <a:pt x="3236" y="7472"/>
                  </a:cubicBezTo>
                  <a:lnTo>
                    <a:pt x="2236" y="8440"/>
                  </a:lnTo>
                  <a:cubicBezTo>
                    <a:pt x="2172" y="8419"/>
                    <a:pt x="2102" y="8407"/>
                    <a:pt x="2031" y="8407"/>
                  </a:cubicBezTo>
                  <a:cubicBezTo>
                    <a:pt x="1876" y="8407"/>
                    <a:pt x="1716" y="8459"/>
                    <a:pt x="1602" y="8573"/>
                  </a:cubicBezTo>
                  <a:cubicBezTo>
                    <a:pt x="1402" y="8807"/>
                    <a:pt x="1402" y="9140"/>
                    <a:pt x="1602" y="9374"/>
                  </a:cubicBezTo>
                  <a:cubicBezTo>
                    <a:pt x="1719" y="9474"/>
                    <a:pt x="1869" y="9524"/>
                    <a:pt x="2015" y="9524"/>
                  </a:cubicBezTo>
                  <a:cubicBezTo>
                    <a:pt x="2161" y="9524"/>
                    <a:pt x="2302" y="9474"/>
                    <a:pt x="2402" y="9374"/>
                  </a:cubicBezTo>
                  <a:cubicBezTo>
                    <a:pt x="2569" y="9207"/>
                    <a:pt x="2603" y="8940"/>
                    <a:pt x="2536" y="8740"/>
                  </a:cubicBezTo>
                  <a:lnTo>
                    <a:pt x="3503" y="7773"/>
                  </a:lnTo>
                  <a:cubicBezTo>
                    <a:pt x="4004" y="8173"/>
                    <a:pt x="4604" y="8440"/>
                    <a:pt x="5271" y="8473"/>
                  </a:cubicBezTo>
                  <a:lnTo>
                    <a:pt x="5271" y="9874"/>
                  </a:lnTo>
                  <a:cubicBezTo>
                    <a:pt x="5071" y="9974"/>
                    <a:pt x="4904" y="10174"/>
                    <a:pt x="4904" y="10408"/>
                  </a:cubicBezTo>
                  <a:cubicBezTo>
                    <a:pt x="4904" y="10708"/>
                    <a:pt x="5171" y="10975"/>
                    <a:pt x="5471" y="10975"/>
                  </a:cubicBezTo>
                  <a:cubicBezTo>
                    <a:pt x="5771" y="10975"/>
                    <a:pt x="6038" y="10708"/>
                    <a:pt x="6038" y="10408"/>
                  </a:cubicBezTo>
                  <a:cubicBezTo>
                    <a:pt x="6038" y="10174"/>
                    <a:pt x="5905" y="9974"/>
                    <a:pt x="5705" y="9874"/>
                  </a:cubicBezTo>
                  <a:lnTo>
                    <a:pt x="5705" y="8473"/>
                  </a:lnTo>
                  <a:cubicBezTo>
                    <a:pt x="6339" y="8440"/>
                    <a:pt x="6906" y="8206"/>
                    <a:pt x="7373" y="7806"/>
                  </a:cubicBezTo>
                  <a:cubicBezTo>
                    <a:pt x="7406" y="7806"/>
                    <a:pt x="7406" y="7773"/>
                    <a:pt x="7439" y="7739"/>
                  </a:cubicBezTo>
                  <a:lnTo>
                    <a:pt x="8440" y="8740"/>
                  </a:lnTo>
                  <a:cubicBezTo>
                    <a:pt x="8340" y="8940"/>
                    <a:pt x="8407" y="9207"/>
                    <a:pt x="8573" y="9374"/>
                  </a:cubicBezTo>
                  <a:cubicBezTo>
                    <a:pt x="8674" y="9474"/>
                    <a:pt x="8815" y="9524"/>
                    <a:pt x="8957" y="9524"/>
                  </a:cubicBezTo>
                  <a:cubicBezTo>
                    <a:pt x="9099" y="9524"/>
                    <a:pt x="9241" y="9474"/>
                    <a:pt x="9341" y="9374"/>
                  </a:cubicBezTo>
                  <a:cubicBezTo>
                    <a:pt x="9574" y="9140"/>
                    <a:pt x="9574" y="8773"/>
                    <a:pt x="9341" y="8573"/>
                  </a:cubicBezTo>
                  <a:cubicBezTo>
                    <a:pt x="9227" y="8459"/>
                    <a:pt x="9082" y="8407"/>
                    <a:pt x="8937" y="8407"/>
                  </a:cubicBezTo>
                  <a:cubicBezTo>
                    <a:pt x="8870" y="8407"/>
                    <a:pt x="8804" y="8419"/>
                    <a:pt x="8740" y="8440"/>
                  </a:cubicBezTo>
                  <a:lnTo>
                    <a:pt x="7740" y="7472"/>
                  </a:lnTo>
                  <a:cubicBezTo>
                    <a:pt x="8073" y="7105"/>
                    <a:pt x="8273" y="6672"/>
                    <a:pt x="8407" y="6171"/>
                  </a:cubicBezTo>
                  <a:cubicBezTo>
                    <a:pt x="8440" y="6038"/>
                    <a:pt x="8440" y="5871"/>
                    <a:pt x="8473" y="5704"/>
                  </a:cubicBezTo>
                  <a:lnTo>
                    <a:pt x="9874" y="5704"/>
                  </a:lnTo>
                  <a:cubicBezTo>
                    <a:pt x="9941" y="5905"/>
                    <a:pt x="10141" y="6071"/>
                    <a:pt x="10408" y="6071"/>
                  </a:cubicBezTo>
                  <a:cubicBezTo>
                    <a:pt x="10708" y="6071"/>
                    <a:pt x="10942" y="5804"/>
                    <a:pt x="10942" y="5504"/>
                  </a:cubicBezTo>
                  <a:cubicBezTo>
                    <a:pt x="10975" y="5171"/>
                    <a:pt x="10708" y="4937"/>
                    <a:pt x="10408" y="4937"/>
                  </a:cubicBezTo>
                  <a:cubicBezTo>
                    <a:pt x="10175" y="4937"/>
                    <a:pt x="9974" y="5071"/>
                    <a:pt x="9874" y="5271"/>
                  </a:cubicBezTo>
                  <a:lnTo>
                    <a:pt x="8473" y="5271"/>
                  </a:lnTo>
                  <a:cubicBezTo>
                    <a:pt x="8440" y="4637"/>
                    <a:pt x="8173" y="4037"/>
                    <a:pt x="7773" y="3570"/>
                  </a:cubicBezTo>
                  <a:cubicBezTo>
                    <a:pt x="7773" y="3536"/>
                    <a:pt x="7740" y="3536"/>
                    <a:pt x="7740" y="3536"/>
                  </a:cubicBezTo>
                  <a:lnTo>
                    <a:pt x="8740" y="2535"/>
                  </a:lnTo>
                  <a:cubicBezTo>
                    <a:pt x="8804" y="2568"/>
                    <a:pt x="8872" y="2582"/>
                    <a:pt x="8940" y="2582"/>
                  </a:cubicBezTo>
                  <a:cubicBezTo>
                    <a:pt x="9083" y="2582"/>
                    <a:pt x="9227" y="2515"/>
                    <a:pt x="9341" y="2402"/>
                  </a:cubicBezTo>
                  <a:cubicBezTo>
                    <a:pt x="9574" y="2202"/>
                    <a:pt x="9574" y="1835"/>
                    <a:pt x="9341" y="1635"/>
                  </a:cubicBezTo>
                  <a:cubicBezTo>
                    <a:pt x="9241" y="1518"/>
                    <a:pt x="9099" y="1460"/>
                    <a:pt x="8957" y="1460"/>
                  </a:cubicBezTo>
                  <a:cubicBezTo>
                    <a:pt x="8815" y="1460"/>
                    <a:pt x="8674" y="1518"/>
                    <a:pt x="8573" y="1635"/>
                  </a:cubicBezTo>
                  <a:cubicBezTo>
                    <a:pt x="8407" y="1802"/>
                    <a:pt x="8373" y="2035"/>
                    <a:pt x="8440" y="2235"/>
                  </a:cubicBezTo>
                  <a:lnTo>
                    <a:pt x="7439" y="3236"/>
                  </a:lnTo>
                  <a:cubicBezTo>
                    <a:pt x="6972" y="2802"/>
                    <a:pt x="6372" y="2535"/>
                    <a:pt x="5705" y="2502"/>
                  </a:cubicBezTo>
                  <a:lnTo>
                    <a:pt x="5705" y="1101"/>
                  </a:lnTo>
                  <a:cubicBezTo>
                    <a:pt x="5905" y="1001"/>
                    <a:pt x="6038" y="801"/>
                    <a:pt x="6038" y="567"/>
                  </a:cubicBezTo>
                  <a:cubicBezTo>
                    <a:pt x="6038" y="267"/>
                    <a:pt x="5805" y="0"/>
                    <a:pt x="5471" y="0"/>
                  </a:cubicBezTo>
                  <a:close/>
                </a:path>
              </a:pathLst>
            </a:custGeom>
            <a:solidFill>
              <a:srgbClr val="72EFDD">
                <a:alpha val="12950"/>
              </a:srgbClr>
            </a:solidFill>
            <a:ln w="10850"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6"/>
            <p:cNvSpPr/>
            <p:nvPr/>
          </p:nvSpPr>
          <p:spPr>
            <a:xfrm>
              <a:off x="807747" y="3048769"/>
              <a:ext cx="41750" cy="93398"/>
            </a:xfrm>
            <a:custGeom>
              <a:avLst/>
              <a:gdLst/>
              <a:ahLst/>
              <a:cxnLst/>
              <a:rect l="l" t="t" r="r" b="b"/>
              <a:pathLst>
                <a:path w="2103" h="4704" extrusionOk="0">
                  <a:moveTo>
                    <a:pt x="1035" y="0"/>
                  </a:moveTo>
                  <a:cubicBezTo>
                    <a:pt x="334" y="0"/>
                    <a:pt x="1" y="467"/>
                    <a:pt x="1" y="1168"/>
                  </a:cubicBezTo>
                  <a:lnTo>
                    <a:pt x="1" y="3536"/>
                  </a:lnTo>
                  <a:cubicBezTo>
                    <a:pt x="1" y="4237"/>
                    <a:pt x="334" y="4704"/>
                    <a:pt x="1035" y="4704"/>
                  </a:cubicBezTo>
                  <a:cubicBezTo>
                    <a:pt x="1769" y="4704"/>
                    <a:pt x="2102" y="4237"/>
                    <a:pt x="2102" y="3536"/>
                  </a:cubicBezTo>
                  <a:lnTo>
                    <a:pt x="2102" y="2969"/>
                  </a:lnTo>
                  <a:lnTo>
                    <a:pt x="1602" y="2969"/>
                  </a:lnTo>
                  <a:lnTo>
                    <a:pt x="1602" y="3569"/>
                  </a:lnTo>
                  <a:cubicBezTo>
                    <a:pt x="1602" y="4003"/>
                    <a:pt x="1435" y="4237"/>
                    <a:pt x="1068" y="4237"/>
                  </a:cubicBezTo>
                  <a:cubicBezTo>
                    <a:pt x="701" y="4237"/>
                    <a:pt x="501" y="4003"/>
                    <a:pt x="501" y="3569"/>
                  </a:cubicBezTo>
                  <a:lnTo>
                    <a:pt x="501" y="1134"/>
                  </a:lnTo>
                  <a:cubicBezTo>
                    <a:pt x="501" y="734"/>
                    <a:pt x="701" y="467"/>
                    <a:pt x="1068" y="467"/>
                  </a:cubicBezTo>
                  <a:cubicBezTo>
                    <a:pt x="1435" y="467"/>
                    <a:pt x="1602" y="734"/>
                    <a:pt x="1602" y="1134"/>
                  </a:cubicBezTo>
                  <a:lnTo>
                    <a:pt x="1602" y="1568"/>
                  </a:lnTo>
                  <a:lnTo>
                    <a:pt x="2102" y="1568"/>
                  </a:lnTo>
                  <a:lnTo>
                    <a:pt x="2102" y="1168"/>
                  </a:lnTo>
                  <a:cubicBezTo>
                    <a:pt x="2102" y="467"/>
                    <a:pt x="1769" y="0"/>
                    <a:pt x="1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858748" y="3050080"/>
              <a:ext cx="42405" cy="91432"/>
            </a:xfrm>
            <a:custGeom>
              <a:avLst/>
              <a:gdLst/>
              <a:ahLst/>
              <a:cxnLst/>
              <a:rect l="l" t="t" r="r" b="b"/>
              <a:pathLst>
                <a:path w="2136" h="4605" extrusionOk="0">
                  <a:moveTo>
                    <a:pt x="0" y="1"/>
                  </a:moveTo>
                  <a:lnTo>
                    <a:pt x="0" y="4604"/>
                  </a:lnTo>
                  <a:lnTo>
                    <a:pt x="501" y="4604"/>
                  </a:lnTo>
                  <a:lnTo>
                    <a:pt x="501" y="2536"/>
                  </a:lnTo>
                  <a:lnTo>
                    <a:pt x="1635" y="2536"/>
                  </a:lnTo>
                  <a:lnTo>
                    <a:pt x="1635" y="4604"/>
                  </a:lnTo>
                  <a:lnTo>
                    <a:pt x="2135" y="4604"/>
                  </a:lnTo>
                  <a:lnTo>
                    <a:pt x="2135" y="1"/>
                  </a:lnTo>
                  <a:lnTo>
                    <a:pt x="1635" y="1"/>
                  </a:lnTo>
                  <a:lnTo>
                    <a:pt x="1635" y="2069"/>
                  </a:lnTo>
                  <a:lnTo>
                    <a:pt x="501" y="2069"/>
                  </a:lnTo>
                  <a:lnTo>
                    <a:pt x="5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6"/>
            <p:cNvSpPr/>
            <p:nvPr/>
          </p:nvSpPr>
          <p:spPr>
            <a:xfrm>
              <a:off x="911715" y="3050080"/>
              <a:ext cx="37779" cy="91432"/>
            </a:xfrm>
            <a:custGeom>
              <a:avLst/>
              <a:gdLst/>
              <a:ahLst/>
              <a:cxnLst/>
              <a:rect l="l" t="t" r="r" b="b"/>
              <a:pathLst>
                <a:path w="1903" h="4605" extrusionOk="0">
                  <a:moveTo>
                    <a:pt x="1" y="1"/>
                  </a:moveTo>
                  <a:lnTo>
                    <a:pt x="1" y="4604"/>
                  </a:lnTo>
                  <a:lnTo>
                    <a:pt x="1902" y="4604"/>
                  </a:lnTo>
                  <a:lnTo>
                    <a:pt x="1902" y="4137"/>
                  </a:lnTo>
                  <a:lnTo>
                    <a:pt x="535" y="4137"/>
                  </a:lnTo>
                  <a:lnTo>
                    <a:pt x="535" y="2503"/>
                  </a:lnTo>
                  <a:lnTo>
                    <a:pt x="1669" y="2503"/>
                  </a:lnTo>
                  <a:lnTo>
                    <a:pt x="1669" y="2036"/>
                  </a:lnTo>
                  <a:lnTo>
                    <a:pt x="535" y="2036"/>
                  </a:lnTo>
                  <a:lnTo>
                    <a:pt x="535" y="468"/>
                  </a:lnTo>
                  <a:lnTo>
                    <a:pt x="1902" y="468"/>
                  </a:lnTo>
                  <a:lnTo>
                    <a:pt x="1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a:off x="958070" y="3048769"/>
              <a:ext cx="41750" cy="93398"/>
            </a:xfrm>
            <a:custGeom>
              <a:avLst/>
              <a:gdLst/>
              <a:ahLst/>
              <a:cxnLst/>
              <a:rect l="l" t="t" r="r" b="b"/>
              <a:pathLst>
                <a:path w="2103" h="4704" extrusionOk="0">
                  <a:moveTo>
                    <a:pt x="1035" y="0"/>
                  </a:moveTo>
                  <a:cubicBezTo>
                    <a:pt x="334" y="0"/>
                    <a:pt x="1" y="467"/>
                    <a:pt x="1" y="1168"/>
                  </a:cubicBezTo>
                  <a:lnTo>
                    <a:pt x="1" y="3536"/>
                  </a:lnTo>
                  <a:cubicBezTo>
                    <a:pt x="1" y="4237"/>
                    <a:pt x="334" y="4704"/>
                    <a:pt x="1035" y="4704"/>
                  </a:cubicBezTo>
                  <a:cubicBezTo>
                    <a:pt x="1769" y="4704"/>
                    <a:pt x="2102" y="4237"/>
                    <a:pt x="2102" y="3536"/>
                  </a:cubicBezTo>
                  <a:lnTo>
                    <a:pt x="2102" y="2969"/>
                  </a:lnTo>
                  <a:lnTo>
                    <a:pt x="1602" y="2969"/>
                  </a:lnTo>
                  <a:lnTo>
                    <a:pt x="1602" y="3569"/>
                  </a:lnTo>
                  <a:cubicBezTo>
                    <a:pt x="1602" y="4003"/>
                    <a:pt x="1435" y="4237"/>
                    <a:pt x="1068" y="4237"/>
                  </a:cubicBezTo>
                  <a:cubicBezTo>
                    <a:pt x="701" y="4237"/>
                    <a:pt x="501" y="4003"/>
                    <a:pt x="501" y="3569"/>
                  </a:cubicBezTo>
                  <a:lnTo>
                    <a:pt x="501" y="1134"/>
                  </a:lnTo>
                  <a:cubicBezTo>
                    <a:pt x="501" y="734"/>
                    <a:pt x="701" y="467"/>
                    <a:pt x="1068" y="467"/>
                  </a:cubicBezTo>
                  <a:cubicBezTo>
                    <a:pt x="1435" y="467"/>
                    <a:pt x="1602" y="734"/>
                    <a:pt x="1602" y="1134"/>
                  </a:cubicBezTo>
                  <a:lnTo>
                    <a:pt x="1602" y="1568"/>
                  </a:lnTo>
                  <a:lnTo>
                    <a:pt x="2102" y="1568"/>
                  </a:lnTo>
                  <a:lnTo>
                    <a:pt x="2102" y="1168"/>
                  </a:lnTo>
                  <a:cubicBezTo>
                    <a:pt x="2102" y="467"/>
                    <a:pt x="1769" y="0"/>
                    <a:pt x="1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a:off x="1009071" y="3050080"/>
              <a:ext cx="45720" cy="91432"/>
            </a:xfrm>
            <a:custGeom>
              <a:avLst/>
              <a:gdLst/>
              <a:ahLst/>
              <a:cxnLst/>
              <a:rect l="l" t="t" r="r" b="b"/>
              <a:pathLst>
                <a:path w="2303" h="4605" extrusionOk="0">
                  <a:moveTo>
                    <a:pt x="0" y="1"/>
                  </a:moveTo>
                  <a:lnTo>
                    <a:pt x="0" y="4604"/>
                  </a:lnTo>
                  <a:lnTo>
                    <a:pt x="501" y="4604"/>
                  </a:lnTo>
                  <a:lnTo>
                    <a:pt x="501" y="3036"/>
                  </a:lnTo>
                  <a:lnTo>
                    <a:pt x="768" y="2603"/>
                  </a:lnTo>
                  <a:lnTo>
                    <a:pt x="1768" y="4604"/>
                  </a:lnTo>
                  <a:lnTo>
                    <a:pt x="2302" y="4604"/>
                  </a:lnTo>
                  <a:lnTo>
                    <a:pt x="1068" y="2102"/>
                  </a:lnTo>
                  <a:lnTo>
                    <a:pt x="2235" y="1"/>
                  </a:lnTo>
                  <a:lnTo>
                    <a:pt x="1735" y="1"/>
                  </a:lnTo>
                  <a:lnTo>
                    <a:pt x="501" y="2202"/>
                  </a:lnTo>
                  <a:lnTo>
                    <a:pt x="5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6"/>
            <p:cNvSpPr/>
            <p:nvPr/>
          </p:nvSpPr>
          <p:spPr>
            <a:xfrm>
              <a:off x="671996" y="4153502"/>
              <a:ext cx="3504502" cy="0"/>
            </a:xfrm>
            <a:custGeom>
              <a:avLst/>
              <a:gdLst/>
              <a:ahLst/>
              <a:cxnLst/>
              <a:rect l="l" t="t" r="r" b="b"/>
              <a:pathLst>
                <a:path w="176527" fill="none" extrusionOk="0">
                  <a:moveTo>
                    <a:pt x="176527" y="0"/>
                  </a:moveTo>
                  <a:lnTo>
                    <a:pt x="1" y="0"/>
                  </a:ln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6"/>
            <p:cNvSpPr/>
            <p:nvPr/>
          </p:nvSpPr>
          <p:spPr>
            <a:xfrm>
              <a:off x="2670587" y="4323699"/>
              <a:ext cx="820504" cy="20"/>
            </a:xfrm>
            <a:custGeom>
              <a:avLst/>
              <a:gdLst/>
              <a:ahLst/>
              <a:cxnLst/>
              <a:rect l="l" t="t" r="r" b="b"/>
              <a:pathLst>
                <a:path w="41330" h="1" fill="none" extrusionOk="0">
                  <a:moveTo>
                    <a:pt x="41330" y="1"/>
                  </a:moveTo>
                  <a:lnTo>
                    <a:pt x="0" y="1"/>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1764002" y="4323043"/>
              <a:ext cx="416565" cy="20"/>
            </a:xfrm>
            <a:custGeom>
              <a:avLst/>
              <a:gdLst/>
              <a:ahLst/>
              <a:cxnLst/>
              <a:rect l="l" t="t" r="r" b="b"/>
              <a:pathLst>
                <a:path w="20983" h="1" fill="none" extrusionOk="0">
                  <a:moveTo>
                    <a:pt x="20982" y="0"/>
                  </a:moveTo>
                  <a:lnTo>
                    <a:pt x="1" y="0"/>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6"/>
            <p:cNvSpPr/>
            <p:nvPr/>
          </p:nvSpPr>
          <p:spPr>
            <a:xfrm>
              <a:off x="3184469" y="4031632"/>
              <a:ext cx="154988" cy="70882"/>
            </a:xfrm>
            <a:custGeom>
              <a:avLst/>
              <a:gdLst/>
              <a:ahLst/>
              <a:cxnLst/>
              <a:rect l="l" t="t" r="r" b="b"/>
              <a:pathLst>
                <a:path w="7807" h="3570" extrusionOk="0">
                  <a:moveTo>
                    <a:pt x="1" y="0"/>
                  </a:moveTo>
                  <a:lnTo>
                    <a:pt x="1" y="3570"/>
                  </a:lnTo>
                  <a:lnTo>
                    <a:pt x="7806" y="3570"/>
                  </a:lnTo>
                  <a:lnTo>
                    <a:pt x="7806" y="0"/>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6"/>
            <p:cNvSpPr/>
            <p:nvPr/>
          </p:nvSpPr>
          <p:spPr>
            <a:xfrm>
              <a:off x="2203715" y="3176596"/>
              <a:ext cx="37779" cy="47036"/>
            </a:xfrm>
            <a:custGeom>
              <a:avLst/>
              <a:gdLst/>
              <a:ahLst/>
              <a:cxnLst/>
              <a:rect l="l" t="t" r="r" b="b"/>
              <a:pathLst>
                <a:path w="1903" h="2369" extrusionOk="0">
                  <a:moveTo>
                    <a:pt x="1" y="0"/>
                  </a:moveTo>
                  <a:lnTo>
                    <a:pt x="1" y="2368"/>
                  </a:lnTo>
                  <a:lnTo>
                    <a:pt x="1902" y="2368"/>
                  </a:lnTo>
                  <a:lnTo>
                    <a:pt x="19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6"/>
            <p:cNvSpPr/>
            <p:nvPr/>
          </p:nvSpPr>
          <p:spPr>
            <a:xfrm>
              <a:off x="2983819" y="3176596"/>
              <a:ext cx="37759" cy="47036"/>
            </a:xfrm>
            <a:custGeom>
              <a:avLst/>
              <a:gdLst/>
              <a:ahLst/>
              <a:cxnLst/>
              <a:rect l="l" t="t" r="r" b="b"/>
              <a:pathLst>
                <a:path w="1902" h="2369" extrusionOk="0">
                  <a:moveTo>
                    <a:pt x="0" y="0"/>
                  </a:moveTo>
                  <a:lnTo>
                    <a:pt x="0" y="2368"/>
                  </a:lnTo>
                  <a:lnTo>
                    <a:pt x="1902" y="2368"/>
                  </a:lnTo>
                  <a:lnTo>
                    <a:pt x="19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p:nvPr/>
          </p:nvSpPr>
          <p:spPr>
            <a:xfrm>
              <a:off x="2075905" y="3107699"/>
              <a:ext cx="1073484" cy="68917"/>
            </a:xfrm>
            <a:custGeom>
              <a:avLst/>
              <a:gdLst/>
              <a:ahLst/>
              <a:cxnLst/>
              <a:rect l="l" t="t" r="r" b="b"/>
              <a:pathLst>
                <a:path w="54073" h="3471" extrusionOk="0">
                  <a:moveTo>
                    <a:pt x="1" y="1"/>
                  </a:moveTo>
                  <a:lnTo>
                    <a:pt x="1" y="3470"/>
                  </a:lnTo>
                  <a:lnTo>
                    <a:pt x="54073" y="3470"/>
                  </a:lnTo>
                  <a:lnTo>
                    <a:pt x="540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1875256" y="3223613"/>
              <a:ext cx="1383402" cy="692801"/>
            </a:xfrm>
            <a:custGeom>
              <a:avLst/>
              <a:gdLst/>
              <a:ahLst/>
              <a:cxnLst/>
              <a:rect l="l" t="t" r="r" b="b"/>
              <a:pathLst>
                <a:path w="69684" h="34893" extrusionOk="0">
                  <a:moveTo>
                    <a:pt x="12509" y="0"/>
                  </a:moveTo>
                  <a:cubicBezTo>
                    <a:pt x="10975" y="0"/>
                    <a:pt x="9607" y="1035"/>
                    <a:pt x="9174" y="2502"/>
                  </a:cubicBezTo>
                  <a:lnTo>
                    <a:pt x="701" y="30356"/>
                  </a:lnTo>
                  <a:cubicBezTo>
                    <a:pt x="1" y="32590"/>
                    <a:pt x="1702" y="34892"/>
                    <a:pt x="4037" y="34892"/>
                  </a:cubicBezTo>
                  <a:lnTo>
                    <a:pt x="66181" y="34892"/>
                  </a:lnTo>
                  <a:cubicBezTo>
                    <a:pt x="68116" y="34892"/>
                    <a:pt x="69684" y="33291"/>
                    <a:pt x="69684" y="31356"/>
                  </a:cubicBezTo>
                  <a:lnTo>
                    <a:pt x="69684" y="9074"/>
                  </a:lnTo>
                  <a:cubicBezTo>
                    <a:pt x="69684" y="4070"/>
                    <a:pt x="64980" y="0"/>
                    <a:pt x="59209"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a:off x="2020953" y="3290504"/>
              <a:ext cx="560257" cy="357013"/>
            </a:xfrm>
            <a:custGeom>
              <a:avLst/>
              <a:gdLst/>
              <a:ahLst/>
              <a:cxnLst/>
              <a:rect l="l" t="t" r="r" b="b"/>
              <a:pathLst>
                <a:path w="28221" h="17981" extrusionOk="0">
                  <a:moveTo>
                    <a:pt x="5004" y="1"/>
                  </a:moveTo>
                  <a:lnTo>
                    <a:pt x="0" y="17980"/>
                  </a:lnTo>
                  <a:lnTo>
                    <a:pt x="28220" y="17980"/>
                  </a:lnTo>
                  <a:lnTo>
                    <a:pt x="28220" y="4671"/>
                  </a:lnTo>
                  <a:cubicBezTo>
                    <a:pt x="28220" y="2069"/>
                    <a:pt x="26219" y="1"/>
                    <a:pt x="23750" y="1"/>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a:off x="1414340" y="3709411"/>
              <a:ext cx="1844317" cy="461649"/>
            </a:xfrm>
            <a:custGeom>
              <a:avLst/>
              <a:gdLst/>
              <a:ahLst/>
              <a:cxnLst/>
              <a:rect l="l" t="t" r="r" b="b"/>
              <a:pathLst>
                <a:path w="92901" h="23251" extrusionOk="0">
                  <a:moveTo>
                    <a:pt x="13044" y="1"/>
                  </a:moveTo>
                  <a:cubicBezTo>
                    <a:pt x="8907" y="68"/>
                    <a:pt x="5305" y="2536"/>
                    <a:pt x="4237" y="6039"/>
                  </a:cubicBezTo>
                  <a:lnTo>
                    <a:pt x="4037" y="6672"/>
                  </a:lnTo>
                  <a:lnTo>
                    <a:pt x="2870" y="10408"/>
                  </a:lnTo>
                  <a:lnTo>
                    <a:pt x="2670" y="11142"/>
                  </a:lnTo>
                  <a:lnTo>
                    <a:pt x="1068" y="16379"/>
                  </a:lnTo>
                  <a:cubicBezTo>
                    <a:pt x="1" y="19848"/>
                    <a:pt x="3003" y="23251"/>
                    <a:pt x="7106" y="23251"/>
                  </a:cubicBezTo>
                  <a:lnTo>
                    <a:pt x="86429" y="23251"/>
                  </a:lnTo>
                  <a:cubicBezTo>
                    <a:pt x="89999" y="23251"/>
                    <a:pt x="92901" y="20716"/>
                    <a:pt x="92901" y="17580"/>
                  </a:cubicBezTo>
                  <a:lnTo>
                    <a:pt x="92901"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p:nvPr/>
          </p:nvSpPr>
          <p:spPr>
            <a:xfrm>
              <a:off x="1467327" y="3848171"/>
              <a:ext cx="1791331" cy="88772"/>
            </a:xfrm>
            <a:custGeom>
              <a:avLst/>
              <a:gdLst/>
              <a:ahLst/>
              <a:cxnLst/>
              <a:rect l="l" t="t" r="r" b="b"/>
              <a:pathLst>
                <a:path w="90232" h="4471" extrusionOk="0">
                  <a:moveTo>
                    <a:pt x="1368" y="0"/>
                  </a:moveTo>
                  <a:lnTo>
                    <a:pt x="201" y="3736"/>
                  </a:lnTo>
                  <a:lnTo>
                    <a:pt x="1" y="4470"/>
                  </a:lnTo>
                  <a:lnTo>
                    <a:pt x="90232" y="4470"/>
                  </a:lnTo>
                  <a:lnTo>
                    <a:pt x="90232" y="0"/>
                  </a:ln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p:cNvSpPr/>
            <p:nvPr/>
          </p:nvSpPr>
          <p:spPr>
            <a:xfrm>
              <a:off x="2691769" y="3290504"/>
              <a:ext cx="460280" cy="357013"/>
            </a:xfrm>
            <a:custGeom>
              <a:avLst/>
              <a:gdLst/>
              <a:ahLst/>
              <a:cxnLst/>
              <a:rect l="l" t="t" r="r" b="b"/>
              <a:pathLst>
                <a:path w="23185" h="17981" extrusionOk="0">
                  <a:moveTo>
                    <a:pt x="5805" y="1"/>
                  </a:moveTo>
                  <a:cubicBezTo>
                    <a:pt x="2603" y="1"/>
                    <a:pt x="1" y="2602"/>
                    <a:pt x="1" y="5805"/>
                  </a:cubicBezTo>
                  <a:lnTo>
                    <a:pt x="1" y="17980"/>
                  </a:lnTo>
                  <a:lnTo>
                    <a:pt x="23184" y="17980"/>
                  </a:lnTo>
                  <a:lnTo>
                    <a:pt x="23184" y="6305"/>
                  </a:lnTo>
                  <a:cubicBezTo>
                    <a:pt x="23184" y="2803"/>
                    <a:pt x="20349" y="1"/>
                    <a:pt x="16880" y="1"/>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2691769" y="3290504"/>
              <a:ext cx="460280" cy="357013"/>
            </a:xfrm>
            <a:custGeom>
              <a:avLst/>
              <a:gdLst/>
              <a:ahLst/>
              <a:cxnLst/>
              <a:rect l="l" t="t" r="r" b="b"/>
              <a:pathLst>
                <a:path w="23185" h="17981" extrusionOk="0">
                  <a:moveTo>
                    <a:pt x="5805" y="1"/>
                  </a:moveTo>
                  <a:cubicBezTo>
                    <a:pt x="2603" y="1"/>
                    <a:pt x="1" y="2602"/>
                    <a:pt x="1" y="5805"/>
                  </a:cubicBezTo>
                  <a:lnTo>
                    <a:pt x="1" y="17980"/>
                  </a:lnTo>
                  <a:lnTo>
                    <a:pt x="23184" y="6305"/>
                  </a:lnTo>
                  <a:cubicBezTo>
                    <a:pt x="23184" y="2803"/>
                    <a:pt x="20349" y="1"/>
                    <a:pt x="16880" y="1"/>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2113675" y="3709400"/>
              <a:ext cx="462246" cy="467926"/>
            </a:xfrm>
            <a:custGeom>
              <a:avLst/>
              <a:gdLst/>
              <a:ahLst/>
              <a:cxnLst/>
              <a:rect l="l" t="t" r="r" b="b"/>
              <a:pathLst>
                <a:path w="23284" h="23251" extrusionOk="0">
                  <a:moveTo>
                    <a:pt x="0" y="1"/>
                  </a:moveTo>
                  <a:lnTo>
                    <a:pt x="0" y="23251"/>
                  </a:lnTo>
                  <a:lnTo>
                    <a:pt x="23283" y="23251"/>
                  </a:lnTo>
                  <a:lnTo>
                    <a:pt x="2328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2452706" y="3828952"/>
              <a:ext cx="68908" cy="20"/>
            </a:xfrm>
            <a:custGeom>
              <a:avLst/>
              <a:gdLst/>
              <a:ahLst/>
              <a:cxnLst/>
              <a:rect l="l" t="t" r="r" b="b"/>
              <a:pathLst>
                <a:path w="3471" h="1" fill="none" extrusionOk="0">
                  <a:moveTo>
                    <a:pt x="1" y="1"/>
                  </a:moveTo>
                  <a:lnTo>
                    <a:pt x="3470" y="1"/>
                  </a:lnTo>
                </a:path>
              </a:pathLst>
            </a:custGeom>
            <a:noFill/>
            <a:ln w="108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3258638" y="3489193"/>
              <a:ext cx="117904" cy="411971"/>
            </a:xfrm>
            <a:custGeom>
              <a:avLst/>
              <a:gdLst/>
              <a:ahLst/>
              <a:cxnLst/>
              <a:rect l="l" t="t" r="r" b="b"/>
              <a:pathLst>
                <a:path w="5939" h="20749" extrusionOk="0">
                  <a:moveTo>
                    <a:pt x="1" y="1"/>
                  </a:moveTo>
                  <a:lnTo>
                    <a:pt x="1" y="20749"/>
                  </a:lnTo>
                  <a:lnTo>
                    <a:pt x="5938" y="20749"/>
                  </a:lnTo>
                  <a:lnTo>
                    <a:pt x="59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1479913" y="3723661"/>
              <a:ext cx="227152" cy="213282"/>
            </a:xfrm>
            <a:custGeom>
              <a:avLst/>
              <a:gdLst/>
              <a:ahLst/>
              <a:cxnLst/>
              <a:rect l="l" t="t" r="r" b="b"/>
              <a:pathLst>
                <a:path w="11442" h="10742" extrusionOk="0">
                  <a:moveTo>
                    <a:pt x="10141" y="0"/>
                  </a:moveTo>
                  <a:cubicBezTo>
                    <a:pt x="6005" y="100"/>
                    <a:pt x="2402" y="2535"/>
                    <a:pt x="1335" y="6071"/>
                  </a:cubicBezTo>
                  <a:lnTo>
                    <a:pt x="0" y="10441"/>
                  </a:lnTo>
                  <a:cubicBezTo>
                    <a:pt x="701" y="10641"/>
                    <a:pt x="1426" y="10741"/>
                    <a:pt x="2164" y="10741"/>
                  </a:cubicBezTo>
                  <a:cubicBezTo>
                    <a:pt x="2902" y="10741"/>
                    <a:pt x="3653" y="10641"/>
                    <a:pt x="4403" y="10441"/>
                  </a:cubicBezTo>
                  <a:cubicBezTo>
                    <a:pt x="8807" y="9240"/>
                    <a:pt x="11442" y="4670"/>
                    <a:pt x="10208" y="234"/>
                  </a:cubicBezTo>
                  <a:cubicBezTo>
                    <a:pt x="10208" y="167"/>
                    <a:pt x="10174" y="100"/>
                    <a:pt x="10141" y="0"/>
                  </a:cubicBezTo>
                  <a:close/>
                </a:path>
              </a:pathLst>
            </a:custGeom>
            <a:solidFill>
              <a:srgbClr val="5E60CE">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1434213" y="4044875"/>
              <a:ext cx="679472" cy="132473"/>
            </a:xfrm>
            <a:custGeom>
              <a:avLst/>
              <a:gdLst/>
              <a:ahLst/>
              <a:cxnLst/>
              <a:rect l="l" t="t" r="r" b="b"/>
              <a:pathLst>
                <a:path w="34226" h="6672" fill="none" extrusionOk="0">
                  <a:moveTo>
                    <a:pt x="1" y="0"/>
                  </a:moveTo>
                  <a:lnTo>
                    <a:pt x="34225" y="0"/>
                  </a:lnTo>
                  <a:lnTo>
                    <a:pt x="34225" y="6672"/>
                  </a:lnTo>
                  <a:lnTo>
                    <a:pt x="6105" y="6672"/>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1715662" y="4031632"/>
              <a:ext cx="291395" cy="291432"/>
            </a:xfrm>
            <a:custGeom>
              <a:avLst/>
              <a:gdLst/>
              <a:ahLst/>
              <a:cxnLst/>
              <a:rect l="l" t="t" r="r" b="b"/>
              <a:pathLst>
                <a:path w="14678" h="14678" extrusionOk="0">
                  <a:moveTo>
                    <a:pt x="7339" y="0"/>
                  </a:moveTo>
                  <a:cubicBezTo>
                    <a:pt x="3269" y="0"/>
                    <a:pt x="0" y="3303"/>
                    <a:pt x="0" y="7339"/>
                  </a:cubicBezTo>
                  <a:cubicBezTo>
                    <a:pt x="0" y="11408"/>
                    <a:pt x="3269" y="14677"/>
                    <a:pt x="7339" y="14677"/>
                  </a:cubicBezTo>
                  <a:cubicBezTo>
                    <a:pt x="11409" y="14677"/>
                    <a:pt x="14678" y="11408"/>
                    <a:pt x="14678" y="7339"/>
                  </a:cubicBezTo>
                  <a:cubicBezTo>
                    <a:pt x="14678" y="3303"/>
                    <a:pt x="11409" y="0"/>
                    <a:pt x="7339"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1752091" y="4077973"/>
              <a:ext cx="218536" cy="199404"/>
            </a:xfrm>
            <a:custGeom>
              <a:avLst/>
              <a:gdLst/>
              <a:ahLst/>
              <a:cxnLst/>
              <a:rect l="l" t="t" r="r" b="b"/>
              <a:pathLst>
                <a:path w="11008" h="10043" extrusionOk="0">
                  <a:moveTo>
                    <a:pt x="5516" y="0"/>
                  </a:moveTo>
                  <a:cubicBezTo>
                    <a:pt x="3238" y="0"/>
                    <a:pt x="1177" y="1556"/>
                    <a:pt x="634" y="3871"/>
                  </a:cubicBezTo>
                  <a:cubicBezTo>
                    <a:pt x="0" y="6573"/>
                    <a:pt x="1668" y="9275"/>
                    <a:pt x="4337" y="9908"/>
                  </a:cubicBezTo>
                  <a:cubicBezTo>
                    <a:pt x="4724" y="9999"/>
                    <a:pt x="5111" y="10043"/>
                    <a:pt x="5492" y="10043"/>
                  </a:cubicBezTo>
                  <a:cubicBezTo>
                    <a:pt x="7771" y="10043"/>
                    <a:pt x="9831" y="8487"/>
                    <a:pt x="10374" y="6172"/>
                  </a:cubicBezTo>
                  <a:cubicBezTo>
                    <a:pt x="11008" y="3470"/>
                    <a:pt x="9340" y="768"/>
                    <a:pt x="6672" y="135"/>
                  </a:cubicBezTo>
                  <a:cubicBezTo>
                    <a:pt x="6284" y="44"/>
                    <a:pt x="5897" y="0"/>
                    <a:pt x="5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a:off x="1672621" y="3988586"/>
              <a:ext cx="378150" cy="188761"/>
            </a:xfrm>
            <a:custGeom>
              <a:avLst/>
              <a:gdLst/>
              <a:ahLst/>
              <a:cxnLst/>
              <a:rect l="l" t="t" r="r" b="b"/>
              <a:pathLst>
                <a:path w="19048" h="9507" extrusionOk="0">
                  <a:moveTo>
                    <a:pt x="9507" y="0"/>
                  </a:moveTo>
                  <a:cubicBezTo>
                    <a:pt x="7439" y="0"/>
                    <a:pt x="5538" y="634"/>
                    <a:pt x="3970" y="1768"/>
                  </a:cubicBezTo>
                  <a:cubicBezTo>
                    <a:pt x="1568" y="3503"/>
                    <a:pt x="0" y="6305"/>
                    <a:pt x="0" y="9507"/>
                  </a:cubicBezTo>
                  <a:lnTo>
                    <a:pt x="2168" y="9507"/>
                  </a:lnTo>
                  <a:cubicBezTo>
                    <a:pt x="2168" y="7672"/>
                    <a:pt x="2836" y="5971"/>
                    <a:pt x="3970" y="4703"/>
                  </a:cubicBezTo>
                  <a:cubicBezTo>
                    <a:pt x="5304" y="3136"/>
                    <a:pt x="7305" y="2168"/>
                    <a:pt x="9507" y="2168"/>
                  </a:cubicBezTo>
                  <a:cubicBezTo>
                    <a:pt x="13577" y="2168"/>
                    <a:pt x="16846" y="5471"/>
                    <a:pt x="16846" y="9507"/>
                  </a:cubicBezTo>
                  <a:lnTo>
                    <a:pt x="19047" y="9507"/>
                  </a:lnTo>
                  <a:cubicBezTo>
                    <a:pt x="19047" y="4270"/>
                    <a:pt x="14777" y="0"/>
                    <a:pt x="95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p:nvPr/>
          </p:nvSpPr>
          <p:spPr>
            <a:xfrm>
              <a:off x="2575890" y="4044875"/>
              <a:ext cx="682767" cy="20"/>
            </a:xfrm>
            <a:custGeom>
              <a:avLst/>
              <a:gdLst/>
              <a:ahLst/>
              <a:cxnLst/>
              <a:rect l="l" t="t" r="r" b="b"/>
              <a:pathLst>
                <a:path w="34392" h="1" fill="none" extrusionOk="0">
                  <a:moveTo>
                    <a:pt x="0" y="0"/>
                  </a:moveTo>
                  <a:lnTo>
                    <a:pt x="34392" y="0"/>
                  </a:lnTo>
                </a:path>
              </a:pathLst>
            </a:custGeom>
            <a:no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p:nvPr/>
          </p:nvSpPr>
          <p:spPr>
            <a:xfrm>
              <a:off x="2812969" y="4031632"/>
              <a:ext cx="291395" cy="291432"/>
            </a:xfrm>
            <a:custGeom>
              <a:avLst/>
              <a:gdLst/>
              <a:ahLst/>
              <a:cxnLst/>
              <a:rect l="l" t="t" r="r" b="b"/>
              <a:pathLst>
                <a:path w="14678" h="14678" extrusionOk="0">
                  <a:moveTo>
                    <a:pt x="7339" y="0"/>
                  </a:moveTo>
                  <a:cubicBezTo>
                    <a:pt x="3269" y="0"/>
                    <a:pt x="0" y="3303"/>
                    <a:pt x="0" y="7339"/>
                  </a:cubicBezTo>
                  <a:cubicBezTo>
                    <a:pt x="0" y="11408"/>
                    <a:pt x="3269" y="14677"/>
                    <a:pt x="7339" y="14677"/>
                  </a:cubicBezTo>
                  <a:cubicBezTo>
                    <a:pt x="11408" y="14677"/>
                    <a:pt x="14677" y="11408"/>
                    <a:pt x="14677" y="7339"/>
                  </a:cubicBezTo>
                  <a:cubicBezTo>
                    <a:pt x="14677" y="3303"/>
                    <a:pt x="11408" y="0"/>
                    <a:pt x="7339"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p:cNvSpPr/>
            <p:nvPr/>
          </p:nvSpPr>
          <p:spPr>
            <a:xfrm>
              <a:off x="2849378" y="4077814"/>
              <a:ext cx="218556" cy="199046"/>
            </a:xfrm>
            <a:custGeom>
              <a:avLst/>
              <a:gdLst/>
              <a:ahLst/>
              <a:cxnLst/>
              <a:rect l="l" t="t" r="r" b="b"/>
              <a:pathLst>
                <a:path w="11009" h="10025" extrusionOk="0">
                  <a:moveTo>
                    <a:pt x="5492" y="1"/>
                  </a:moveTo>
                  <a:cubicBezTo>
                    <a:pt x="4212" y="1"/>
                    <a:pt x="2936" y="493"/>
                    <a:pt x="1969" y="1477"/>
                  </a:cubicBezTo>
                  <a:cubicBezTo>
                    <a:pt x="1" y="3445"/>
                    <a:pt x="1" y="6614"/>
                    <a:pt x="1969" y="8549"/>
                  </a:cubicBezTo>
                  <a:cubicBezTo>
                    <a:pt x="2936" y="9533"/>
                    <a:pt x="4212" y="10025"/>
                    <a:pt x="5492" y="10025"/>
                  </a:cubicBezTo>
                  <a:cubicBezTo>
                    <a:pt x="6772" y="10025"/>
                    <a:pt x="8057" y="9533"/>
                    <a:pt x="9041" y="8549"/>
                  </a:cubicBezTo>
                  <a:cubicBezTo>
                    <a:pt x="11009" y="6614"/>
                    <a:pt x="11009" y="3445"/>
                    <a:pt x="9041" y="1477"/>
                  </a:cubicBezTo>
                  <a:cubicBezTo>
                    <a:pt x="8057" y="493"/>
                    <a:pt x="6772" y="1"/>
                    <a:pt x="54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p:nvPr/>
          </p:nvSpPr>
          <p:spPr>
            <a:xfrm>
              <a:off x="2769254" y="3988586"/>
              <a:ext cx="378806" cy="188761"/>
            </a:xfrm>
            <a:custGeom>
              <a:avLst/>
              <a:gdLst/>
              <a:ahLst/>
              <a:cxnLst/>
              <a:rect l="l" t="t" r="r" b="b"/>
              <a:pathLst>
                <a:path w="19081" h="9507" extrusionOk="0">
                  <a:moveTo>
                    <a:pt x="9541" y="0"/>
                  </a:moveTo>
                  <a:cubicBezTo>
                    <a:pt x="7473" y="0"/>
                    <a:pt x="5571" y="634"/>
                    <a:pt x="4004" y="1768"/>
                  </a:cubicBezTo>
                  <a:cubicBezTo>
                    <a:pt x="1568" y="3503"/>
                    <a:pt x="1" y="6305"/>
                    <a:pt x="1" y="9507"/>
                  </a:cubicBezTo>
                  <a:lnTo>
                    <a:pt x="2202" y="9507"/>
                  </a:lnTo>
                  <a:cubicBezTo>
                    <a:pt x="2202" y="7672"/>
                    <a:pt x="2869" y="5971"/>
                    <a:pt x="4004" y="4703"/>
                  </a:cubicBezTo>
                  <a:cubicBezTo>
                    <a:pt x="5338" y="3136"/>
                    <a:pt x="7339" y="2168"/>
                    <a:pt x="9541" y="2168"/>
                  </a:cubicBezTo>
                  <a:cubicBezTo>
                    <a:pt x="13577" y="2168"/>
                    <a:pt x="16879" y="5471"/>
                    <a:pt x="16879" y="9507"/>
                  </a:cubicBezTo>
                  <a:lnTo>
                    <a:pt x="19081" y="9507"/>
                  </a:lnTo>
                  <a:cubicBezTo>
                    <a:pt x="19081" y="4270"/>
                    <a:pt x="14811" y="0"/>
                    <a:pt x="95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a:off x="2460666" y="3497810"/>
              <a:ext cx="68233" cy="162275"/>
            </a:xfrm>
            <a:custGeom>
              <a:avLst/>
              <a:gdLst/>
              <a:ahLst/>
              <a:cxnLst/>
              <a:rect l="l" t="t" r="r" b="b"/>
              <a:pathLst>
                <a:path w="3437" h="8173" extrusionOk="0">
                  <a:moveTo>
                    <a:pt x="1701" y="0"/>
                  </a:moveTo>
                  <a:cubicBezTo>
                    <a:pt x="767" y="0"/>
                    <a:pt x="0" y="768"/>
                    <a:pt x="0" y="1702"/>
                  </a:cubicBezTo>
                  <a:lnTo>
                    <a:pt x="0" y="8173"/>
                  </a:lnTo>
                  <a:lnTo>
                    <a:pt x="3436" y="8173"/>
                  </a:lnTo>
                  <a:lnTo>
                    <a:pt x="3436" y="1702"/>
                  </a:lnTo>
                  <a:cubicBezTo>
                    <a:pt x="3436" y="768"/>
                    <a:pt x="2669" y="0"/>
                    <a:pt x="1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p:cNvSpPr/>
            <p:nvPr/>
          </p:nvSpPr>
          <p:spPr>
            <a:xfrm>
              <a:off x="2494435" y="3454764"/>
              <a:ext cx="20" cy="44396"/>
            </a:xfrm>
            <a:custGeom>
              <a:avLst/>
              <a:gdLst/>
              <a:ahLst/>
              <a:cxnLst/>
              <a:rect l="l" t="t" r="r" b="b"/>
              <a:pathLst>
                <a:path w="1" h="2236" fill="none" extrusionOk="0">
                  <a:moveTo>
                    <a:pt x="0" y="0"/>
                  </a:moveTo>
                  <a:lnTo>
                    <a:pt x="0" y="2235"/>
                  </a:lnTo>
                </a:path>
              </a:pathLst>
            </a:custGeom>
            <a:noFill/>
            <a:ln w="20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a:off x="2456696" y="3389858"/>
              <a:ext cx="74189" cy="74198"/>
            </a:xfrm>
            <a:custGeom>
              <a:avLst/>
              <a:gdLst/>
              <a:ahLst/>
              <a:cxnLst/>
              <a:rect l="l" t="t" r="r" b="b"/>
              <a:pathLst>
                <a:path w="3737" h="3737" extrusionOk="0">
                  <a:moveTo>
                    <a:pt x="1868" y="0"/>
                  </a:moveTo>
                  <a:cubicBezTo>
                    <a:pt x="834" y="0"/>
                    <a:pt x="0" y="834"/>
                    <a:pt x="0" y="1868"/>
                  </a:cubicBezTo>
                  <a:cubicBezTo>
                    <a:pt x="0" y="2902"/>
                    <a:pt x="834" y="3736"/>
                    <a:pt x="1868" y="3736"/>
                  </a:cubicBezTo>
                  <a:cubicBezTo>
                    <a:pt x="2902" y="3736"/>
                    <a:pt x="3736" y="2902"/>
                    <a:pt x="3736" y="1868"/>
                  </a:cubicBezTo>
                  <a:cubicBezTo>
                    <a:pt x="3736" y="834"/>
                    <a:pt x="2902" y="0"/>
                    <a:pt x="1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a:off x="2090477" y="3526957"/>
              <a:ext cx="29818" cy="121870"/>
            </a:xfrm>
            <a:custGeom>
              <a:avLst/>
              <a:gdLst/>
              <a:ahLst/>
              <a:cxnLst/>
              <a:rect l="l" t="t" r="r" b="b"/>
              <a:pathLst>
                <a:path w="1502" h="6138" extrusionOk="0">
                  <a:moveTo>
                    <a:pt x="734" y="0"/>
                  </a:moveTo>
                  <a:cubicBezTo>
                    <a:pt x="334" y="0"/>
                    <a:pt x="1" y="334"/>
                    <a:pt x="1" y="734"/>
                  </a:cubicBezTo>
                  <a:lnTo>
                    <a:pt x="1" y="5371"/>
                  </a:lnTo>
                  <a:cubicBezTo>
                    <a:pt x="1" y="5804"/>
                    <a:pt x="334" y="6138"/>
                    <a:pt x="734" y="6138"/>
                  </a:cubicBezTo>
                  <a:cubicBezTo>
                    <a:pt x="1168" y="6138"/>
                    <a:pt x="1502" y="5804"/>
                    <a:pt x="1502" y="5371"/>
                  </a:cubicBezTo>
                  <a:lnTo>
                    <a:pt x="1502" y="734"/>
                  </a:lnTo>
                  <a:cubicBezTo>
                    <a:pt x="1502" y="334"/>
                    <a:pt x="1168" y="0"/>
                    <a:pt x="734" y="0"/>
                  </a:cubicBezTo>
                  <a:close/>
                </a:path>
              </a:pathLst>
            </a:custGeom>
            <a:solidFill>
              <a:srgbClr val="2A2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a:off x="2236829" y="3310379"/>
              <a:ext cx="141727" cy="156974"/>
            </a:xfrm>
            <a:custGeom>
              <a:avLst/>
              <a:gdLst/>
              <a:ahLst/>
              <a:cxnLst/>
              <a:rect l="l" t="t" r="r" b="b"/>
              <a:pathLst>
                <a:path w="7139" h="7906" extrusionOk="0">
                  <a:moveTo>
                    <a:pt x="1" y="0"/>
                  </a:moveTo>
                  <a:lnTo>
                    <a:pt x="1" y="4370"/>
                  </a:lnTo>
                  <a:cubicBezTo>
                    <a:pt x="1" y="6305"/>
                    <a:pt x="1602" y="7906"/>
                    <a:pt x="3536" y="7906"/>
                  </a:cubicBezTo>
                  <a:lnTo>
                    <a:pt x="3636" y="7906"/>
                  </a:lnTo>
                  <a:cubicBezTo>
                    <a:pt x="5571" y="7906"/>
                    <a:pt x="7139" y="6305"/>
                    <a:pt x="7139" y="4370"/>
                  </a:cubicBezTo>
                  <a:lnTo>
                    <a:pt x="7139" y="1701"/>
                  </a:lnTo>
                  <a:cubicBezTo>
                    <a:pt x="7139" y="767"/>
                    <a:pt x="6372" y="0"/>
                    <a:pt x="543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p:cNvSpPr/>
            <p:nvPr/>
          </p:nvSpPr>
          <p:spPr>
            <a:xfrm>
              <a:off x="2287156" y="3448788"/>
              <a:ext cx="49036" cy="82815"/>
            </a:xfrm>
            <a:custGeom>
              <a:avLst/>
              <a:gdLst/>
              <a:ahLst/>
              <a:cxnLst/>
              <a:rect l="l" t="t" r="r" b="b"/>
              <a:pathLst>
                <a:path w="2470" h="4171" extrusionOk="0">
                  <a:moveTo>
                    <a:pt x="1" y="1"/>
                  </a:moveTo>
                  <a:lnTo>
                    <a:pt x="1" y="4171"/>
                  </a:lnTo>
                  <a:lnTo>
                    <a:pt x="2469" y="4171"/>
                  </a:lnTo>
                  <a:lnTo>
                    <a:pt x="2469"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p:cNvSpPr/>
            <p:nvPr/>
          </p:nvSpPr>
          <p:spPr>
            <a:xfrm>
              <a:off x="2287156" y="3454764"/>
              <a:ext cx="49036" cy="24521"/>
            </a:xfrm>
            <a:custGeom>
              <a:avLst/>
              <a:gdLst/>
              <a:ahLst/>
              <a:cxnLst/>
              <a:rect l="l" t="t" r="r" b="b"/>
              <a:pathLst>
                <a:path w="2470" h="1235" extrusionOk="0">
                  <a:moveTo>
                    <a:pt x="1" y="0"/>
                  </a:moveTo>
                  <a:lnTo>
                    <a:pt x="1" y="67"/>
                  </a:lnTo>
                  <a:cubicBezTo>
                    <a:pt x="67" y="167"/>
                    <a:pt x="101" y="267"/>
                    <a:pt x="167" y="334"/>
                  </a:cubicBezTo>
                  <a:cubicBezTo>
                    <a:pt x="501" y="867"/>
                    <a:pt x="1101" y="1234"/>
                    <a:pt x="1802" y="1234"/>
                  </a:cubicBezTo>
                  <a:cubicBezTo>
                    <a:pt x="2035" y="1234"/>
                    <a:pt x="2236" y="1201"/>
                    <a:pt x="2469" y="1101"/>
                  </a:cubicBezTo>
                  <a:lnTo>
                    <a:pt x="2469" y="34"/>
                  </a:lnTo>
                  <a:lnTo>
                    <a:pt x="246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p:cNvSpPr/>
            <p:nvPr/>
          </p:nvSpPr>
          <p:spPr>
            <a:xfrm>
              <a:off x="2210346" y="3502436"/>
              <a:ext cx="189413" cy="243085"/>
            </a:xfrm>
            <a:custGeom>
              <a:avLst/>
              <a:gdLst/>
              <a:ahLst/>
              <a:cxnLst/>
              <a:rect l="l" t="t" r="r" b="b"/>
              <a:pathLst>
                <a:path w="9541" h="12243" extrusionOk="0">
                  <a:moveTo>
                    <a:pt x="5971" y="1"/>
                  </a:moveTo>
                  <a:cubicBezTo>
                    <a:pt x="2669" y="1"/>
                    <a:pt x="0" y="2669"/>
                    <a:pt x="0" y="5972"/>
                  </a:cubicBezTo>
                  <a:lnTo>
                    <a:pt x="0" y="12243"/>
                  </a:lnTo>
                  <a:lnTo>
                    <a:pt x="9540" y="12243"/>
                  </a:lnTo>
                  <a:lnTo>
                    <a:pt x="9540" y="3570"/>
                  </a:lnTo>
                  <a:cubicBezTo>
                    <a:pt x="9540" y="1602"/>
                    <a:pt x="7939" y="1"/>
                    <a:pt x="5971" y="1"/>
                  </a:cubicBezTo>
                  <a:close/>
                </a:path>
              </a:pathLst>
            </a:custGeom>
            <a:solidFill>
              <a:srgbClr val="504F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p:cNvSpPr/>
            <p:nvPr/>
          </p:nvSpPr>
          <p:spPr>
            <a:xfrm>
              <a:off x="2230874" y="3342822"/>
              <a:ext cx="105318" cy="111962"/>
            </a:xfrm>
            <a:custGeom>
              <a:avLst/>
              <a:gdLst/>
              <a:ahLst/>
              <a:cxnLst/>
              <a:rect l="l" t="t" r="r" b="b"/>
              <a:pathLst>
                <a:path w="5305" h="5639" extrusionOk="0">
                  <a:moveTo>
                    <a:pt x="467" y="1"/>
                  </a:moveTo>
                  <a:lnTo>
                    <a:pt x="467" y="2369"/>
                  </a:lnTo>
                  <a:lnTo>
                    <a:pt x="301" y="2369"/>
                  </a:lnTo>
                  <a:cubicBezTo>
                    <a:pt x="134" y="2369"/>
                    <a:pt x="0" y="2503"/>
                    <a:pt x="0" y="2703"/>
                  </a:cubicBezTo>
                  <a:cubicBezTo>
                    <a:pt x="0" y="2869"/>
                    <a:pt x="134" y="3003"/>
                    <a:pt x="301" y="3003"/>
                  </a:cubicBezTo>
                  <a:lnTo>
                    <a:pt x="467" y="3003"/>
                  </a:lnTo>
                  <a:cubicBezTo>
                    <a:pt x="467" y="5138"/>
                    <a:pt x="1201" y="5638"/>
                    <a:pt x="3269" y="5638"/>
                  </a:cubicBezTo>
                  <a:lnTo>
                    <a:pt x="5304" y="5638"/>
                  </a:lnTo>
                  <a:lnTo>
                    <a:pt x="5304"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p:cNvSpPr/>
            <p:nvPr/>
          </p:nvSpPr>
          <p:spPr>
            <a:xfrm>
              <a:off x="2332856" y="3412374"/>
              <a:ext cx="88086" cy="88772"/>
            </a:xfrm>
            <a:custGeom>
              <a:avLst/>
              <a:gdLst/>
              <a:ahLst/>
              <a:cxnLst/>
              <a:rect l="l" t="t" r="r" b="b"/>
              <a:pathLst>
                <a:path w="4437" h="4471" extrusionOk="0">
                  <a:moveTo>
                    <a:pt x="2235" y="0"/>
                  </a:moveTo>
                  <a:cubicBezTo>
                    <a:pt x="1001" y="0"/>
                    <a:pt x="0" y="1001"/>
                    <a:pt x="0" y="2235"/>
                  </a:cubicBezTo>
                  <a:cubicBezTo>
                    <a:pt x="0" y="3469"/>
                    <a:pt x="1001" y="4470"/>
                    <a:pt x="2235" y="4470"/>
                  </a:cubicBezTo>
                  <a:cubicBezTo>
                    <a:pt x="3436" y="4470"/>
                    <a:pt x="4437" y="3469"/>
                    <a:pt x="4437" y="2235"/>
                  </a:cubicBezTo>
                  <a:cubicBezTo>
                    <a:pt x="4437" y="1001"/>
                    <a:pt x="3436" y="0"/>
                    <a:pt x="22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a:off x="2200400" y="3298446"/>
              <a:ext cx="74189" cy="74198"/>
            </a:xfrm>
            <a:custGeom>
              <a:avLst/>
              <a:gdLst/>
              <a:ahLst/>
              <a:cxnLst/>
              <a:rect l="l" t="t" r="r" b="b"/>
              <a:pathLst>
                <a:path w="3737" h="3737" extrusionOk="0">
                  <a:moveTo>
                    <a:pt x="1869" y="1"/>
                  </a:moveTo>
                  <a:cubicBezTo>
                    <a:pt x="835" y="1"/>
                    <a:pt x="1" y="835"/>
                    <a:pt x="1" y="1869"/>
                  </a:cubicBezTo>
                  <a:cubicBezTo>
                    <a:pt x="1" y="2903"/>
                    <a:pt x="835" y="3737"/>
                    <a:pt x="1869" y="3737"/>
                  </a:cubicBezTo>
                  <a:cubicBezTo>
                    <a:pt x="2903" y="3737"/>
                    <a:pt x="3737" y="2903"/>
                    <a:pt x="3737" y="1869"/>
                  </a:cubicBezTo>
                  <a:cubicBezTo>
                    <a:pt x="3737" y="835"/>
                    <a:pt x="2903" y="1"/>
                    <a:pt x="186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6"/>
            <p:cNvSpPr/>
            <p:nvPr/>
          </p:nvSpPr>
          <p:spPr>
            <a:xfrm>
              <a:off x="2249416" y="3322193"/>
              <a:ext cx="119869" cy="94470"/>
            </a:xfrm>
            <a:custGeom>
              <a:avLst/>
              <a:gdLst/>
              <a:ahLst/>
              <a:cxnLst/>
              <a:rect l="l" t="t" r="r" b="b"/>
              <a:pathLst>
                <a:path w="6038" h="4758" extrusionOk="0">
                  <a:moveTo>
                    <a:pt x="1807" y="0"/>
                  </a:moveTo>
                  <a:cubicBezTo>
                    <a:pt x="1437" y="0"/>
                    <a:pt x="1064" y="37"/>
                    <a:pt x="701" y="106"/>
                  </a:cubicBezTo>
                  <a:cubicBezTo>
                    <a:pt x="501" y="139"/>
                    <a:pt x="267" y="206"/>
                    <a:pt x="134" y="373"/>
                  </a:cubicBezTo>
                  <a:cubicBezTo>
                    <a:pt x="89" y="417"/>
                    <a:pt x="63" y="480"/>
                    <a:pt x="56" y="547"/>
                  </a:cubicBezTo>
                  <a:lnTo>
                    <a:pt x="56" y="547"/>
                  </a:lnTo>
                  <a:lnTo>
                    <a:pt x="34" y="506"/>
                  </a:lnTo>
                  <a:lnTo>
                    <a:pt x="34" y="506"/>
                  </a:lnTo>
                  <a:cubicBezTo>
                    <a:pt x="0" y="806"/>
                    <a:pt x="267" y="1106"/>
                    <a:pt x="501" y="1307"/>
                  </a:cubicBezTo>
                  <a:cubicBezTo>
                    <a:pt x="1668" y="2474"/>
                    <a:pt x="2869" y="3608"/>
                    <a:pt x="4237" y="4476"/>
                  </a:cubicBezTo>
                  <a:cubicBezTo>
                    <a:pt x="4462" y="4617"/>
                    <a:pt x="4712" y="4757"/>
                    <a:pt x="4965" y="4757"/>
                  </a:cubicBezTo>
                  <a:cubicBezTo>
                    <a:pt x="5011" y="4757"/>
                    <a:pt x="5057" y="4753"/>
                    <a:pt x="5104" y="4742"/>
                  </a:cubicBezTo>
                  <a:cubicBezTo>
                    <a:pt x="5471" y="4642"/>
                    <a:pt x="5671" y="4275"/>
                    <a:pt x="5771" y="3908"/>
                  </a:cubicBezTo>
                  <a:cubicBezTo>
                    <a:pt x="6038" y="2674"/>
                    <a:pt x="5337" y="1373"/>
                    <a:pt x="4303" y="706"/>
                  </a:cubicBezTo>
                  <a:cubicBezTo>
                    <a:pt x="3574" y="212"/>
                    <a:pt x="2695" y="0"/>
                    <a:pt x="18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p:cNvSpPr/>
            <p:nvPr/>
          </p:nvSpPr>
          <p:spPr>
            <a:xfrm>
              <a:off x="2302382" y="3382572"/>
              <a:ext cx="30493" cy="29822"/>
            </a:xfrm>
            <a:custGeom>
              <a:avLst/>
              <a:gdLst/>
              <a:ahLst/>
              <a:cxnLst/>
              <a:rect l="l" t="t" r="r" b="b"/>
              <a:pathLst>
                <a:path w="1536" h="1502" extrusionOk="0">
                  <a:moveTo>
                    <a:pt x="768" y="0"/>
                  </a:moveTo>
                  <a:cubicBezTo>
                    <a:pt x="334" y="0"/>
                    <a:pt x="1" y="334"/>
                    <a:pt x="1" y="734"/>
                  </a:cubicBezTo>
                  <a:cubicBezTo>
                    <a:pt x="1" y="1168"/>
                    <a:pt x="334" y="1501"/>
                    <a:pt x="768" y="1501"/>
                  </a:cubicBezTo>
                  <a:cubicBezTo>
                    <a:pt x="1168" y="1501"/>
                    <a:pt x="1535" y="1168"/>
                    <a:pt x="1535" y="734"/>
                  </a:cubicBezTo>
                  <a:cubicBezTo>
                    <a:pt x="1535" y="334"/>
                    <a:pt x="1168" y="0"/>
                    <a:pt x="7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p:cNvSpPr/>
            <p:nvPr/>
          </p:nvSpPr>
          <p:spPr>
            <a:xfrm>
              <a:off x="2083191" y="3558249"/>
              <a:ext cx="88105" cy="77931"/>
            </a:xfrm>
            <a:custGeom>
              <a:avLst/>
              <a:gdLst/>
              <a:ahLst/>
              <a:cxnLst/>
              <a:rect l="l" t="t" r="r" b="b"/>
              <a:pathLst>
                <a:path w="4438" h="3925" extrusionOk="0">
                  <a:moveTo>
                    <a:pt x="2598" y="0"/>
                  </a:moveTo>
                  <a:cubicBezTo>
                    <a:pt x="2494" y="0"/>
                    <a:pt x="2386" y="42"/>
                    <a:pt x="2302" y="125"/>
                  </a:cubicBezTo>
                  <a:cubicBezTo>
                    <a:pt x="2169" y="259"/>
                    <a:pt x="2169" y="526"/>
                    <a:pt x="2302" y="659"/>
                  </a:cubicBezTo>
                  <a:lnTo>
                    <a:pt x="2469" y="826"/>
                  </a:lnTo>
                  <a:cubicBezTo>
                    <a:pt x="2402" y="826"/>
                    <a:pt x="2369" y="859"/>
                    <a:pt x="2336" y="859"/>
                  </a:cubicBezTo>
                  <a:lnTo>
                    <a:pt x="1535" y="325"/>
                  </a:lnTo>
                  <a:cubicBezTo>
                    <a:pt x="1482" y="286"/>
                    <a:pt x="1419" y="267"/>
                    <a:pt x="1356" y="267"/>
                  </a:cubicBezTo>
                  <a:cubicBezTo>
                    <a:pt x="1259" y="267"/>
                    <a:pt x="1162" y="311"/>
                    <a:pt x="1101" y="392"/>
                  </a:cubicBezTo>
                  <a:cubicBezTo>
                    <a:pt x="1001" y="526"/>
                    <a:pt x="1035" y="726"/>
                    <a:pt x="1168" y="826"/>
                  </a:cubicBezTo>
                  <a:lnTo>
                    <a:pt x="1702" y="1193"/>
                  </a:lnTo>
                  <a:lnTo>
                    <a:pt x="1669" y="1193"/>
                  </a:lnTo>
                  <a:lnTo>
                    <a:pt x="768" y="592"/>
                  </a:lnTo>
                  <a:cubicBezTo>
                    <a:pt x="715" y="553"/>
                    <a:pt x="652" y="534"/>
                    <a:pt x="589" y="534"/>
                  </a:cubicBezTo>
                  <a:cubicBezTo>
                    <a:pt x="492" y="534"/>
                    <a:pt x="395" y="578"/>
                    <a:pt x="334" y="659"/>
                  </a:cubicBezTo>
                  <a:cubicBezTo>
                    <a:pt x="234" y="792"/>
                    <a:pt x="301" y="993"/>
                    <a:pt x="434" y="1093"/>
                  </a:cubicBezTo>
                  <a:lnTo>
                    <a:pt x="1335" y="1693"/>
                  </a:lnTo>
                  <a:cubicBezTo>
                    <a:pt x="1335" y="1693"/>
                    <a:pt x="1302" y="1726"/>
                    <a:pt x="1302" y="1726"/>
                  </a:cubicBezTo>
                  <a:lnTo>
                    <a:pt x="534" y="1193"/>
                  </a:lnTo>
                  <a:cubicBezTo>
                    <a:pt x="484" y="1155"/>
                    <a:pt x="425" y="1136"/>
                    <a:pt x="365" y="1136"/>
                  </a:cubicBezTo>
                  <a:cubicBezTo>
                    <a:pt x="265" y="1136"/>
                    <a:pt x="163" y="1189"/>
                    <a:pt x="101" y="1293"/>
                  </a:cubicBezTo>
                  <a:cubicBezTo>
                    <a:pt x="1" y="1426"/>
                    <a:pt x="67" y="1593"/>
                    <a:pt x="201" y="1693"/>
                  </a:cubicBezTo>
                  <a:lnTo>
                    <a:pt x="1168" y="2360"/>
                  </a:lnTo>
                  <a:cubicBezTo>
                    <a:pt x="1168" y="2394"/>
                    <a:pt x="1168" y="2394"/>
                    <a:pt x="1168" y="2427"/>
                  </a:cubicBezTo>
                  <a:lnTo>
                    <a:pt x="701" y="2093"/>
                  </a:lnTo>
                  <a:cubicBezTo>
                    <a:pt x="649" y="2054"/>
                    <a:pt x="586" y="2035"/>
                    <a:pt x="522" y="2035"/>
                  </a:cubicBezTo>
                  <a:cubicBezTo>
                    <a:pt x="425" y="2035"/>
                    <a:pt x="328" y="2079"/>
                    <a:pt x="268" y="2160"/>
                  </a:cubicBezTo>
                  <a:cubicBezTo>
                    <a:pt x="167" y="2294"/>
                    <a:pt x="201" y="2494"/>
                    <a:pt x="368" y="2594"/>
                  </a:cubicBezTo>
                  <a:lnTo>
                    <a:pt x="1568" y="3428"/>
                  </a:lnTo>
                  <a:cubicBezTo>
                    <a:pt x="1669" y="3528"/>
                    <a:pt x="1735" y="3594"/>
                    <a:pt x="1835" y="3661"/>
                  </a:cubicBezTo>
                  <a:cubicBezTo>
                    <a:pt x="2101" y="3839"/>
                    <a:pt x="2406" y="3924"/>
                    <a:pt x="2709" y="3924"/>
                  </a:cubicBezTo>
                  <a:cubicBezTo>
                    <a:pt x="3203" y="3924"/>
                    <a:pt x="3693" y="3695"/>
                    <a:pt x="4004" y="3261"/>
                  </a:cubicBezTo>
                  <a:cubicBezTo>
                    <a:pt x="4437" y="2594"/>
                    <a:pt x="4337" y="1760"/>
                    <a:pt x="3803" y="1259"/>
                  </a:cubicBezTo>
                  <a:cubicBezTo>
                    <a:pt x="3770" y="1126"/>
                    <a:pt x="3737" y="993"/>
                    <a:pt x="3637" y="893"/>
                  </a:cubicBezTo>
                  <a:cubicBezTo>
                    <a:pt x="3603" y="859"/>
                    <a:pt x="3570" y="826"/>
                    <a:pt x="3537" y="792"/>
                  </a:cubicBezTo>
                  <a:lnTo>
                    <a:pt x="2869" y="125"/>
                  </a:lnTo>
                  <a:cubicBezTo>
                    <a:pt x="2803" y="42"/>
                    <a:pt x="2703" y="0"/>
                    <a:pt x="2598" y="0"/>
                  </a:cubicBezTo>
                  <a:close/>
                </a:path>
              </a:pathLst>
            </a:custGeom>
            <a:solidFill>
              <a:srgbClr val="FFFFFF"/>
            </a:solidFill>
            <a:ln w="10850" cap="rnd" cmpd="sng">
              <a:solidFill>
                <a:srgbClr val="2A297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2148764" y="3561386"/>
              <a:ext cx="201979" cy="125206"/>
            </a:xfrm>
            <a:custGeom>
              <a:avLst/>
              <a:gdLst/>
              <a:ahLst/>
              <a:cxnLst/>
              <a:rect l="l" t="t" r="r" b="b"/>
              <a:pathLst>
                <a:path w="10174" h="6306" fill="none" extrusionOk="0">
                  <a:moveTo>
                    <a:pt x="10174" y="1"/>
                  </a:moveTo>
                  <a:lnTo>
                    <a:pt x="5104" y="6305"/>
                  </a:lnTo>
                  <a:lnTo>
                    <a:pt x="0" y="2336"/>
                  </a:lnTo>
                </a:path>
              </a:pathLst>
            </a:custGeom>
            <a:noFill/>
            <a:ln w="73375" cap="rnd" cmpd="sng">
              <a:solidFill>
                <a:srgbClr val="504F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1808373" y="3309704"/>
              <a:ext cx="105973" cy="70227"/>
            </a:xfrm>
            <a:custGeom>
              <a:avLst/>
              <a:gdLst/>
              <a:ahLst/>
              <a:cxnLst/>
              <a:rect l="l" t="t" r="r" b="b"/>
              <a:pathLst>
                <a:path w="5338" h="3537" extrusionOk="0">
                  <a:moveTo>
                    <a:pt x="0" y="1"/>
                  </a:moveTo>
                  <a:lnTo>
                    <a:pt x="0" y="3537"/>
                  </a:lnTo>
                  <a:lnTo>
                    <a:pt x="5338" y="3537"/>
                  </a:lnTo>
                  <a:lnTo>
                    <a:pt x="53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6"/>
            <p:cNvSpPr/>
            <p:nvPr/>
          </p:nvSpPr>
          <p:spPr>
            <a:xfrm>
              <a:off x="1808373" y="3378601"/>
              <a:ext cx="56302" cy="70882"/>
            </a:xfrm>
            <a:custGeom>
              <a:avLst/>
              <a:gdLst/>
              <a:ahLst/>
              <a:cxnLst/>
              <a:rect l="l" t="t" r="r" b="b"/>
              <a:pathLst>
                <a:path w="2836" h="3570" extrusionOk="0">
                  <a:moveTo>
                    <a:pt x="0" y="0"/>
                  </a:moveTo>
                  <a:lnTo>
                    <a:pt x="0" y="3569"/>
                  </a:lnTo>
                  <a:lnTo>
                    <a:pt x="2836" y="3569"/>
                  </a:lnTo>
                  <a:lnTo>
                    <a:pt x="28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p:cNvSpPr/>
            <p:nvPr/>
          </p:nvSpPr>
          <p:spPr>
            <a:xfrm>
              <a:off x="1808373" y="3327593"/>
              <a:ext cx="105973" cy="20"/>
            </a:xfrm>
            <a:custGeom>
              <a:avLst/>
              <a:gdLst/>
              <a:ahLst/>
              <a:cxnLst/>
              <a:rect l="l" t="t" r="r" b="b"/>
              <a:pathLst>
                <a:path w="5338" h="1" extrusionOk="0">
                  <a:moveTo>
                    <a:pt x="5338" y="1"/>
                  </a:moveTo>
                  <a:lnTo>
                    <a:pt x="0"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6"/>
            <p:cNvSpPr/>
            <p:nvPr/>
          </p:nvSpPr>
          <p:spPr>
            <a:xfrm>
              <a:off x="1808373" y="3327593"/>
              <a:ext cx="105973" cy="20"/>
            </a:xfrm>
            <a:custGeom>
              <a:avLst/>
              <a:gdLst/>
              <a:ahLst/>
              <a:cxnLst/>
              <a:rect l="l" t="t" r="r" b="b"/>
              <a:pathLst>
                <a:path w="5338" h="1" fill="none" extrusionOk="0">
                  <a:moveTo>
                    <a:pt x="5338" y="1"/>
                  </a:moveTo>
                  <a:lnTo>
                    <a:pt x="0" y="1"/>
                  </a:lnTo>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6"/>
            <p:cNvSpPr/>
            <p:nvPr/>
          </p:nvSpPr>
          <p:spPr>
            <a:xfrm>
              <a:off x="1809028" y="3327593"/>
              <a:ext cx="25193" cy="43741"/>
            </a:xfrm>
            <a:custGeom>
              <a:avLst/>
              <a:gdLst/>
              <a:ahLst/>
              <a:cxnLst/>
              <a:rect l="l" t="t" r="r" b="b"/>
              <a:pathLst>
                <a:path w="1269" h="2203" fill="none" extrusionOk="0">
                  <a:moveTo>
                    <a:pt x="1268" y="1"/>
                  </a:moveTo>
                  <a:lnTo>
                    <a:pt x="1268" y="2202"/>
                  </a:lnTo>
                  <a:lnTo>
                    <a:pt x="1" y="2202"/>
                  </a:lnTo>
                </a:path>
              </a:pathLst>
            </a:custGeom>
            <a:noFill/>
            <a:ln w="1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1898444" y="3301107"/>
              <a:ext cx="25828" cy="87441"/>
            </a:xfrm>
            <a:custGeom>
              <a:avLst/>
              <a:gdLst/>
              <a:ahLst/>
              <a:cxnLst/>
              <a:rect l="l" t="t" r="r" b="b"/>
              <a:pathLst>
                <a:path w="1301" h="4404" extrusionOk="0">
                  <a:moveTo>
                    <a:pt x="0" y="0"/>
                  </a:moveTo>
                  <a:lnTo>
                    <a:pt x="0" y="4403"/>
                  </a:lnTo>
                  <a:lnTo>
                    <a:pt x="1301" y="4403"/>
                  </a:lnTo>
                  <a:lnTo>
                    <a:pt x="1301" y="0"/>
                  </a:lnTo>
                  <a:close/>
                </a:path>
              </a:pathLst>
            </a:custGeom>
            <a:solidFill>
              <a:srgbClr val="565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a:off x="1497780" y="3456075"/>
              <a:ext cx="357623" cy="265620"/>
            </a:xfrm>
            <a:custGeom>
              <a:avLst/>
              <a:gdLst/>
              <a:ahLst/>
              <a:cxnLst/>
              <a:rect l="l" t="t" r="r" b="b"/>
              <a:pathLst>
                <a:path w="18014" h="13378" extrusionOk="0">
                  <a:moveTo>
                    <a:pt x="3170" y="1"/>
                  </a:moveTo>
                  <a:lnTo>
                    <a:pt x="1" y="2703"/>
                  </a:lnTo>
                  <a:lnTo>
                    <a:pt x="8440" y="12643"/>
                  </a:lnTo>
                  <a:cubicBezTo>
                    <a:pt x="8841" y="13144"/>
                    <a:pt x="9441" y="13377"/>
                    <a:pt x="10041" y="13377"/>
                  </a:cubicBezTo>
                  <a:cubicBezTo>
                    <a:pt x="10275" y="13377"/>
                    <a:pt x="10508" y="13344"/>
                    <a:pt x="10742" y="13277"/>
                  </a:cubicBezTo>
                  <a:lnTo>
                    <a:pt x="18014" y="10742"/>
                  </a:lnTo>
                  <a:lnTo>
                    <a:pt x="16646" y="6806"/>
                  </a:lnTo>
                  <a:lnTo>
                    <a:pt x="10709" y="8874"/>
                  </a:lnTo>
                  <a:lnTo>
                    <a:pt x="31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p:cNvSpPr/>
            <p:nvPr/>
          </p:nvSpPr>
          <p:spPr>
            <a:xfrm>
              <a:off x="1313688" y="4266079"/>
              <a:ext cx="178831" cy="114603"/>
            </a:xfrm>
            <a:custGeom>
              <a:avLst/>
              <a:gdLst/>
              <a:ahLst/>
              <a:cxnLst/>
              <a:rect l="l" t="t" r="r" b="b"/>
              <a:pathLst>
                <a:path w="9008" h="5772" extrusionOk="0">
                  <a:moveTo>
                    <a:pt x="1" y="1"/>
                  </a:moveTo>
                  <a:lnTo>
                    <a:pt x="1" y="2069"/>
                  </a:lnTo>
                  <a:lnTo>
                    <a:pt x="1" y="5772"/>
                  </a:lnTo>
                  <a:lnTo>
                    <a:pt x="9007" y="5772"/>
                  </a:lnTo>
                  <a:cubicBezTo>
                    <a:pt x="9007" y="3737"/>
                    <a:pt x="5071" y="2069"/>
                    <a:pt x="3003" y="2069"/>
                  </a:cubicBezTo>
                  <a:lnTo>
                    <a:pt x="3470" y="2069"/>
                  </a:lnTo>
                  <a:lnTo>
                    <a:pt x="34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p:cNvSpPr/>
            <p:nvPr/>
          </p:nvSpPr>
          <p:spPr>
            <a:xfrm>
              <a:off x="1672621" y="4266079"/>
              <a:ext cx="178811" cy="114603"/>
            </a:xfrm>
            <a:custGeom>
              <a:avLst/>
              <a:gdLst/>
              <a:ahLst/>
              <a:cxnLst/>
              <a:rect l="l" t="t" r="r" b="b"/>
              <a:pathLst>
                <a:path w="9007" h="5772" extrusionOk="0">
                  <a:moveTo>
                    <a:pt x="0" y="1"/>
                  </a:moveTo>
                  <a:lnTo>
                    <a:pt x="0" y="2069"/>
                  </a:lnTo>
                  <a:lnTo>
                    <a:pt x="0" y="5772"/>
                  </a:lnTo>
                  <a:lnTo>
                    <a:pt x="9007" y="5772"/>
                  </a:lnTo>
                  <a:cubicBezTo>
                    <a:pt x="9007" y="3737"/>
                    <a:pt x="5071" y="2069"/>
                    <a:pt x="3036" y="2069"/>
                  </a:cubicBezTo>
                  <a:lnTo>
                    <a:pt x="3469" y="2069"/>
                  </a:lnTo>
                  <a:lnTo>
                    <a:pt x="34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1299791" y="3713713"/>
              <a:ext cx="275493" cy="572261"/>
            </a:xfrm>
            <a:custGeom>
              <a:avLst/>
              <a:gdLst/>
              <a:ahLst/>
              <a:cxnLst/>
              <a:rect l="l" t="t" r="r" b="b"/>
              <a:pathLst>
                <a:path w="13877" h="28822" extrusionOk="0">
                  <a:moveTo>
                    <a:pt x="6572" y="1"/>
                  </a:moveTo>
                  <a:lnTo>
                    <a:pt x="0" y="27821"/>
                  </a:lnTo>
                  <a:lnTo>
                    <a:pt x="4904" y="28821"/>
                  </a:lnTo>
                  <a:lnTo>
                    <a:pt x="13877" y="1735"/>
                  </a:lnTo>
                  <a:lnTo>
                    <a:pt x="6572"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1451425" y="3680595"/>
              <a:ext cx="309282" cy="605379"/>
            </a:xfrm>
            <a:custGeom>
              <a:avLst/>
              <a:gdLst/>
              <a:ahLst/>
              <a:cxnLst/>
              <a:rect l="l" t="t" r="r" b="b"/>
              <a:pathLst>
                <a:path w="15579" h="30490" extrusionOk="0">
                  <a:moveTo>
                    <a:pt x="7406" y="1"/>
                  </a:moveTo>
                  <a:lnTo>
                    <a:pt x="1" y="3103"/>
                  </a:lnTo>
                  <a:lnTo>
                    <a:pt x="10342" y="29922"/>
                  </a:lnTo>
                  <a:lnTo>
                    <a:pt x="15579" y="30489"/>
                  </a:lnTo>
                  <a:lnTo>
                    <a:pt x="15579" y="30489"/>
                  </a:lnTo>
                  <a:lnTo>
                    <a:pt x="7406"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a:off x="1516323" y="3381897"/>
              <a:ext cx="68908" cy="107316"/>
            </a:xfrm>
            <a:custGeom>
              <a:avLst/>
              <a:gdLst/>
              <a:ahLst/>
              <a:cxnLst/>
              <a:rect l="l" t="t" r="r" b="b"/>
              <a:pathLst>
                <a:path w="3471" h="5405" extrusionOk="0">
                  <a:moveTo>
                    <a:pt x="435" y="1"/>
                  </a:moveTo>
                  <a:lnTo>
                    <a:pt x="1" y="5138"/>
                  </a:lnTo>
                  <a:lnTo>
                    <a:pt x="3003" y="5405"/>
                  </a:lnTo>
                  <a:lnTo>
                    <a:pt x="3470" y="268"/>
                  </a:lnTo>
                  <a:lnTo>
                    <a:pt x="435" y="1"/>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6"/>
            <p:cNvSpPr/>
            <p:nvPr/>
          </p:nvSpPr>
          <p:spPr>
            <a:xfrm>
              <a:off x="1522298" y="3389858"/>
              <a:ext cx="62257" cy="31291"/>
            </a:xfrm>
            <a:custGeom>
              <a:avLst/>
              <a:gdLst/>
              <a:ahLst/>
              <a:cxnLst/>
              <a:rect l="l" t="t" r="r" b="b"/>
              <a:pathLst>
                <a:path w="3136" h="1576" extrusionOk="0">
                  <a:moveTo>
                    <a:pt x="134" y="0"/>
                  </a:moveTo>
                  <a:lnTo>
                    <a:pt x="0" y="1368"/>
                  </a:lnTo>
                  <a:cubicBezTo>
                    <a:pt x="234" y="1468"/>
                    <a:pt x="534" y="1535"/>
                    <a:pt x="801" y="1568"/>
                  </a:cubicBezTo>
                  <a:cubicBezTo>
                    <a:pt x="866" y="1573"/>
                    <a:pt x="931" y="1576"/>
                    <a:pt x="996" y="1576"/>
                  </a:cubicBezTo>
                  <a:cubicBezTo>
                    <a:pt x="1758" y="1576"/>
                    <a:pt x="2474" y="1221"/>
                    <a:pt x="2936" y="667"/>
                  </a:cubicBezTo>
                  <a:cubicBezTo>
                    <a:pt x="3002" y="567"/>
                    <a:pt x="3069" y="467"/>
                    <a:pt x="3136" y="334"/>
                  </a:cubicBezTo>
                  <a:lnTo>
                    <a:pt x="3136" y="267"/>
                  </a:lnTo>
                  <a:lnTo>
                    <a:pt x="13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6"/>
            <p:cNvSpPr/>
            <p:nvPr/>
          </p:nvSpPr>
          <p:spPr>
            <a:xfrm>
              <a:off x="1494485" y="3202924"/>
              <a:ext cx="172201" cy="186677"/>
            </a:xfrm>
            <a:custGeom>
              <a:avLst/>
              <a:gdLst/>
              <a:ahLst/>
              <a:cxnLst/>
              <a:rect l="l" t="t" r="r" b="b"/>
              <a:pathLst>
                <a:path w="8674" h="9402" extrusionOk="0">
                  <a:moveTo>
                    <a:pt x="2681" y="1"/>
                  </a:moveTo>
                  <a:cubicBezTo>
                    <a:pt x="1562" y="1"/>
                    <a:pt x="629" y="837"/>
                    <a:pt x="534" y="1943"/>
                  </a:cubicBezTo>
                  <a:lnTo>
                    <a:pt x="134" y="6346"/>
                  </a:lnTo>
                  <a:cubicBezTo>
                    <a:pt x="0" y="7847"/>
                    <a:pt x="1101" y="9182"/>
                    <a:pt x="2635" y="9315"/>
                  </a:cubicBezTo>
                  <a:lnTo>
                    <a:pt x="3469" y="9382"/>
                  </a:lnTo>
                  <a:cubicBezTo>
                    <a:pt x="3611" y="9395"/>
                    <a:pt x="3753" y="9402"/>
                    <a:pt x="3893" y="9402"/>
                  </a:cubicBezTo>
                  <a:cubicBezTo>
                    <a:pt x="6181" y="9402"/>
                    <a:pt x="8117" y="7638"/>
                    <a:pt x="8306" y="5312"/>
                  </a:cubicBezTo>
                  <a:lnTo>
                    <a:pt x="8573" y="2410"/>
                  </a:lnTo>
                  <a:cubicBezTo>
                    <a:pt x="8673" y="1376"/>
                    <a:pt x="7872" y="442"/>
                    <a:pt x="6838" y="342"/>
                  </a:cubicBezTo>
                  <a:lnTo>
                    <a:pt x="2869" y="8"/>
                  </a:lnTo>
                  <a:cubicBezTo>
                    <a:pt x="2806" y="3"/>
                    <a:pt x="2743" y="1"/>
                    <a:pt x="26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p:nvPr/>
          </p:nvSpPr>
          <p:spPr>
            <a:xfrm>
              <a:off x="1524939" y="3251429"/>
              <a:ext cx="138431" cy="145219"/>
            </a:xfrm>
            <a:custGeom>
              <a:avLst/>
              <a:gdLst/>
              <a:ahLst/>
              <a:cxnLst/>
              <a:rect l="l" t="t" r="r" b="b"/>
              <a:pathLst>
                <a:path w="6973" h="7314" extrusionOk="0">
                  <a:moveTo>
                    <a:pt x="601" y="0"/>
                  </a:moveTo>
                  <a:lnTo>
                    <a:pt x="1" y="6972"/>
                  </a:lnTo>
                  <a:lnTo>
                    <a:pt x="3803" y="7306"/>
                  </a:lnTo>
                  <a:cubicBezTo>
                    <a:pt x="3864" y="7311"/>
                    <a:pt x="3925" y="7313"/>
                    <a:pt x="3985" y="7313"/>
                  </a:cubicBezTo>
                  <a:cubicBezTo>
                    <a:pt x="5107" y="7313"/>
                    <a:pt x="6043" y="6444"/>
                    <a:pt x="6138" y="5304"/>
                  </a:cubicBezTo>
                  <a:lnTo>
                    <a:pt x="6272" y="4003"/>
                  </a:lnTo>
                  <a:lnTo>
                    <a:pt x="6305" y="4003"/>
                  </a:lnTo>
                  <a:lnTo>
                    <a:pt x="6539" y="4037"/>
                  </a:lnTo>
                  <a:cubicBezTo>
                    <a:pt x="6739" y="4037"/>
                    <a:pt x="6939" y="3870"/>
                    <a:pt x="6972" y="3670"/>
                  </a:cubicBezTo>
                  <a:cubicBezTo>
                    <a:pt x="6972" y="3436"/>
                    <a:pt x="6805" y="3269"/>
                    <a:pt x="6605" y="3236"/>
                  </a:cubicBezTo>
                  <a:lnTo>
                    <a:pt x="6372" y="3203"/>
                  </a:lnTo>
                  <a:cubicBezTo>
                    <a:pt x="6372" y="3203"/>
                    <a:pt x="6338" y="3236"/>
                    <a:pt x="6338" y="3236"/>
                  </a:cubicBezTo>
                  <a:lnTo>
                    <a:pt x="6572" y="534"/>
                  </a:lnTo>
                  <a:lnTo>
                    <a:pt x="601" y="0"/>
                  </a:lnTo>
                  <a:close/>
                </a:path>
              </a:pathLst>
            </a:custGeom>
            <a:solidFill>
              <a:srgbClr val="FFFFFF"/>
            </a:solidFill>
            <a:ln w="10850" cap="rnd" cmpd="sng">
              <a:solidFill>
                <a:srgbClr val="2A297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6"/>
            <p:cNvSpPr/>
            <p:nvPr/>
          </p:nvSpPr>
          <p:spPr>
            <a:xfrm>
              <a:off x="1508382" y="3208205"/>
              <a:ext cx="130490" cy="113968"/>
            </a:xfrm>
            <a:custGeom>
              <a:avLst/>
              <a:gdLst/>
              <a:ahLst/>
              <a:cxnLst/>
              <a:rect l="l" t="t" r="r" b="b"/>
              <a:pathLst>
                <a:path w="6573" h="5740" extrusionOk="0">
                  <a:moveTo>
                    <a:pt x="2221" y="0"/>
                  </a:moveTo>
                  <a:cubicBezTo>
                    <a:pt x="1261" y="0"/>
                    <a:pt x="428" y="739"/>
                    <a:pt x="334" y="1744"/>
                  </a:cubicBezTo>
                  <a:lnTo>
                    <a:pt x="1" y="5547"/>
                  </a:lnTo>
                  <a:cubicBezTo>
                    <a:pt x="429" y="5672"/>
                    <a:pt x="877" y="5739"/>
                    <a:pt x="1344" y="5739"/>
                  </a:cubicBezTo>
                  <a:cubicBezTo>
                    <a:pt x="1749" y="5739"/>
                    <a:pt x="2169" y="5688"/>
                    <a:pt x="2603" y="5580"/>
                  </a:cubicBezTo>
                  <a:cubicBezTo>
                    <a:pt x="4804" y="5080"/>
                    <a:pt x="6372" y="3178"/>
                    <a:pt x="6539" y="910"/>
                  </a:cubicBezTo>
                  <a:cubicBezTo>
                    <a:pt x="6572" y="743"/>
                    <a:pt x="6572" y="543"/>
                    <a:pt x="6572" y="376"/>
                  </a:cubicBezTo>
                  <a:lnTo>
                    <a:pt x="2402" y="9"/>
                  </a:lnTo>
                  <a:cubicBezTo>
                    <a:pt x="2342" y="3"/>
                    <a:pt x="2281" y="0"/>
                    <a:pt x="22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p:nvPr/>
          </p:nvSpPr>
          <p:spPr>
            <a:xfrm>
              <a:off x="1519638" y="3296461"/>
              <a:ext cx="47050" cy="79817"/>
            </a:xfrm>
            <a:custGeom>
              <a:avLst/>
              <a:gdLst/>
              <a:ahLst/>
              <a:cxnLst/>
              <a:rect l="l" t="t" r="r" b="b"/>
              <a:pathLst>
                <a:path w="2370" h="4020" extrusionOk="0">
                  <a:moveTo>
                    <a:pt x="534" y="1"/>
                  </a:moveTo>
                  <a:lnTo>
                    <a:pt x="1" y="4004"/>
                  </a:lnTo>
                  <a:cubicBezTo>
                    <a:pt x="83" y="4015"/>
                    <a:pt x="165" y="4020"/>
                    <a:pt x="246" y="4020"/>
                  </a:cubicBezTo>
                  <a:cubicBezTo>
                    <a:pt x="1150" y="4020"/>
                    <a:pt x="1946" y="3354"/>
                    <a:pt x="2069" y="2436"/>
                  </a:cubicBezTo>
                  <a:lnTo>
                    <a:pt x="2369" y="234"/>
                  </a:lnTo>
                  <a:lnTo>
                    <a:pt x="5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1554082" y="3288479"/>
              <a:ext cx="39090" cy="37844"/>
            </a:xfrm>
            <a:custGeom>
              <a:avLst/>
              <a:gdLst/>
              <a:ahLst/>
              <a:cxnLst/>
              <a:rect l="l" t="t" r="r" b="b"/>
              <a:pathLst>
                <a:path w="1969" h="1906" extrusionOk="0">
                  <a:moveTo>
                    <a:pt x="1006" y="1"/>
                  </a:moveTo>
                  <a:cubicBezTo>
                    <a:pt x="501" y="1"/>
                    <a:pt x="98" y="389"/>
                    <a:pt x="34" y="870"/>
                  </a:cubicBezTo>
                  <a:cubicBezTo>
                    <a:pt x="0" y="1403"/>
                    <a:pt x="367" y="1870"/>
                    <a:pt x="901" y="1904"/>
                  </a:cubicBezTo>
                  <a:cubicBezTo>
                    <a:pt x="923" y="1905"/>
                    <a:pt x="946" y="1906"/>
                    <a:pt x="968" y="1906"/>
                  </a:cubicBezTo>
                  <a:cubicBezTo>
                    <a:pt x="1471" y="1906"/>
                    <a:pt x="1871" y="1548"/>
                    <a:pt x="1935" y="1037"/>
                  </a:cubicBezTo>
                  <a:cubicBezTo>
                    <a:pt x="1968" y="536"/>
                    <a:pt x="1601" y="69"/>
                    <a:pt x="1068" y="2"/>
                  </a:cubicBezTo>
                  <a:cubicBezTo>
                    <a:pt x="1047" y="1"/>
                    <a:pt x="1026" y="1"/>
                    <a:pt x="10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1552097" y="3204889"/>
              <a:ext cx="134441" cy="61412"/>
            </a:xfrm>
            <a:custGeom>
              <a:avLst/>
              <a:gdLst/>
              <a:ahLst/>
              <a:cxnLst/>
              <a:rect l="l" t="t" r="r" b="b"/>
              <a:pathLst>
                <a:path w="6772" h="3093" extrusionOk="0">
                  <a:moveTo>
                    <a:pt x="1459" y="0"/>
                  </a:moveTo>
                  <a:cubicBezTo>
                    <a:pt x="899" y="0"/>
                    <a:pt x="425" y="284"/>
                    <a:pt x="334" y="677"/>
                  </a:cubicBezTo>
                  <a:lnTo>
                    <a:pt x="67" y="2011"/>
                  </a:lnTo>
                  <a:cubicBezTo>
                    <a:pt x="0" y="2445"/>
                    <a:pt x="434" y="2811"/>
                    <a:pt x="1068" y="2878"/>
                  </a:cubicBezTo>
                  <a:lnTo>
                    <a:pt x="3136" y="3078"/>
                  </a:lnTo>
                  <a:cubicBezTo>
                    <a:pt x="3263" y="3088"/>
                    <a:pt x="3388" y="3093"/>
                    <a:pt x="3513" y="3093"/>
                  </a:cubicBezTo>
                  <a:cubicBezTo>
                    <a:pt x="5092" y="3093"/>
                    <a:pt x="6455" y="2326"/>
                    <a:pt x="6672" y="1244"/>
                  </a:cubicBezTo>
                  <a:cubicBezTo>
                    <a:pt x="6772" y="810"/>
                    <a:pt x="6338" y="410"/>
                    <a:pt x="5704" y="343"/>
                  </a:cubicBezTo>
                  <a:lnTo>
                    <a:pt x="1635" y="9"/>
                  </a:lnTo>
                  <a:cubicBezTo>
                    <a:pt x="1575" y="3"/>
                    <a:pt x="1517" y="0"/>
                    <a:pt x="14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1400444" y="3442534"/>
              <a:ext cx="252980" cy="357966"/>
            </a:xfrm>
            <a:custGeom>
              <a:avLst/>
              <a:gdLst/>
              <a:ahLst/>
              <a:cxnLst/>
              <a:rect l="l" t="t" r="r" b="b"/>
              <a:pathLst>
                <a:path w="12743" h="18029" extrusionOk="0">
                  <a:moveTo>
                    <a:pt x="4303" y="1"/>
                  </a:moveTo>
                  <a:cubicBezTo>
                    <a:pt x="2729" y="1"/>
                    <a:pt x="1394" y="1218"/>
                    <a:pt x="1268" y="2818"/>
                  </a:cubicBezTo>
                  <a:lnTo>
                    <a:pt x="0" y="17028"/>
                  </a:lnTo>
                  <a:lnTo>
                    <a:pt x="11442" y="18029"/>
                  </a:lnTo>
                  <a:lnTo>
                    <a:pt x="12476" y="6053"/>
                  </a:lnTo>
                  <a:cubicBezTo>
                    <a:pt x="12743" y="3118"/>
                    <a:pt x="10575" y="516"/>
                    <a:pt x="7639" y="283"/>
                  </a:cubicBezTo>
                  <a:lnTo>
                    <a:pt x="4604" y="16"/>
                  </a:lnTo>
                  <a:cubicBezTo>
                    <a:pt x="4503" y="6"/>
                    <a:pt x="4402" y="1"/>
                    <a:pt x="43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6"/>
            <p:cNvSpPr/>
            <p:nvPr/>
          </p:nvSpPr>
          <p:spPr>
            <a:xfrm>
              <a:off x="1757372" y="3398039"/>
              <a:ext cx="123860" cy="111486"/>
            </a:xfrm>
            <a:custGeom>
              <a:avLst/>
              <a:gdLst/>
              <a:ahLst/>
              <a:cxnLst/>
              <a:rect l="l" t="t" r="r" b="b"/>
              <a:pathLst>
                <a:path w="6239" h="5615" extrusionOk="0">
                  <a:moveTo>
                    <a:pt x="2440" y="1"/>
                  </a:moveTo>
                  <a:cubicBezTo>
                    <a:pt x="2313" y="1"/>
                    <a:pt x="2190" y="51"/>
                    <a:pt x="2102" y="155"/>
                  </a:cubicBezTo>
                  <a:lnTo>
                    <a:pt x="1168" y="1256"/>
                  </a:lnTo>
                  <a:cubicBezTo>
                    <a:pt x="1102" y="1289"/>
                    <a:pt x="1035" y="1323"/>
                    <a:pt x="1002" y="1389"/>
                  </a:cubicBezTo>
                  <a:cubicBezTo>
                    <a:pt x="868" y="1523"/>
                    <a:pt x="802" y="1723"/>
                    <a:pt x="802" y="1890"/>
                  </a:cubicBezTo>
                  <a:cubicBezTo>
                    <a:pt x="68" y="2690"/>
                    <a:pt x="1" y="3891"/>
                    <a:pt x="668" y="4759"/>
                  </a:cubicBezTo>
                  <a:cubicBezTo>
                    <a:pt x="1115" y="5322"/>
                    <a:pt x="1778" y="5614"/>
                    <a:pt x="2444" y="5614"/>
                  </a:cubicBezTo>
                  <a:cubicBezTo>
                    <a:pt x="2921" y="5614"/>
                    <a:pt x="3400" y="5465"/>
                    <a:pt x="3804" y="5159"/>
                  </a:cubicBezTo>
                  <a:cubicBezTo>
                    <a:pt x="3937" y="5059"/>
                    <a:pt x="4037" y="4959"/>
                    <a:pt x="4137" y="4825"/>
                  </a:cubicBezTo>
                  <a:lnTo>
                    <a:pt x="5905" y="3491"/>
                  </a:lnTo>
                  <a:cubicBezTo>
                    <a:pt x="6072" y="3358"/>
                    <a:pt x="6072" y="3124"/>
                    <a:pt x="5972" y="2957"/>
                  </a:cubicBezTo>
                  <a:lnTo>
                    <a:pt x="5872" y="2891"/>
                  </a:lnTo>
                  <a:cubicBezTo>
                    <a:pt x="5814" y="2793"/>
                    <a:pt x="5710" y="2741"/>
                    <a:pt x="5601" y="2741"/>
                  </a:cubicBezTo>
                  <a:cubicBezTo>
                    <a:pt x="5522" y="2741"/>
                    <a:pt x="5441" y="2768"/>
                    <a:pt x="5371" y="2824"/>
                  </a:cubicBezTo>
                  <a:lnTo>
                    <a:pt x="4671" y="3358"/>
                  </a:lnTo>
                  <a:cubicBezTo>
                    <a:pt x="4671" y="3324"/>
                    <a:pt x="4671" y="3324"/>
                    <a:pt x="4671" y="3291"/>
                  </a:cubicBezTo>
                  <a:lnTo>
                    <a:pt x="6072" y="2223"/>
                  </a:lnTo>
                  <a:cubicBezTo>
                    <a:pt x="6205" y="2090"/>
                    <a:pt x="6239" y="1856"/>
                    <a:pt x="6139" y="1690"/>
                  </a:cubicBezTo>
                  <a:lnTo>
                    <a:pt x="6039" y="1590"/>
                  </a:lnTo>
                  <a:cubicBezTo>
                    <a:pt x="5963" y="1496"/>
                    <a:pt x="5856" y="1455"/>
                    <a:pt x="5748" y="1455"/>
                  </a:cubicBezTo>
                  <a:cubicBezTo>
                    <a:pt x="5663" y="1455"/>
                    <a:pt x="5578" y="1479"/>
                    <a:pt x="5505" y="1523"/>
                  </a:cubicBezTo>
                  <a:lnTo>
                    <a:pt x="4404" y="2390"/>
                  </a:lnTo>
                  <a:lnTo>
                    <a:pt x="4371" y="2357"/>
                  </a:lnTo>
                  <a:lnTo>
                    <a:pt x="5672" y="1356"/>
                  </a:lnTo>
                  <a:cubicBezTo>
                    <a:pt x="5838" y="1223"/>
                    <a:pt x="5872" y="989"/>
                    <a:pt x="5738" y="822"/>
                  </a:cubicBezTo>
                  <a:lnTo>
                    <a:pt x="5672" y="722"/>
                  </a:lnTo>
                  <a:cubicBezTo>
                    <a:pt x="5596" y="628"/>
                    <a:pt x="5490" y="587"/>
                    <a:pt x="5381" y="587"/>
                  </a:cubicBezTo>
                  <a:cubicBezTo>
                    <a:pt x="5296" y="587"/>
                    <a:pt x="5211" y="612"/>
                    <a:pt x="5138" y="656"/>
                  </a:cubicBezTo>
                  <a:lnTo>
                    <a:pt x="3837" y="1690"/>
                  </a:lnTo>
                  <a:lnTo>
                    <a:pt x="3770" y="1656"/>
                  </a:lnTo>
                  <a:lnTo>
                    <a:pt x="4571" y="1056"/>
                  </a:lnTo>
                  <a:cubicBezTo>
                    <a:pt x="4738" y="922"/>
                    <a:pt x="4771" y="689"/>
                    <a:pt x="4638" y="522"/>
                  </a:cubicBezTo>
                  <a:lnTo>
                    <a:pt x="4538" y="422"/>
                  </a:lnTo>
                  <a:cubicBezTo>
                    <a:pt x="4479" y="325"/>
                    <a:pt x="4376" y="273"/>
                    <a:pt x="4266" y="273"/>
                  </a:cubicBezTo>
                  <a:cubicBezTo>
                    <a:pt x="4188" y="273"/>
                    <a:pt x="4107" y="300"/>
                    <a:pt x="4037" y="355"/>
                  </a:cubicBezTo>
                  <a:lnTo>
                    <a:pt x="2870" y="1256"/>
                  </a:lnTo>
                  <a:cubicBezTo>
                    <a:pt x="2803" y="1223"/>
                    <a:pt x="2736" y="1223"/>
                    <a:pt x="2670" y="1189"/>
                  </a:cubicBezTo>
                  <a:lnTo>
                    <a:pt x="2936" y="889"/>
                  </a:lnTo>
                  <a:cubicBezTo>
                    <a:pt x="3103" y="689"/>
                    <a:pt x="3103" y="389"/>
                    <a:pt x="2903" y="222"/>
                  </a:cubicBezTo>
                  <a:lnTo>
                    <a:pt x="2770" y="122"/>
                  </a:lnTo>
                  <a:cubicBezTo>
                    <a:pt x="2674" y="42"/>
                    <a:pt x="2556" y="1"/>
                    <a:pt x="2440" y="1"/>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1484539" y="3450992"/>
              <a:ext cx="327169" cy="203911"/>
            </a:xfrm>
            <a:custGeom>
              <a:avLst/>
              <a:gdLst/>
              <a:ahLst/>
              <a:cxnLst/>
              <a:rect l="l" t="t" r="r" b="b"/>
              <a:pathLst>
                <a:path w="16480" h="10270" extrusionOk="0">
                  <a:moveTo>
                    <a:pt x="2322" y="1"/>
                  </a:moveTo>
                  <a:cubicBezTo>
                    <a:pt x="1925" y="1"/>
                    <a:pt x="1522" y="117"/>
                    <a:pt x="1168" y="357"/>
                  </a:cubicBezTo>
                  <a:cubicBezTo>
                    <a:pt x="268" y="991"/>
                    <a:pt x="1" y="2225"/>
                    <a:pt x="635" y="3159"/>
                  </a:cubicBezTo>
                  <a:lnTo>
                    <a:pt x="4838" y="9330"/>
                  </a:lnTo>
                  <a:cubicBezTo>
                    <a:pt x="5138" y="9730"/>
                    <a:pt x="5505" y="10064"/>
                    <a:pt x="6005" y="10197"/>
                  </a:cubicBezTo>
                  <a:cubicBezTo>
                    <a:pt x="6172" y="10231"/>
                    <a:pt x="6305" y="10264"/>
                    <a:pt x="6472" y="10264"/>
                  </a:cubicBezTo>
                  <a:cubicBezTo>
                    <a:pt x="6522" y="10267"/>
                    <a:pt x="6572" y="10269"/>
                    <a:pt x="6621" y="10269"/>
                  </a:cubicBezTo>
                  <a:cubicBezTo>
                    <a:pt x="7065" y="10269"/>
                    <a:pt x="7476" y="10134"/>
                    <a:pt x="7806" y="9864"/>
                  </a:cubicBezTo>
                  <a:lnTo>
                    <a:pt x="16413" y="3326"/>
                  </a:lnTo>
                  <a:cubicBezTo>
                    <a:pt x="16446" y="3326"/>
                    <a:pt x="16479" y="3259"/>
                    <a:pt x="16446" y="3226"/>
                  </a:cubicBezTo>
                  <a:lnTo>
                    <a:pt x="14078" y="90"/>
                  </a:lnTo>
                  <a:cubicBezTo>
                    <a:pt x="14055" y="90"/>
                    <a:pt x="14033" y="75"/>
                    <a:pt x="14011" y="75"/>
                  </a:cubicBezTo>
                  <a:cubicBezTo>
                    <a:pt x="14000" y="75"/>
                    <a:pt x="13989" y="79"/>
                    <a:pt x="13977" y="90"/>
                  </a:cubicBezTo>
                  <a:lnTo>
                    <a:pt x="7106" y="5294"/>
                  </a:lnTo>
                  <a:cubicBezTo>
                    <a:pt x="7096" y="5304"/>
                    <a:pt x="7086" y="5308"/>
                    <a:pt x="7077" y="5308"/>
                  </a:cubicBezTo>
                  <a:cubicBezTo>
                    <a:pt x="7053" y="5308"/>
                    <a:pt x="7029" y="5284"/>
                    <a:pt x="7006" y="5260"/>
                  </a:cubicBezTo>
                  <a:lnTo>
                    <a:pt x="4004" y="891"/>
                  </a:lnTo>
                  <a:cubicBezTo>
                    <a:pt x="3610" y="311"/>
                    <a:pt x="2973" y="1"/>
                    <a:pt x="2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1820959" y="3551458"/>
              <a:ext cx="129815" cy="104417"/>
            </a:xfrm>
            <a:custGeom>
              <a:avLst/>
              <a:gdLst/>
              <a:ahLst/>
              <a:cxnLst/>
              <a:rect l="l" t="t" r="r" b="b"/>
              <a:pathLst>
                <a:path w="6539" h="5259" extrusionOk="0">
                  <a:moveTo>
                    <a:pt x="3833" y="0"/>
                  </a:moveTo>
                  <a:cubicBezTo>
                    <a:pt x="3778" y="0"/>
                    <a:pt x="3723" y="11"/>
                    <a:pt x="3670" y="34"/>
                  </a:cubicBezTo>
                  <a:lnTo>
                    <a:pt x="2302" y="501"/>
                  </a:lnTo>
                  <a:cubicBezTo>
                    <a:pt x="2235" y="534"/>
                    <a:pt x="2202" y="534"/>
                    <a:pt x="2135" y="567"/>
                  </a:cubicBezTo>
                  <a:cubicBezTo>
                    <a:pt x="1935" y="634"/>
                    <a:pt x="1768" y="768"/>
                    <a:pt x="1668" y="934"/>
                  </a:cubicBezTo>
                  <a:cubicBezTo>
                    <a:pt x="667" y="1235"/>
                    <a:pt x="0" y="2269"/>
                    <a:pt x="167" y="3336"/>
                  </a:cubicBezTo>
                  <a:cubicBezTo>
                    <a:pt x="350" y="4465"/>
                    <a:pt x="1314" y="5259"/>
                    <a:pt x="2422" y="5259"/>
                  </a:cubicBezTo>
                  <a:cubicBezTo>
                    <a:pt x="2525" y="5259"/>
                    <a:pt x="2630" y="5252"/>
                    <a:pt x="2736" y="5237"/>
                  </a:cubicBezTo>
                  <a:cubicBezTo>
                    <a:pt x="2869" y="5204"/>
                    <a:pt x="3002" y="5171"/>
                    <a:pt x="3169" y="5104"/>
                  </a:cubicBezTo>
                  <a:lnTo>
                    <a:pt x="5371" y="4804"/>
                  </a:lnTo>
                  <a:cubicBezTo>
                    <a:pt x="5571" y="4770"/>
                    <a:pt x="5704" y="4570"/>
                    <a:pt x="5671" y="4370"/>
                  </a:cubicBezTo>
                  <a:lnTo>
                    <a:pt x="5638" y="4237"/>
                  </a:lnTo>
                  <a:cubicBezTo>
                    <a:pt x="5607" y="4054"/>
                    <a:pt x="5465" y="3899"/>
                    <a:pt x="5288" y="3899"/>
                  </a:cubicBezTo>
                  <a:cubicBezTo>
                    <a:pt x="5272" y="3899"/>
                    <a:pt x="5255" y="3900"/>
                    <a:pt x="5237" y="3903"/>
                  </a:cubicBezTo>
                  <a:lnTo>
                    <a:pt x="4370" y="4037"/>
                  </a:lnTo>
                  <a:cubicBezTo>
                    <a:pt x="4370" y="4037"/>
                    <a:pt x="4370" y="4003"/>
                    <a:pt x="4370" y="4003"/>
                  </a:cubicBezTo>
                  <a:lnTo>
                    <a:pt x="6138" y="3736"/>
                  </a:lnTo>
                  <a:cubicBezTo>
                    <a:pt x="6305" y="3703"/>
                    <a:pt x="6472" y="3536"/>
                    <a:pt x="6438" y="3336"/>
                  </a:cubicBezTo>
                  <a:lnTo>
                    <a:pt x="6405" y="3203"/>
                  </a:lnTo>
                  <a:cubicBezTo>
                    <a:pt x="6374" y="3020"/>
                    <a:pt x="6233" y="2865"/>
                    <a:pt x="6056" y="2865"/>
                  </a:cubicBezTo>
                  <a:cubicBezTo>
                    <a:pt x="6039" y="2865"/>
                    <a:pt x="6022" y="2866"/>
                    <a:pt x="6005" y="2869"/>
                  </a:cubicBezTo>
                  <a:lnTo>
                    <a:pt x="4604" y="3069"/>
                  </a:lnTo>
                  <a:cubicBezTo>
                    <a:pt x="4604" y="3069"/>
                    <a:pt x="4604" y="3069"/>
                    <a:pt x="4604" y="3036"/>
                  </a:cubicBezTo>
                  <a:lnTo>
                    <a:pt x="6205" y="2802"/>
                  </a:lnTo>
                  <a:cubicBezTo>
                    <a:pt x="6405" y="2769"/>
                    <a:pt x="6538" y="2569"/>
                    <a:pt x="6505" y="2369"/>
                  </a:cubicBezTo>
                  <a:lnTo>
                    <a:pt x="6505" y="2235"/>
                  </a:lnTo>
                  <a:cubicBezTo>
                    <a:pt x="6475" y="2056"/>
                    <a:pt x="6311" y="1930"/>
                    <a:pt x="6133" y="1930"/>
                  </a:cubicBezTo>
                  <a:cubicBezTo>
                    <a:pt x="6113" y="1930"/>
                    <a:pt x="6092" y="1932"/>
                    <a:pt x="6071" y="1935"/>
                  </a:cubicBezTo>
                  <a:lnTo>
                    <a:pt x="4437" y="2169"/>
                  </a:lnTo>
                  <a:cubicBezTo>
                    <a:pt x="4437" y="2169"/>
                    <a:pt x="4403" y="2169"/>
                    <a:pt x="4403" y="2135"/>
                  </a:cubicBezTo>
                  <a:lnTo>
                    <a:pt x="5404" y="2002"/>
                  </a:lnTo>
                  <a:cubicBezTo>
                    <a:pt x="5604" y="1968"/>
                    <a:pt x="5738" y="1768"/>
                    <a:pt x="5704" y="1568"/>
                  </a:cubicBezTo>
                  <a:lnTo>
                    <a:pt x="5671" y="1435"/>
                  </a:lnTo>
                  <a:cubicBezTo>
                    <a:pt x="5641" y="1255"/>
                    <a:pt x="5504" y="1129"/>
                    <a:pt x="5331" y="1129"/>
                  </a:cubicBezTo>
                  <a:cubicBezTo>
                    <a:pt x="5312" y="1129"/>
                    <a:pt x="5291" y="1131"/>
                    <a:pt x="5271" y="1134"/>
                  </a:cubicBezTo>
                  <a:lnTo>
                    <a:pt x="3836" y="1335"/>
                  </a:lnTo>
                  <a:cubicBezTo>
                    <a:pt x="3770" y="1301"/>
                    <a:pt x="3736" y="1268"/>
                    <a:pt x="3670" y="1201"/>
                  </a:cubicBezTo>
                  <a:lnTo>
                    <a:pt x="4036" y="1068"/>
                  </a:lnTo>
                  <a:cubicBezTo>
                    <a:pt x="4303" y="1001"/>
                    <a:pt x="4403" y="701"/>
                    <a:pt x="4337" y="467"/>
                  </a:cubicBezTo>
                  <a:lnTo>
                    <a:pt x="4270" y="301"/>
                  </a:lnTo>
                  <a:cubicBezTo>
                    <a:pt x="4193" y="121"/>
                    <a:pt x="4017" y="0"/>
                    <a:pt x="3833" y="0"/>
                  </a:cubicBez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p:nvPr/>
          </p:nvSpPr>
          <p:spPr>
            <a:xfrm>
              <a:off x="1849428" y="3471323"/>
              <a:ext cx="149688" cy="170892"/>
            </a:xfrm>
            <a:custGeom>
              <a:avLst/>
              <a:gdLst/>
              <a:ahLst/>
              <a:cxnLst/>
              <a:rect l="l" t="t" r="r" b="b"/>
              <a:pathLst>
                <a:path w="7540" h="8607" extrusionOk="0">
                  <a:moveTo>
                    <a:pt x="1769" y="0"/>
                  </a:moveTo>
                  <a:lnTo>
                    <a:pt x="1" y="7372"/>
                  </a:lnTo>
                  <a:lnTo>
                    <a:pt x="6072" y="8606"/>
                  </a:lnTo>
                  <a:lnTo>
                    <a:pt x="7539" y="1201"/>
                  </a:lnTo>
                  <a:lnTo>
                    <a:pt x="1769" y="0"/>
                  </a:lnTo>
                  <a:close/>
                </a:path>
              </a:pathLst>
            </a:custGeom>
            <a:solidFill>
              <a:srgbClr val="FFFFFF"/>
            </a:solidFill>
            <a:ln w="108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1909700" y="3460066"/>
              <a:ext cx="59617" cy="43721"/>
            </a:xfrm>
            <a:custGeom>
              <a:avLst/>
              <a:gdLst/>
              <a:ahLst/>
              <a:cxnLst/>
              <a:rect l="l" t="t" r="r" b="b"/>
              <a:pathLst>
                <a:path w="3003" h="2202" extrusionOk="0">
                  <a:moveTo>
                    <a:pt x="200" y="0"/>
                  </a:moveTo>
                  <a:lnTo>
                    <a:pt x="0" y="1701"/>
                  </a:lnTo>
                  <a:lnTo>
                    <a:pt x="2769" y="2202"/>
                  </a:lnTo>
                  <a:lnTo>
                    <a:pt x="3002" y="467"/>
                  </a:lnTo>
                  <a:lnTo>
                    <a:pt x="2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p:nvPr/>
          </p:nvSpPr>
          <p:spPr>
            <a:xfrm>
              <a:off x="1898444" y="3520981"/>
              <a:ext cx="66228" cy="12608"/>
            </a:xfrm>
            <a:custGeom>
              <a:avLst/>
              <a:gdLst/>
              <a:ahLst/>
              <a:cxnLst/>
              <a:rect l="l" t="t" r="r" b="b"/>
              <a:pathLst>
                <a:path w="3336" h="635" fill="none" extrusionOk="0">
                  <a:moveTo>
                    <a:pt x="3336" y="635"/>
                  </a:moveTo>
                  <a:lnTo>
                    <a:pt x="0" y="1"/>
                  </a:lnTo>
                </a:path>
              </a:pathLst>
            </a:custGeom>
            <a:solidFill>
              <a:srgbClr val="000000">
                <a:alpha val="8930"/>
              </a:srgbClr>
            </a:solidFill>
            <a:ln w="10850" cap="rnd" cmpd="sng">
              <a:solidFill>
                <a:srgbClr val="C2C7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p:cNvSpPr/>
            <p:nvPr/>
          </p:nvSpPr>
          <p:spPr>
            <a:xfrm>
              <a:off x="1893798" y="3544827"/>
              <a:ext cx="66248" cy="12608"/>
            </a:xfrm>
            <a:custGeom>
              <a:avLst/>
              <a:gdLst/>
              <a:ahLst/>
              <a:cxnLst/>
              <a:rect l="l" t="t" r="r" b="b"/>
              <a:pathLst>
                <a:path w="3337" h="635" fill="none" extrusionOk="0">
                  <a:moveTo>
                    <a:pt x="3336" y="635"/>
                  </a:moveTo>
                  <a:lnTo>
                    <a:pt x="1" y="1"/>
                  </a:lnTo>
                </a:path>
              </a:pathLst>
            </a:custGeom>
            <a:solidFill>
              <a:srgbClr val="000000">
                <a:alpha val="8930"/>
              </a:srgbClr>
            </a:solidFill>
            <a:ln w="10850" cap="rnd" cmpd="sng">
              <a:solidFill>
                <a:srgbClr val="C2C7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p:cNvSpPr/>
            <p:nvPr/>
          </p:nvSpPr>
          <p:spPr>
            <a:xfrm>
              <a:off x="1889828" y="3565357"/>
              <a:ext cx="66248" cy="12608"/>
            </a:xfrm>
            <a:custGeom>
              <a:avLst/>
              <a:gdLst/>
              <a:ahLst/>
              <a:cxnLst/>
              <a:rect l="l" t="t" r="r" b="b"/>
              <a:pathLst>
                <a:path w="3337" h="635" fill="none" extrusionOk="0">
                  <a:moveTo>
                    <a:pt x="3336" y="635"/>
                  </a:moveTo>
                  <a:lnTo>
                    <a:pt x="0" y="1"/>
                  </a:lnTo>
                </a:path>
              </a:pathLst>
            </a:custGeom>
            <a:solidFill>
              <a:srgbClr val="000000">
                <a:alpha val="8930"/>
              </a:srgbClr>
            </a:solidFill>
            <a:ln w="10850" cap="rnd" cmpd="sng">
              <a:solidFill>
                <a:srgbClr val="C2C7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p:cNvSpPr/>
            <p:nvPr/>
          </p:nvSpPr>
          <p:spPr>
            <a:xfrm>
              <a:off x="1159395" y="4380663"/>
              <a:ext cx="891377" cy="20"/>
            </a:xfrm>
            <a:custGeom>
              <a:avLst/>
              <a:gdLst/>
              <a:ahLst/>
              <a:cxnLst/>
              <a:rect l="l" t="t" r="r" b="b"/>
              <a:pathLst>
                <a:path w="44900" h="1" fill="none" extrusionOk="0">
                  <a:moveTo>
                    <a:pt x="0" y="1"/>
                  </a:moveTo>
                  <a:lnTo>
                    <a:pt x="44899" y="1"/>
                  </a:lnTo>
                </a:path>
              </a:pathLst>
            </a:custGeom>
            <a:noFill/>
            <a:ln w="10850" cap="rnd" cmpd="sng">
              <a:solidFill>
                <a:srgbClr val="2A297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968016" y="2344731"/>
              <a:ext cx="90071" cy="90757"/>
            </a:xfrm>
            <a:custGeom>
              <a:avLst/>
              <a:gdLst/>
              <a:ahLst/>
              <a:cxnLst/>
              <a:rect l="l" t="t" r="r" b="b"/>
              <a:pathLst>
                <a:path w="4537" h="4571" fill="none" extrusionOk="0">
                  <a:moveTo>
                    <a:pt x="4537" y="2269"/>
                  </a:moveTo>
                  <a:cubicBezTo>
                    <a:pt x="4537" y="3536"/>
                    <a:pt x="3536" y="4570"/>
                    <a:pt x="2269" y="4570"/>
                  </a:cubicBezTo>
                  <a:cubicBezTo>
                    <a:pt x="1034" y="4570"/>
                    <a:pt x="0" y="3536"/>
                    <a:pt x="0" y="2269"/>
                  </a:cubicBezTo>
                  <a:cubicBezTo>
                    <a:pt x="0" y="1035"/>
                    <a:pt x="1034" y="0"/>
                    <a:pt x="2269" y="0"/>
                  </a:cubicBezTo>
                  <a:cubicBezTo>
                    <a:pt x="3536" y="0"/>
                    <a:pt x="4537" y="1035"/>
                    <a:pt x="4537" y="2269"/>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1593807" y="2538119"/>
              <a:ext cx="109963" cy="109977"/>
            </a:xfrm>
            <a:custGeom>
              <a:avLst/>
              <a:gdLst/>
              <a:ahLst/>
              <a:cxnLst/>
              <a:rect l="l" t="t" r="r" b="b"/>
              <a:pathLst>
                <a:path w="5539" h="5539" fill="none" extrusionOk="0">
                  <a:moveTo>
                    <a:pt x="5538" y="2769"/>
                  </a:moveTo>
                  <a:cubicBezTo>
                    <a:pt x="5538" y="4304"/>
                    <a:pt x="4304" y="5538"/>
                    <a:pt x="2769" y="5538"/>
                  </a:cubicBezTo>
                  <a:cubicBezTo>
                    <a:pt x="1235" y="5538"/>
                    <a:pt x="1" y="4304"/>
                    <a:pt x="1" y="2769"/>
                  </a:cubicBezTo>
                  <a:cubicBezTo>
                    <a:pt x="1" y="1235"/>
                    <a:pt x="1235" y="1"/>
                    <a:pt x="2769" y="1"/>
                  </a:cubicBezTo>
                  <a:cubicBezTo>
                    <a:pt x="4304" y="1"/>
                    <a:pt x="5538" y="1235"/>
                    <a:pt x="5538" y="2769"/>
                  </a:cubicBezTo>
                  <a:close/>
                </a:path>
              </a:pathLst>
            </a:custGeom>
            <a:noFill/>
            <a:ln w="108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6"/>
          <p:cNvGrpSpPr/>
          <p:nvPr/>
        </p:nvGrpSpPr>
        <p:grpSpPr>
          <a:xfrm>
            <a:off x="3258698" y="2697746"/>
            <a:ext cx="649747" cy="650381"/>
            <a:chOff x="3220472" y="2666986"/>
            <a:chExt cx="615000" cy="615600"/>
          </a:xfrm>
        </p:grpSpPr>
        <p:sp>
          <p:nvSpPr>
            <p:cNvPr id="244" name="Google Shape;244;p16"/>
            <p:cNvSpPr/>
            <p:nvPr/>
          </p:nvSpPr>
          <p:spPr>
            <a:xfrm>
              <a:off x="3220472" y="2666986"/>
              <a:ext cx="615000" cy="615600"/>
            </a:xfrm>
            <a:prstGeom prst="ellipse">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16"/>
            <p:cNvGrpSpPr/>
            <p:nvPr/>
          </p:nvGrpSpPr>
          <p:grpSpPr>
            <a:xfrm>
              <a:off x="3378092" y="2808353"/>
              <a:ext cx="299764" cy="336345"/>
              <a:chOff x="2221875" y="2842425"/>
              <a:chExt cx="385350" cy="432375"/>
            </a:xfrm>
          </p:grpSpPr>
          <p:sp>
            <p:nvSpPr>
              <p:cNvPr id="246" name="Google Shape;246;p16"/>
              <p:cNvSpPr/>
              <p:nvPr/>
            </p:nvSpPr>
            <p:spPr>
              <a:xfrm>
                <a:off x="2315925" y="3038950"/>
                <a:ext cx="108100" cy="103200"/>
              </a:xfrm>
              <a:custGeom>
                <a:avLst/>
                <a:gdLst/>
                <a:ahLst/>
                <a:cxnLst/>
                <a:rect l="l" t="t" r="r" b="b"/>
                <a:pathLst>
                  <a:path w="4324" h="4128" extrusionOk="0">
                    <a:moveTo>
                      <a:pt x="0" y="0"/>
                    </a:moveTo>
                    <a:lnTo>
                      <a:pt x="0" y="4127"/>
                    </a:lnTo>
                    <a:lnTo>
                      <a:pt x="3706" y="4127"/>
                    </a:lnTo>
                    <a:cubicBezTo>
                      <a:pt x="4071" y="4127"/>
                      <a:pt x="4324" y="3790"/>
                      <a:pt x="4240" y="3425"/>
                    </a:cubicBezTo>
                    <a:lnTo>
                      <a:pt x="33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a:off x="2282225" y="2908400"/>
                <a:ext cx="289200" cy="41425"/>
              </a:xfrm>
              <a:custGeom>
                <a:avLst/>
                <a:gdLst/>
                <a:ahLst/>
                <a:cxnLst/>
                <a:rect l="l" t="t" r="r" b="b"/>
                <a:pathLst>
                  <a:path w="11568" h="1657" extrusionOk="0">
                    <a:moveTo>
                      <a:pt x="1" y="0"/>
                    </a:moveTo>
                    <a:lnTo>
                      <a:pt x="1" y="1657"/>
                    </a:lnTo>
                    <a:lnTo>
                      <a:pt x="11568" y="1657"/>
                    </a:lnTo>
                    <a:lnTo>
                      <a:pt x="115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a:off x="2544725" y="2842425"/>
                <a:ext cx="62500" cy="246375"/>
              </a:xfrm>
              <a:custGeom>
                <a:avLst/>
                <a:gdLst/>
                <a:ahLst/>
                <a:cxnLst/>
                <a:rect l="l" t="t" r="r" b="b"/>
                <a:pathLst>
                  <a:path w="2500" h="9855" extrusionOk="0">
                    <a:moveTo>
                      <a:pt x="366" y="0"/>
                    </a:moveTo>
                    <a:cubicBezTo>
                      <a:pt x="169" y="0"/>
                      <a:pt x="1" y="141"/>
                      <a:pt x="1" y="337"/>
                    </a:cubicBezTo>
                    <a:lnTo>
                      <a:pt x="1" y="9489"/>
                    </a:lnTo>
                    <a:cubicBezTo>
                      <a:pt x="1" y="9686"/>
                      <a:pt x="169" y="9854"/>
                      <a:pt x="366" y="9854"/>
                    </a:cubicBezTo>
                    <a:lnTo>
                      <a:pt x="2163" y="9854"/>
                    </a:lnTo>
                    <a:cubicBezTo>
                      <a:pt x="2359" y="9854"/>
                      <a:pt x="2499" y="9686"/>
                      <a:pt x="2499" y="9489"/>
                    </a:cubicBezTo>
                    <a:lnTo>
                      <a:pt x="2499" y="337"/>
                    </a:lnTo>
                    <a:cubicBezTo>
                      <a:pt x="2499" y="141"/>
                      <a:pt x="2359" y="0"/>
                      <a:pt x="2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2240125" y="2862775"/>
                <a:ext cx="44950" cy="204975"/>
              </a:xfrm>
              <a:custGeom>
                <a:avLst/>
                <a:gdLst/>
                <a:ahLst/>
                <a:cxnLst/>
                <a:rect l="l" t="t" r="r" b="b"/>
                <a:pathLst>
                  <a:path w="1798" h="8199" fill="none" extrusionOk="0">
                    <a:moveTo>
                      <a:pt x="1797" y="0"/>
                    </a:moveTo>
                    <a:lnTo>
                      <a:pt x="0" y="8198"/>
                    </a:lnTo>
                  </a:path>
                </a:pathLst>
              </a:custGeom>
              <a:solidFill>
                <a:schemeClr val="accent1"/>
              </a:solidFill>
              <a:ln w="266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2221875" y="2862775"/>
                <a:ext cx="353775" cy="412025"/>
              </a:xfrm>
              <a:custGeom>
                <a:avLst/>
                <a:gdLst/>
                <a:ahLst/>
                <a:cxnLst/>
                <a:rect l="l" t="t" r="r" b="b"/>
                <a:pathLst>
                  <a:path w="14151" h="16481" fill="none" extrusionOk="0">
                    <a:moveTo>
                      <a:pt x="14150" y="0"/>
                    </a:moveTo>
                    <a:lnTo>
                      <a:pt x="2527" y="0"/>
                    </a:lnTo>
                    <a:lnTo>
                      <a:pt x="758" y="8198"/>
                    </a:lnTo>
                    <a:lnTo>
                      <a:pt x="1067" y="8198"/>
                    </a:lnTo>
                    <a:lnTo>
                      <a:pt x="225" y="13645"/>
                    </a:lnTo>
                    <a:cubicBezTo>
                      <a:pt x="0" y="15133"/>
                      <a:pt x="1151" y="16480"/>
                      <a:pt x="2668" y="16480"/>
                    </a:cubicBezTo>
                    <a:lnTo>
                      <a:pt x="4857" y="16480"/>
                    </a:lnTo>
                    <a:lnTo>
                      <a:pt x="6121" y="8198"/>
                    </a:lnTo>
                    <a:lnTo>
                      <a:pt x="14150" y="8198"/>
                    </a:lnTo>
                    <a:lnTo>
                      <a:pt x="14150" y="0"/>
                    </a:lnTo>
                    <a:close/>
                  </a:path>
                </a:pathLst>
              </a:custGeom>
              <a:solidFill>
                <a:schemeClr val="accent1"/>
              </a:solidFill>
              <a:ln w="175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1" name="Google Shape;251;p16"/>
          <p:cNvGrpSpPr/>
          <p:nvPr/>
        </p:nvGrpSpPr>
        <p:grpSpPr>
          <a:xfrm>
            <a:off x="3729918" y="3832140"/>
            <a:ext cx="159688" cy="376480"/>
            <a:chOff x="3572218" y="3690828"/>
            <a:chExt cx="151148" cy="356347"/>
          </a:xfrm>
        </p:grpSpPr>
        <p:sp>
          <p:nvSpPr>
            <p:cNvPr id="252" name="Google Shape;252;p16"/>
            <p:cNvSpPr/>
            <p:nvPr/>
          </p:nvSpPr>
          <p:spPr>
            <a:xfrm>
              <a:off x="3572218" y="3775234"/>
              <a:ext cx="28155" cy="128534"/>
            </a:xfrm>
            <a:custGeom>
              <a:avLst/>
              <a:gdLst/>
              <a:ahLst/>
              <a:cxnLst/>
              <a:rect l="l" t="t" r="r" b="b"/>
              <a:pathLst>
                <a:path w="1433" h="6542" extrusionOk="0">
                  <a:moveTo>
                    <a:pt x="702" y="0"/>
                  </a:moveTo>
                  <a:cubicBezTo>
                    <a:pt x="309" y="0"/>
                    <a:pt x="0" y="309"/>
                    <a:pt x="0" y="702"/>
                  </a:cubicBezTo>
                  <a:lnTo>
                    <a:pt x="0" y="5840"/>
                  </a:lnTo>
                  <a:cubicBezTo>
                    <a:pt x="0" y="6205"/>
                    <a:pt x="309" y="6541"/>
                    <a:pt x="702" y="6541"/>
                  </a:cubicBezTo>
                  <a:cubicBezTo>
                    <a:pt x="1095" y="6541"/>
                    <a:pt x="1432" y="6205"/>
                    <a:pt x="1432" y="5840"/>
                  </a:cubicBezTo>
                  <a:lnTo>
                    <a:pt x="1432" y="702"/>
                  </a:lnTo>
                  <a:cubicBezTo>
                    <a:pt x="1432" y="309"/>
                    <a:pt x="1095" y="0"/>
                    <a:pt x="702"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3695211" y="3775234"/>
              <a:ext cx="28155" cy="128534"/>
            </a:xfrm>
            <a:custGeom>
              <a:avLst/>
              <a:gdLst/>
              <a:ahLst/>
              <a:cxnLst/>
              <a:rect l="l" t="t" r="r" b="b"/>
              <a:pathLst>
                <a:path w="1433" h="6542" extrusionOk="0">
                  <a:moveTo>
                    <a:pt x="703" y="0"/>
                  </a:moveTo>
                  <a:cubicBezTo>
                    <a:pt x="310" y="0"/>
                    <a:pt x="1" y="309"/>
                    <a:pt x="1" y="702"/>
                  </a:cubicBezTo>
                  <a:lnTo>
                    <a:pt x="1" y="5840"/>
                  </a:lnTo>
                  <a:cubicBezTo>
                    <a:pt x="1" y="6205"/>
                    <a:pt x="310" y="6541"/>
                    <a:pt x="703" y="6541"/>
                  </a:cubicBezTo>
                  <a:cubicBezTo>
                    <a:pt x="1096" y="6541"/>
                    <a:pt x="1433" y="6205"/>
                    <a:pt x="1433" y="5840"/>
                  </a:cubicBezTo>
                  <a:lnTo>
                    <a:pt x="1433" y="702"/>
                  </a:lnTo>
                  <a:cubicBezTo>
                    <a:pt x="1405" y="309"/>
                    <a:pt x="1096" y="0"/>
                    <a:pt x="703"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3609175" y="3763092"/>
              <a:ext cx="76684" cy="284083"/>
            </a:xfrm>
            <a:custGeom>
              <a:avLst/>
              <a:gdLst/>
              <a:ahLst/>
              <a:cxnLst/>
              <a:rect l="l" t="t" r="r" b="b"/>
              <a:pathLst>
                <a:path w="3903" h="14459" fill="none" extrusionOk="0">
                  <a:moveTo>
                    <a:pt x="1965" y="0"/>
                  </a:moveTo>
                  <a:lnTo>
                    <a:pt x="1965" y="0"/>
                  </a:lnTo>
                  <a:cubicBezTo>
                    <a:pt x="899" y="0"/>
                    <a:pt x="0" y="899"/>
                    <a:pt x="0" y="1966"/>
                  </a:cubicBezTo>
                  <a:lnTo>
                    <a:pt x="0" y="4717"/>
                  </a:lnTo>
                  <a:lnTo>
                    <a:pt x="0" y="4745"/>
                  </a:lnTo>
                  <a:lnTo>
                    <a:pt x="0" y="13673"/>
                  </a:lnTo>
                  <a:cubicBezTo>
                    <a:pt x="0" y="14094"/>
                    <a:pt x="365" y="14459"/>
                    <a:pt x="786" y="14459"/>
                  </a:cubicBezTo>
                  <a:cubicBezTo>
                    <a:pt x="1207" y="14459"/>
                    <a:pt x="1572" y="14094"/>
                    <a:pt x="1572" y="13673"/>
                  </a:cubicBezTo>
                  <a:lnTo>
                    <a:pt x="1572" y="6626"/>
                  </a:lnTo>
                  <a:cubicBezTo>
                    <a:pt x="1685" y="6654"/>
                    <a:pt x="1825" y="6682"/>
                    <a:pt x="1965" y="6682"/>
                  </a:cubicBezTo>
                  <a:lnTo>
                    <a:pt x="1965" y="6682"/>
                  </a:lnTo>
                  <a:cubicBezTo>
                    <a:pt x="2078" y="6682"/>
                    <a:pt x="2218" y="6654"/>
                    <a:pt x="2358" y="6626"/>
                  </a:cubicBezTo>
                  <a:lnTo>
                    <a:pt x="2358" y="13673"/>
                  </a:lnTo>
                  <a:cubicBezTo>
                    <a:pt x="2358" y="14094"/>
                    <a:pt x="2695" y="14459"/>
                    <a:pt x="3117" y="14459"/>
                  </a:cubicBezTo>
                  <a:lnTo>
                    <a:pt x="3117" y="14459"/>
                  </a:lnTo>
                  <a:cubicBezTo>
                    <a:pt x="3566" y="14459"/>
                    <a:pt x="3903" y="14094"/>
                    <a:pt x="3903" y="13673"/>
                  </a:cubicBezTo>
                  <a:lnTo>
                    <a:pt x="3903" y="4745"/>
                  </a:lnTo>
                  <a:lnTo>
                    <a:pt x="3903" y="4717"/>
                  </a:lnTo>
                  <a:lnTo>
                    <a:pt x="3903" y="1966"/>
                  </a:lnTo>
                  <a:cubicBezTo>
                    <a:pt x="3903" y="899"/>
                    <a:pt x="3032" y="0"/>
                    <a:pt x="1965" y="0"/>
                  </a:cubicBezTo>
                  <a:close/>
                </a:path>
              </a:pathLst>
            </a:custGeom>
            <a:solidFill>
              <a:srgbClr val="48BFE3">
                <a:alpha val="14730"/>
              </a:srgbClr>
            </a:solid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3614676" y="3690828"/>
              <a:ext cx="65662" cy="65662"/>
            </a:xfrm>
            <a:custGeom>
              <a:avLst/>
              <a:gdLst/>
              <a:ahLst/>
              <a:cxnLst/>
              <a:rect l="l" t="t" r="r" b="b"/>
              <a:pathLst>
                <a:path w="3342" h="3342" extrusionOk="0">
                  <a:moveTo>
                    <a:pt x="1685" y="1"/>
                  </a:moveTo>
                  <a:cubicBezTo>
                    <a:pt x="759" y="1"/>
                    <a:pt x="1" y="759"/>
                    <a:pt x="1" y="1685"/>
                  </a:cubicBezTo>
                  <a:cubicBezTo>
                    <a:pt x="1" y="2583"/>
                    <a:pt x="759" y="3341"/>
                    <a:pt x="1685" y="3341"/>
                  </a:cubicBezTo>
                  <a:cubicBezTo>
                    <a:pt x="2612" y="3341"/>
                    <a:pt x="3342" y="2583"/>
                    <a:pt x="3342" y="1685"/>
                  </a:cubicBezTo>
                  <a:cubicBezTo>
                    <a:pt x="3342" y="759"/>
                    <a:pt x="2612" y="1"/>
                    <a:pt x="1685"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88516-4622-AAA4-8956-B36B833BFD09}"/>
              </a:ext>
            </a:extLst>
          </p:cNvPr>
          <p:cNvSpPr>
            <a:spLocks noGrp="1"/>
          </p:cNvSpPr>
          <p:nvPr>
            <p:ph type="title"/>
          </p:nvPr>
        </p:nvSpPr>
        <p:spPr>
          <a:xfrm>
            <a:off x="311700" y="445024"/>
            <a:ext cx="8520600" cy="682735"/>
          </a:xfrm>
        </p:spPr>
        <p:txBody>
          <a:bodyPr/>
          <a:lstStyle/>
          <a:p>
            <a:r>
              <a:rPr lang="en-IN" sz="3000" b="1" dirty="0">
                <a:latin typeface="Times New Roman" panose="02020603050405020304" pitchFamily="18" charset="0"/>
                <a:cs typeface="Times New Roman" panose="02020603050405020304" pitchFamily="18" charset="0"/>
              </a:rPr>
              <a:t>Drawback of Existing System</a:t>
            </a:r>
          </a:p>
        </p:txBody>
      </p:sp>
      <p:sp>
        <p:nvSpPr>
          <p:cNvPr id="3" name="Text Placeholder 2">
            <a:extLst>
              <a:ext uri="{FF2B5EF4-FFF2-40B4-BE49-F238E27FC236}">
                <a16:creationId xmlns:a16="http://schemas.microsoft.com/office/drawing/2014/main" id="{963173D1-DFAE-9C54-C4A6-F56FAD77FC9B}"/>
              </a:ext>
            </a:extLst>
          </p:cNvPr>
          <p:cNvSpPr>
            <a:spLocks noGrp="1"/>
          </p:cNvSpPr>
          <p:nvPr>
            <p:ph type="body" idx="1"/>
          </p:nvPr>
        </p:nvSpPr>
        <p:spPr>
          <a:xfrm>
            <a:off x="311700" y="1541095"/>
            <a:ext cx="8520600" cy="2939465"/>
          </a:xfrm>
        </p:spPr>
        <p:txBody>
          <a:bodyPr/>
          <a:lstStyle/>
          <a:p>
            <a:pPr algn="l"/>
            <a:r>
              <a:rPr lang="en-US" b="0" i="0" dirty="0">
                <a:solidFill>
                  <a:srgbClr val="212529"/>
                </a:solidFill>
                <a:effectLst/>
                <a:latin typeface="Times New Roman" panose="02020603050405020304" pitchFamily="18" charset="0"/>
                <a:cs typeface="Times New Roman" panose="02020603050405020304" pitchFamily="18" charset="0"/>
              </a:rPr>
              <a:t>More man power.</a:t>
            </a:r>
          </a:p>
          <a:p>
            <a:r>
              <a:rPr lang="en-US" b="0" i="0" dirty="0">
                <a:solidFill>
                  <a:srgbClr val="212529"/>
                </a:solidFill>
                <a:effectLst/>
                <a:latin typeface="Times New Roman" panose="02020603050405020304" pitchFamily="18" charset="0"/>
                <a:cs typeface="Times New Roman" panose="02020603050405020304" pitchFamily="18" charset="0"/>
              </a:rPr>
              <a:t>Consumes large volume of paper work.</a:t>
            </a:r>
          </a:p>
          <a:p>
            <a:pPr algn="l"/>
            <a:r>
              <a:rPr lang="en-US" b="0" i="0" dirty="0">
                <a:solidFill>
                  <a:srgbClr val="212529"/>
                </a:solidFill>
                <a:effectLst/>
                <a:latin typeface="Times New Roman" panose="02020603050405020304" pitchFamily="18" charset="0"/>
                <a:cs typeface="Times New Roman" panose="02020603050405020304" pitchFamily="18" charset="0"/>
              </a:rPr>
              <a:t>Time consuming.</a:t>
            </a:r>
          </a:p>
          <a:p>
            <a:pPr algn="l"/>
            <a:r>
              <a:rPr lang="en-US" b="0" i="0" dirty="0">
                <a:solidFill>
                  <a:srgbClr val="212529"/>
                </a:solidFill>
                <a:effectLst/>
                <a:latin typeface="Times New Roman" panose="02020603050405020304" pitchFamily="18" charset="0"/>
                <a:cs typeface="Times New Roman" panose="02020603050405020304" pitchFamily="18" charset="0"/>
              </a:rPr>
              <a:t>Needs manual calculations.</a:t>
            </a:r>
          </a:p>
        </p:txBody>
      </p:sp>
    </p:spTree>
    <p:extLst>
      <p:ext uri="{BB962C8B-B14F-4D97-AF65-F5344CB8AC3E}">
        <p14:creationId xmlns:p14="http://schemas.microsoft.com/office/powerpoint/2010/main" val="295743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41"/>
        <p:cNvGrpSpPr/>
        <p:nvPr/>
      </p:nvGrpSpPr>
      <p:grpSpPr>
        <a:xfrm>
          <a:off x="0" y="0"/>
          <a:ext cx="0" cy="0"/>
          <a:chOff x="0" y="0"/>
          <a:chExt cx="0" cy="0"/>
        </a:xfrm>
      </p:grpSpPr>
      <p:sp>
        <p:nvSpPr>
          <p:cNvPr id="2642" name="Google Shape;2642;p41"/>
          <p:cNvSpPr txBox="1">
            <a:spLocks noGrp="1"/>
          </p:cNvSpPr>
          <p:nvPr>
            <p:ph type="title"/>
          </p:nvPr>
        </p:nvSpPr>
        <p:spPr>
          <a:xfrm>
            <a:off x="311699" y="555600"/>
            <a:ext cx="5462689" cy="7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Project Explanation</a:t>
            </a:r>
            <a:endParaRPr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C85B7C06-DD4C-611D-7250-9A52D84E4104}"/>
              </a:ext>
            </a:extLst>
          </p:cNvPr>
          <p:cNvSpPr>
            <a:spLocks noGrp="1"/>
          </p:cNvSpPr>
          <p:nvPr>
            <p:ph type="body" idx="1"/>
          </p:nvPr>
        </p:nvSpPr>
        <p:spPr>
          <a:xfrm>
            <a:off x="311699" y="1389600"/>
            <a:ext cx="4985253" cy="3179400"/>
          </a:xfrm>
        </p:spPr>
        <p:txBody>
          <a:bodyPr/>
          <a:lstStyle/>
          <a:p>
            <a:r>
              <a:rPr lang="en-IN" sz="1800" dirty="0">
                <a:latin typeface="Times New Roman" panose="02020603050405020304" pitchFamily="18" charset="0"/>
                <a:cs typeface="Times New Roman" panose="02020603050405020304" pitchFamily="18" charset="0"/>
              </a:rPr>
              <a:t>Can take appointments while sitting at home from any hospital in your city.</a:t>
            </a:r>
          </a:p>
          <a:p>
            <a:r>
              <a:rPr lang="en-IN" sz="1800" dirty="0">
                <a:latin typeface="Times New Roman" panose="02020603050405020304" pitchFamily="18" charset="0"/>
                <a:cs typeface="Times New Roman" panose="02020603050405020304" pitchFamily="18" charset="0"/>
              </a:rPr>
              <a:t>And get instant results.</a:t>
            </a:r>
          </a:p>
          <a:p>
            <a:r>
              <a:rPr lang="en-IN" sz="1800" dirty="0">
                <a:latin typeface="Times New Roman" panose="02020603050405020304" pitchFamily="18" charset="0"/>
                <a:cs typeface="Times New Roman" panose="02020603050405020304" pitchFamily="18" charset="0"/>
              </a:rPr>
              <a:t>Pay as you book appointment, so not much interaction required.</a:t>
            </a:r>
          </a:p>
          <a:p>
            <a:r>
              <a:rPr lang="en-IN" sz="1800" dirty="0">
                <a:latin typeface="Times New Roman" panose="02020603050405020304" pitchFamily="18" charset="0"/>
                <a:cs typeface="Times New Roman" panose="02020603050405020304" pitchFamily="18" charset="0"/>
              </a:rPr>
              <a:t>Book Ambulance.</a:t>
            </a:r>
          </a:p>
          <a:p>
            <a:endParaRPr lang="en-IN" sz="1800" dirty="0">
              <a:latin typeface="Times New Roman" panose="02020603050405020304" pitchFamily="18" charset="0"/>
              <a:cs typeface="Times New Roman" panose="02020603050405020304" pitchFamily="18" charset="0"/>
            </a:endParaRPr>
          </a:p>
        </p:txBody>
      </p:sp>
      <p:grpSp>
        <p:nvGrpSpPr>
          <p:cNvPr id="2663" name="Google Shape;2663;p41"/>
          <p:cNvGrpSpPr/>
          <p:nvPr/>
        </p:nvGrpSpPr>
        <p:grpSpPr>
          <a:xfrm>
            <a:off x="5774389" y="1400397"/>
            <a:ext cx="3153059" cy="3086104"/>
            <a:chOff x="2996837" y="1381202"/>
            <a:chExt cx="3153059" cy="3086104"/>
          </a:xfrm>
        </p:grpSpPr>
        <p:sp>
          <p:nvSpPr>
            <p:cNvPr id="2664" name="Google Shape;2664;p41"/>
            <p:cNvSpPr/>
            <p:nvPr/>
          </p:nvSpPr>
          <p:spPr>
            <a:xfrm>
              <a:off x="3244934" y="1623872"/>
              <a:ext cx="2630700" cy="25881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5" name="Google Shape;2665;p41"/>
            <p:cNvGrpSpPr/>
            <p:nvPr/>
          </p:nvGrpSpPr>
          <p:grpSpPr>
            <a:xfrm>
              <a:off x="2996837" y="2504578"/>
              <a:ext cx="591249" cy="591785"/>
              <a:chOff x="1335000" y="1790324"/>
              <a:chExt cx="661500" cy="662100"/>
            </a:xfrm>
          </p:grpSpPr>
          <p:sp>
            <p:nvSpPr>
              <p:cNvPr id="2666" name="Google Shape;2666;p41"/>
              <p:cNvSpPr/>
              <p:nvPr/>
            </p:nvSpPr>
            <p:spPr>
              <a:xfrm>
                <a:off x="1335000" y="1790324"/>
                <a:ext cx="661500" cy="662100"/>
              </a:xfrm>
              <a:prstGeom prst="pie">
                <a:avLst>
                  <a:gd name="adj1" fmla="val 15523255"/>
                  <a:gd name="adj2" fmla="val 10817427"/>
                </a:avLst>
              </a:pr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1"/>
              <p:cNvSpPr/>
              <p:nvPr/>
            </p:nvSpPr>
            <p:spPr>
              <a:xfrm>
                <a:off x="1335000" y="1790324"/>
                <a:ext cx="661500" cy="662100"/>
              </a:xfrm>
              <a:prstGeom prst="pie">
                <a:avLst>
                  <a:gd name="adj1" fmla="val 18600914"/>
                  <a:gd name="adj2" fmla="val 16200000"/>
                </a:avLst>
              </a:prstGeom>
              <a:solidFill>
                <a:schemeClr val="accen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8" name="Google Shape;2668;p41"/>
            <p:cNvGrpSpPr/>
            <p:nvPr/>
          </p:nvGrpSpPr>
          <p:grpSpPr>
            <a:xfrm>
              <a:off x="4264670" y="1381202"/>
              <a:ext cx="591249" cy="591785"/>
              <a:chOff x="1335000" y="1790710"/>
              <a:chExt cx="661500" cy="662100"/>
            </a:xfrm>
          </p:grpSpPr>
          <p:sp>
            <p:nvSpPr>
              <p:cNvPr id="2669" name="Google Shape;2669;p41"/>
              <p:cNvSpPr/>
              <p:nvPr/>
            </p:nvSpPr>
            <p:spPr>
              <a:xfrm>
                <a:off x="1335000" y="1790710"/>
                <a:ext cx="661500" cy="662100"/>
              </a:xfrm>
              <a:prstGeom prst="pie">
                <a:avLst>
                  <a:gd name="adj1" fmla="val 4914434"/>
                  <a:gd name="adj2" fmla="val 10817427"/>
                </a:avLst>
              </a:prstGeom>
              <a:solidFill>
                <a:srgbClr val="FFFFFF"/>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1"/>
              <p:cNvSpPr/>
              <p:nvPr/>
            </p:nvSpPr>
            <p:spPr>
              <a:xfrm>
                <a:off x="1335000" y="1790710"/>
                <a:ext cx="661500" cy="662100"/>
              </a:xfrm>
              <a:prstGeom prst="pie">
                <a:avLst>
                  <a:gd name="adj1" fmla="val 10731763"/>
                  <a:gd name="adj2" fmla="val 5379247"/>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1" name="Google Shape;2671;p41"/>
            <p:cNvGrpSpPr/>
            <p:nvPr/>
          </p:nvGrpSpPr>
          <p:grpSpPr>
            <a:xfrm>
              <a:off x="4264670" y="3867007"/>
              <a:ext cx="591249" cy="600298"/>
              <a:chOff x="1335000" y="1781185"/>
              <a:chExt cx="661500" cy="671625"/>
            </a:xfrm>
          </p:grpSpPr>
          <p:sp>
            <p:nvSpPr>
              <p:cNvPr id="2672" name="Google Shape;2672;p41"/>
              <p:cNvSpPr/>
              <p:nvPr/>
            </p:nvSpPr>
            <p:spPr>
              <a:xfrm>
                <a:off x="1335000" y="1790710"/>
                <a:ext cx="661500" cy="662100"/>
              </a:xfrm>
              <a:prstGeom prst="pie">
                <a:avLst>
                  <a:gd name="adj1" fmla="val 15523255"/>
                  <a:gd name="adj2" fmla="val 10817427"/>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1"/>
              <p:cNvSpPr/>
              <p:nvPr/>
            </p:nvSpPr>
            <p:spPr>
              <a:xfrm>
                <a:off x="1335000" y="1781185"/>
                <a:ext cx="661500" cy="662100"/>
              </a:xfrm>
              <a:prstGeom prst="pie">
                <a:avLst>
                  <a:gd name="adj1" fmla="val 21588404"/>
                  <a:gd name="adj2" fmla="val 1620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4" name="Google Shape;2674;p41"/>
            <p:cNvGrpSpPr/>
            <p:nvPr/>
          </p:nvGrpSpPr>
          <p:grpSpPr>
            <a:xfrm>
              <a:off x="5550134" y="2504578"/>
              <a:ext cx="599762" cy="591785"/>
              <a:chOff x="1373100" y="1790324"/>
              <a:chExt cx="671025" cy="662100"/>
            </a:xfrm>
          </p:grpSpPr>
          <p:sp>
            <p:nvSpPr>
              <p:cNvPr id="2675" name="Google Shape;2675;p41"/>
              <p:cNvSpPr/>
              <p:nvPr/>
            </p:nvSpPr>
            <p:spPr>
              <a:xfrm>
                <a:off x="1373100" y="1790324"/>
                <a:ext cx="661500" cy="662100"/>
              </a:xfrm>
              <a:prstGeom prst="pie">
                <a:avLst>
                  <a:gd name="adj1" fmla="val 16154806"/>
                  <a:gd name="adj2" fmla="val 5371396"/>
                </a:avLst>
              </a:pr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1"/>
              <p:cNvSpPr/>
              <p:nvPr/>
            </p:nvSpPr>
            <p:spPr>
              <a:xfrm>
                <a:off x="1382625" y="1790324"/>
                <a:ext cx="661500" cy="662100"/>
              </a:xfrm>
              <a:prstGeom prst="pie">
                <a:avLst>
                  <a:gd name="adj1" fmla="val 5441387"/>
                  <a:gd name="adj2" fmla="val 1620000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7" name="Google Shape;2677;p41"/>
            <p:cNvGrpSpPr/>
            <p:nvPr/>
          </p:nvGrpSpPr>
          <p:grpSpPr>
            <a:xfrm>
              <a:off x="3869200" y="2300882"/>
              <a:ext cx="1399802" cy="1232864"/>
              <a:chOff x="3671350" y="2300882"/>
              <a:chExt cx="1399802" cy="1232864"/>
            </a:xfrm>
          </p:grpSpPr>
          <p:sp>
            <p:nvSpPr>
              <p:cNvPr id="2678" name="Google Shape;2678;p41"/>
              <p:cNvSpPr/>
              <p:nvPr/>
            </p:nvSpPr>
            <p:spPr>
              <a:xfrm>
                <a:off x="3671350" y="2300882"/>
                <a:ext cx="1399802" cy="1232864"/>
              </a:xfrm>
              <a:custGeom>
                <a:avLst/>
                <a:gdLst/>
                <a:ahLst/>
                <a:cxnLst/>
                <a:rect l="l" t="t" r="r" b="b"/>
                <a:pathLst>
                  <a:path w="36577" h="32217" extrusionOk="0">
                    <a:moveTo>
                      <a:pt x="18316" y="1"/>
                    </a:moveTo>
                    <a:cubicBezTo>
                      <a:pt x="12048" y="1"/>
                      <a:pt x="6070" y="3685"/>
                      <a:pt x="3451" y="9837"/>
                    </a:cubicBezTo>
                    <a:cubicBezTo>
                      <a:pt x="1" y="17996"/>
                      <a:pt x="3816" y="27455"/>
                      <a:pt x="12017" y="30946"/>
                    </a:cubicBezTo>
                    <a:cubicBezTo>
                      <a:pt x="14055" y="31808"/>
                      <a:pt x="16174" y="32217"/>
                      <a:pt x="18262" y="32217"/>
                    </a:cubicBezTo>
                    <a:cubicBezTo>
                      <a:pt x="24530" y="32217"/>
                      <a:pt x="30507" y="28532"/>
                      <a:pt x="33126" y="22381"/>
                    </a:cubicBezTo>
                    <a:cubicBezTo>
                      <a:pt x="36577" y="14221"/>
                      <a:pt x="32761" y="4762"/>
                      <a:pt x="24561" y="1271"/>
                    </a:cubicBezTo>
                    <a:cubicBezTo>
                      <a:pt x="22522" y="409"/>
                      <a:pt x="20403" y="1"/>
                      <a:pt x="18316" y="1"/>
                    </a:cubicBezTo>
                    <a:close/>
                  </a:path>
                </a:pathLst>
              </a:custGeom>
              <a:solidFill>
                <a:srgbClr val="7400B8">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1"/>
              <p:cNvSpPr/>
              <p:nvPr/>
            </p:nvSpPr>
            <p:spPr>
              <a:xfrm>
                <a:off x="4083051" y="3034606"/>
                <a:ext cx="139839" cy="139868"/>
              </a:xfrm>
              <a:custGeom>
                <a:avLst/>
                <a:gdLst/>
                <a:ahLst/>
                <a:cxnLst/>
                <a:rect l="l" t="t" r="r" b="b"/>
                <a:pathLst>
                  <a:path w="3654" h="3655" fill="none" extrusionOk="0">
                    <a:moveTo>
                      <a:pt x="3167" y="2152"/>
                    </a:moveTo>
                    <a:lnTo>
                      <a:pt x="2152" y="3167"/>
                    </a:lnTo>
                    <a:cubicBezTo>
                      <a:pt x="1665" y="3654"/>
                      <a:pt x="934" y="3654"/>
                      <a:pt x="447" y="3167"/>
                    </a:cubicBezTo>
                    <a:lnTo>
                      <a:pt x="447" y="3167"/>
                    </a:lnTo>
                    <a:cubicBezTo>
                      <a:pt x="0" y="2721"/>
                      <a:pt x="0" y="1949"/>
                      <a:pt x="447" y="1503"/>
                    </a:cubicBezTo>
                    <a:lnTo>
                      <a:pt x="1502" y="447"/>
                    </a:lnTo>
                    <a:cubicBezTo>
                      <a:pt x="1949" y="1"/>
                      <a:pt x="2720" y="1"/>
                      <a:pt x="3167" y="447"/>
                    </a:cubicBezTo>
                    <a:lnTo>
                      <a:pt x="3167" y="447"/>
                    </a:lnTo>
                    <a:cubicBezTo>
                      <a:pt x="3654" y="934"/>
                      <a:pt x="3654" y="1665"/>
                      <a:pt x="3167" y="2152"/>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1"/>
              <p:cNvSpPr/>
              <p:nvPr/>
            </p:nvSpPr>
            <p:spPr>
              <a:xfrm>
                <a:off x="4403058" y="3135597"/>
                <a:ext cx="141446" cy="82352"/>
              </a:xfrm>
              <a:custGeom>
                <a:avLst/>
                <a:gdLst/>
                <a:ahLst/>
                <a:cxnLst/>
                <a:rect l="l" t="t" r="r" b="b"/>
                <a:pathLst>
                  <a:path w="3696" h="2152" fill="none" extrusionOk="0">
                    <a:moveTo>
                      <a:pt x="3249" y="0"/>
                    </a:moveTo>
                    <a:cubicBezTo>
                      <a:pt x="3695" y="488"/>
                      <a:pt x="3695" y="1218"/>
                      <a:pt x="3249" y="1665"/>
                    </a:cubicBezTo>
                    <a:lnTo>
                      <a:pt x="3249" y="1665"/>
                    </a:lnTo>
                    <a:cubicBezTo>
                      <a:pt x="2802" y="2152"/>
                      <a:pt x="2031" y="2152"/>
                      <a:pt x="1584" y="1665"/>
                    </a:cubicBezTo>
                    <a:lnTo>
                      <a:pt x="1" y="82"/>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1"/>
              <p:cNvSpPr/>
              <p:nvPr/>
            </p:nvSpPr>
            <p:spPr>
              <a:xfrm>
                <a:off x="4328510" y="3183739"/>
                <a:ext cx="135208" cy="82390"/>
              </a:xfrm>
              <a:custGeom>
                <a:avLst/>
                <a:gdLst/>
                <a:ahLst/>
                <a:cxnLst/>
                <a:rect l="l" t="t" r="r" b="b"/>
                <a:pathLst>
                  <a:path w="3533" h="2153" fill="none" extrusionOk="0">
                    <a:moveTo>
                      <a:pt x="3086" y="1"/>
                    </a:moveTo>
                    <a:cubicBezTo>
                      <a:pt x="3532" y="447"/>
                      <a:pt x="3532" y="1219"/>
                      <a:pt x="3086" y="1665"/>
                    </a:cubicBezTo>
                    <a:lnTo>
                      <a:pt x="3086" y="1665"/>
                    </a:lnTo>
                    <a:cubicBezTo>
                      <a:pt x="2598" y="2152"/>
                      <a:pt x="1868" y="2152"/>
                      <a:pt x="1381" y="1665"/>
                    </a:cubicBezTo>
                    <a:lnTo>
                      <a:pt x="0" y="285"/>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1"/>
              <p:cNvSpPr/>
              <p:nvPr/>
            </p:nvSpPr>
            <p:spPr>
              <a:xfrm>
                <a:off x="4233755" y="2722372"/>
                <a:ext cx="388402" cy="441224"/>
              </a:xfrm>
              <a:custGeom>
                <a:avLst/>
                <a:gdLst/>
                <a:ahLst/>
                <a:cxnLst/>
                <a:rect l="l" t="t" r="r" b="b"/>
                <a:pathLst>
                  <a:path w="10149" h="11530" fill="none" extrusionOk="0">
                    <a:moveTo>
                      <a:pt x="6982" y="10027"/>
                    </a:moveTo>
                    <a:lnTo>
                      <a:pt x="7997" y="11083"/>
                    </a:lnTo>
                    <a:cubicBezTo>
                      <a:pt x="8484" y="11529"/>
                      <a:pt x="9215" y="11529"/>
                      <a:pt x="9702" y="11083"/>
                    </a:cubicBezTo>
                    <a:lnTo>
                      <a:pt x="9702" y="11083"/>
                    </a:lnTo>
                    <a:cubicBezTo>
                      <a:pt x="10149" y="10636"/>
                      <a:pt x="10149" y="9865"/>
                      <a:pt x="9702" y="9418"/>
                    </a:cubicBezTo>
                    <a:lnTo>
                      <a:pt x="4547" y="4344"/>
                    </a:lnTo>
                    <a:cubicBezTo>
                      <a:pt x="4303" y="4141"/>
                      <a:pt x="3978" y="4141"/>
                      <a:pt x="3735" y="4344"/>
                    </a:cubicBezTo>
                    <a:lnTo>
                      <a:pt x="2152" y="5846"/>
                    </a:lnTo>
                    <a:cubicBezTo>
                      <a:pt x="1664" y="6333"/>
                      <a:pt x="934" y="6333"/>
                      <a:pt x="447" y="5846"/>
                    </a:cubicBezTo>
                    <a:lnTo>
                      <a:pt x="447" y="5846"/>
                    </a:lnTo>
                    <a:cubicBezTo>
                      <a:pt x="0" y="5399"/>
                      <a:pt x="0" y="4628"/>
                      <a:pt x="447" y="4181"/>
                    </a:cubicBezTo>
                    <a:lnTo>
                      <a:pt x="2598" y="2070"/>
                    </a:lnTo>
                    <a:cubicBezTo>
                      <a:pt x="2598" y="2070"/>
                      <a:pt x="4587" y="0"/>
                      <a:pt x="6617" y="2070"/>
                    </a:cubicBez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1"/>
              <p:cNvSpPr/>
              <p:nvPr/>
            </p:nvSpPr>
            <p:spPr>
              <a:xfrm>
                <a:off x="4142062" y="3116960"/>
                <a:ext cx="129008" cy="128961"/>
              </a:xfrm>
              <a:custGeom>
                <a:avLst/>
                <a:gdLst/>
                <a:ahLst/>
                <a:cxnLst/>
                <a:rect l="l" t="t" r="r" b="b"/>
                <a:pathLst>
                  <a:path w="3371" h="3370" fill="none" extrusionOk="0">
                    <a:moveTo>
                      <a:pt x="2883" y="2152"/>
                    </a:moveTo>
                    <a:lnTo>
                      <a:pt x="2152" y="2883"/>
                    </a:lnTo>
                    <a:cubicBezTo>
                      <a:pt x="1665" y="3370"/>
                      <a:pt x="935" y="3370"/>
                      <a:pt x="447" y="2883"/>
                    </a:cubicBezTo>
                    <a:lnTo>
                      <a:pt x="447" y="2883"/>
                    </a:lnTo>
                    <a:cubicBezTo>
                      <a:pt x="1" y="2436"/>
                      <a:pt x="1" y="1665"/>
                      <a:pt x="447" y="1218"/>
                    </a:cubicBezTo>
                    <a:lnTo>
                      <a:pt x="1219" y="447"/>
                    </a:lnTo>
                    <a:cubicBezTo>
                      <a:pt x="1665" y="0"/>
                      <a:pt x="2437" y="0"/>
                      <a:pt x="2883" y="447"/>
                    </a:cubicBezTo>
                    <a:lnTo>
                      <a:pt x="2883" y="447"/>
                    </a:lnTo>
                    <a:cubicBezTo>
                      <a:pt x="3370" y="934"/>
                      <a:pt x="3370" y="1665"/>
                      <a:pt x="2883" y="2152"/>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1"/>
              <p:cNvSpPr/>
              <p:nvPr/>
            </p:nvSpPr>
            <p:spPr>
              <a:xfrm>
                <a:off x="4222848" y="3197745"/>
                <a:ext cx="99464" cy="99457"/>
              </a:xfrm>
              <a:custGeom>
                <a:avLst/>
                <a:gdLst/>
                <a:ahLst/>
                <a:cxnLst/>
                <a:rect l="l" t="t" r="r" b="b"/>
                <a:pathLst>
                  <a:path w="2599" h="2599" fill="none" extrusionOk="0">
                    <a:moveTo>
                      <a:pt x="2112" y="2111"/>
                    </a:moveTo>
                    <a:lnTo>
                      <a:pt x="2112" y="2111"/>
                    </a:lnTo>
                    <a:cubicBezTo>
                      <a:pt x="1665" y="2598"/>
                      <a:pt x="894" y="2598"/>
                      <a:pt x="447" y="2111"/>
                    </a:cubicBezTo>
                    <a:lnTo>
                      <a:pt x="447" y="2111"/>
                    </a:lnTo>
                    <a:cubicBezTo>
                      <a:pt x="1" y="1665"/>
                      <a:pt x="1" y="893"/>
                      <a:pt x="447" y="447"/>
                    </a:cubicBezTo>
                    <a:lnTo>
                      <a:pt x="447" y="447"/>
                    </a:lnTo>
                    <a:cubicBezTo>
                      <a:pt x="894" y="0"/>
                      <a:pt x="1665" y="0"/>
                      <a:pt x="2112" y="447"/>
                    </a:cubicBezTo>
                    <a:lnTo>
                      <a:pt x="2112" y="447"/>
                    </a:lnTo>
                    <a:cubicBezTo>
                      <a:pt x="2599" y="893"/>
                      <a:pt x="2599" y="1665"/>
                      <a:pt x="2112" y="2111"/>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1"/>
              <p:cNvSpPr/>
              <p:nvPr/>
            </p:nvSpPr>
            <p:spPr>
              <a:xfrm>
                <a:off x="4300535" y="3255224"/>
                <a:ext cx="91695" cy="62185"/>
              </a:xfrm>
              <a:custGeom>
                <a:avLst/>
                <a:gdLst/>
                <a:ahLst/>
                <a:cxnLst/>
                <a:rect l="l" t="t" r="r" b="b"/>
                <a:pathLst>
                  <a:path w="2396" h="1625" fill="none" extrusionOk="0">
                    <a:moveTo>
                      <a:pt x="2274" y="0"/>
                    </a:moveTo>
                    <a:cubicBezTo>
                      <a:pt x="2396" y="406"/>
                      <a:pt x="2274" y="853"/>
                      <a:pt x="1990" y="1177"/>
                    </a:cubicBezTo>
                    <a:lnTo>
                      <a:pt x="1990" y="1177"/>
                    </a:lnTo>
                    <a:cubicBezTo>
                      <a:pt x="1503" y="1624"/>
                      <a:pt x="772" y="1624"/>
                      <a:pt x="285" y="1177"/>
                    </a:cubicBezTo>
                    <a:lnTo>
                      <a:pt x="285" y="1177"/>
                    </a:lnTo>
                    <a:cubicBezTo>
                      <a:pt x="163" y="1015"/>
                      <a:pt x="82" y="893"/>
                      <a:pt x="1" y="731"/>
                    </a:cubicBez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1"/>
              <p:cNvSpPr/>
              <p:nvPr/>
            </p:nvSpPr>
            <p:spPr>
              <a:xfrm>
                <a:off x="3921478" y="2638449"/>
                <a:ext cx="310752" cy="310732"/>
              </a:xfrm>
              <a:custGeom>
                <a:avLst/>
                <a:gdLst/>
                <a:ahLst/>
                <a:cxnLst/>
                <a:rect l="l" t="t" r="r" b="b"/>
                <a:pathLst>
                  <a:path w="8120" h="8120" fill="none" extrusionOk="0">
                    <a:moveTo>
                      <a:pt x="7957" y="2477"/>
                    </a:moveTo>
                    <a:lnTo>
                      <a:pt x="2477" y="7958"/>
                    </a:lnTo>
                    <a:cubicBezTo>
                      <a:pt x="2314" y="8120"/>
                      <a:pt x="2030" y="8120"/>
                      <a:pt x="1868" y="7958"/>
                    </a:cubicBezTo>
                    <a:lnTo>
                      <a:pt x="163" y="6253"/>
                    </a:lnTo>
                    <a:cubicBezTo>
                      <a:pt x="0" y="6090"/>
                      <a:pt x="0" y="5847"/>
                      <a:pt x="163" y="5684"/>
                    </a:cubicBezTo>
                    <a:lnTo>
                      <a:pt x="5684" y="163"/>
                    </a:lnTo>
                    <a:cubicBezTo>
                      <a:pt x="5805" y="1"/>
                      <a:pt x="6090" y="1"/>
                      <a:pt x="6252" y="163"/>
                    </a:cubicBezTo>
                    <a:lnTo>
                      <a:pt x="7957" y="1909"/>
                    </a:lnTo>
                    <a:cubicBezTo>
                      <a:pt x="8119" y="2071"/>
                      <a:pt x="8119" y="2315"/>
                      <a:pt x="7957" y="2477"/>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1"/>
              <p:cNvSpPr/>
              <p:nvPr/>
            </p:nvSpPr>
            <p:spPr>
              <a:xfrm>
                <a:off x="4485414" y="2640018"/>
                <a:ext cx="310752" cy="309163"/>
              </a:xfrm>
              <a:custGeom>
                <a:avLst/>
                <a:gdLst/>
                <a:ahLst/>
                <a:cxnLst/>
                <a:rect l="l" t="t" r="r" b="b"/>
                <a:pathLst>
                  <a:path w="8120" h="8079" fill="none" extrusionOk="0">
                    <a:moveTo>
                      <a:pt x="5684" y="7917"/>
                    </a:moveTo>
                    <a:lnTo>
                      <a:pt x="163" y="2436"/>
                    </a:lnTo>
                    <a:cubicBezTo>
                      <a:pt x="0" y="2274"/>
                      <a:pt x="0" y="2030"/>
                      <a:pt x="163" y="1868"/>
                    </a:cubicBezTo>
                    <a:lnTo>
                      <a:pt x="1868" y="122"/>
                    </a:lnTo>
                    <a:cubicBezTo>
                      <a:pt x="2030" y="1"/>
                      <a:pt x="2314" y="1"/>
                      <a:pt x="2477" y="122"/>
                    </a:cubicBezTo>
                    <a:lnTo>
                      <a:pt x="7957" y="5643"/>
                    </a:lnTo>
                    <a:cubicBezTo>
                      <a:pt x="8119" y="5806"/>
                      <a:pt x="8119" y="6049"/>
                      <a:pt x="7957" y="6212"/>
                    </a:cubicBezTo>
                    <a:lnTo>
                      <a:pt x="6252" y="7917"/>
                    </a:lnTo>
                    <a:cubicBezTo>
                      <a:pt x="6090" y="8079"/>
                      <a:pt x="5846" y="8079"/>
                      <a:pt x="5684" y="7917"/>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1"/>
              <p:cNvSpPr/>
              <p:nvPr/>
            </p:nvSpPr>
            <p:spPr>
              <a:xfrm>
                <a:off x="4024001" y="2933653"/>
                <a:ext cx="116570" cy="116525"/>
              </a:xfrm>
              <a:custGeom>
                <a:avLst/>
                <a:gdLst/>
                <a:ahLst/>
                <a:cxnLst/>
                <a:rect l="l" t="t" r="r" b="b"/>
                <a:pathLst>
                  <a:path w="3046" h="3045" fill="none" extrusionOk="0">
                    <a:moveTo>
                      <a:pt x="1" y="0"/>
                    </a:moveTo>
                    <a:lnTo>
                      <a:pt x="3045" y="3045"/>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1"/>
              <p:cNvSpPr/>
              <p:nvPr/>
            </p:nvSpPr>
            <p:spPr>
              <a:xfrm>
                <a:off x="4572400" y="2933653"/>
                <a:ext cx="116570" cy="116525"/>
              </a:xfrm>
              <a:custGeom>
                <a:avLst/>
                <a:gdLst/>
                <a:ahLst/>
                <a:cxnLst/>
                <a:rect l="l" t="t" r="r" b="b"/>
                <a:pathLst>
                  <a:path w="3046" h="3045" fill="none" extrusionOk="0">
                    <a:moveTo>
                      <a:pt x="1" y="3045"/>
                    </a:moveTo>
                    <a:lnTo>
                      <a:pt x="3045" y="0"/>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1"/>
              <p:cNvSpPr/>
              <p:nvPr/>
            </p:nvSpPr>
            <p:spPr>
              <a:xfrm>
                <a:off x="4466777" y="2744109"/>
                <a:ext cx="35744" cy="35780"/>
              </a:xfrm>
              <a:custGeom>
                <a:avLst/>
                <a:gdLst/>
                <a:ahLst/>
                <a:cxnLst/>
                <a:rect l="l" t="t" r="r" b="b"/>
                <a:pathLst>
                  <a:path w="934" h="935" fill="none" extrusionOk="0">
                    <a:moveTo>
                      <a:pt x="934" y="0"/>
                    </a:moveTo>
                    <a:lnTo>
                      <a:pt x="0" y="934"/>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1"/>
              <p:cNvSpPr/>
              <p:nvPr/>
            </p:nvSpPr>
            <p:spPr>
              <a:xfrm>
                <a:off x="4215080" y="2744109"/>
                <a:ext cx="142977" cy="37311"/>
              </a:xfrm>
              <a:custGeom>
                <a:avLst/>
                <a:gdLst/>
                <a:ahLst/>
                <a:cxnLst/>
                <a:rect l="l" t="t" r="r" b="b"/>
                <a:pathLst>
                  <a:path w="3736" h="975" fill="none" extrusionOk="0">
                    <a:moveTo>
                      <a:pt x="1" y="0"/>
                    </a:moveTo>
                    <a:lnTo>
                      <a:pt x="975" y="975"/>
                    </a:lnTo>
                    <a:cubicBezTo>
                      <a:pt x="975" y="975"/>
                      <a:pt x="2193" y="122"/>
                      <a:pt x="3736" y="975"/>
                    </a:cubicBez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1"/>
              <p:cNvSpPr/>
              <p:nvPr/>
            </p:nvSpPr>
            <p:spPr>
              <a:xfrm>
                <a:off x="4490083" y="2526628"/>
                <a:ext cx="55951" cy="54378"/>
              </a:xfrm>
              <a:custGeom>
                <a:avLst/>
                <a:gdLst/>
                <a:ahLst/>
                <a:cxnLst/>
                <a:rect l="l" t="t" r="r" b="b"/>
                <a:pathLst>
                  <a:path w="1462" h="1421" fill="none" extrusionOk="0">
                    <a:moveTo>
                      <a:pt x="1462" y="690"/>
                    </a:moveTo>
                    <a:cubicBezTo>
                      <a:pt x="1462" y="1096"/>
                      <a:pt x="1137" y="1421"/>
                      <a:pt x="731" y="1421"/>
                    </a:cubicBezTo>
                    <a:cubicBezTo>
                      <a:pt x="325" y="1421"/>
                      <a:pt x="0" y="1096"/>
                      <a:pt x="0" y="690"/>
                    </a:cubicBezTo>
                    <a:cubicBezTo>
                      <a:pt x="0" y="325"/>
                      <a:pt x="325" y="0"/>
                      <a:pt x="731" y="0"/>
                    </a:cubicBezTo>
                    <a:cubicBezTo>
                      <a:pt x="1137" y="0"/>
                      <a:pt x="1462" y="325"/>
                      <a:pt x="1462" y="690"/>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1"/>
              <p:cNvSpPr/>
              <p:nvPr/>
            </p:nvSpPr>
            <p:spPr>
              <a:xfrm>
                <a:off x="4707567" y="3121629"/>
                <a:ext cx="28014" cy="27974"/>
              </a:xfrm>
              <a:custGeom>
                <a:avLst/>
                <a:gdLst/>
                <a:ahLst/>
                <a:cxnLst/>
                <a:rect l="l" t="t" r="r" b="b"/>
                <a:pathLst>
                  <a:path w="732" h="731" fill="none" extrusionOk="0">
                    <a:moveTo>
                      <a:pt x="731" y="365"/>
                    </a:moveTo>
                    <a:cubicBezTo>
                      <a:pt x="731" y="162"/>
                      <a:pt x="569" y="0"/>
                      <a:pt x="366" y="0"/>
                    </a:cubicBezTo>
                    <a:cubicBezTo>
                      <a:pt x="163" y="0"/>
                      <a:pt x="1" y="162"/>
                      <a:pt x="1" y="365"/>
                    </a:cubicBezTo>
                    <a:cubicBezTo>
                      <a:pt x="1" y="568"/>
                      <a:pt x="163" y="731"/>
                      <a:pt x="366" y="731"/>
                    </a:cubicBezTo>
                    <a:cubicBezTo>
                      <a:pt x="569" y="731"/>
                      <a:pt x="731" y="568"/>
                      <a:pt x="731" y="365"/>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1"/>
              <p:cNvSpPr/>
              <p:nvPr/>
            </p:nvSpPr>
            <p:spPr>
              <a:xfrm>
                <a:off x="4617481" y="2498654"/>
                <a:ext cx="26445" cy="28012"/>
              </a:xfrm>
              <a:custGeom>
                <a:avLst/>
                <a:gdLst/>
                <a:ahLst/>
                <a:cxnLst/>
                <a:rect l="l" t="t" r="r" b="b"/>
                <a:pathLst>
                  <a:path w="691" h="732" fill="none" extrusionOk="0">
                    <a:moveTo>
                      <a:pt x="690" y="366"/>
                    </a:moveTo>
                    <a:cubicBezTo>
                      <a:pt x="690" y="569"/>
                      <a:pt x="528" y="731"/>
                      <a:pt x="365" y="731"/>
                    </a:cubicBezTo>
                    <a:cubicBezTo>
                      <a:pt x="162" y="731"/>
                      <a:pt x="0" y="569"/>
                      <a:pt x="0" y="366"/>
                    </a:cubicBezTo>
                    <a:cubicBezTo>
                      <a:pt x="0" y="163"/>
                      <a:pt x="162" y="0"/>
                      <a:pt x="365" y="0"/>
                    </a:cubicBezTo>
                    <a:cubicBezTo>
                      <a:pt x="528" y="0"/>
                      <a:pt x="690" y="163"/>
                      <a:pt x="690" y="366"/>
                    </a:cubicBezTo>
                    <a:close/>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1"/>
              <p:cNvSpPr/>
              <p:nvPr/>
            </p:nvSpPr>
            <p:spPr>
              <a:xfrm>
                <a:off x="4227517" y="2504853"/>
                <a:ext cx="118101" cy="118094"/>
              </a:xfrm>
              <a:custGeom>
                <a:avLst/>
                <a:gdLst/>
                <a:ahLst/>
                <a:cxnLst/>
                <a:rect l="l" t="t" r="r" b="b"/>
                <a:pathLst>
                  <a:path w="3086" h="3086" fill="none" extrusionOk="0">
                    <a:moveTo>
                      <a:pt x="1" y="1"/>
                    </a:moveTo>
                    <a:lnTo>
                      <a:pt x="3086" y="3086"/>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1"/>
              <p:cNvSpPr/>
              <p:nvPr/>
            </p:nvSpPr>
            <p:spPr>
              <a:xfrm>
                <a:off x="4227517" y="2504853"/>
                <a:ext cx="118101" cy="118094"/>
              </a:xfrm>
              <a:custGeom>
                <a:avLst/>
                <a:gdLst/>
                <a:ahLst/>
                <a:cxnLst/>
                <a:rect l="l" t="t" r="r" b="b"/>
                <a:pathLst>
                  <a:path w="3086" h="3086" fill="none" extrusionOk="0">
                    <a:moveTo>
                      <a:pt x="1" y="3086"/>
                    </a:moveTo>
                    <a:lnTo>
                      <a:pt x="3086" y="1"/>
                    </a:lnTo>
                  </a:path>
                </a:pathLst>
              </a:custGeom>
              <a:solidFill>
                <a:srgbClr val="7400B8">
                  <a:alpha val="4460"/>
                </a:srgbClr>
              </a:solid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7" name="Google Shape;2697;p41"/>
            <p:cNvSpPr/>
            <p:nvPr/>
          </p:nvSpPr>
          <p:spPr>
            <a:xfrm rot="2700000">
              <a:off x="5562400" y="1643062"/>
              <a:ext cx="182434" cy="182434"/>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1"/>
            <p:cNvSpPr/>
            <p:nvPr/>
          </p:nvSpPr>
          <p:spPr>
            <a:xfrm rot="2700000">
              <a:off x="5781696" y="1806434"/>
              <a:ext cx="108612" cy="108612"/>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1"/>
            <p:cNvSpPr/>
            <p:nvPr/>
          </p:nvSpPr>
          <p:spPr>
            <a:xfrm rot="-4146499">
              <a:off x="3497536" y="4122725"/>
              <a:ext cx="143858" cy="143858"/>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1"/>
            <p:cNvSpPr/>
            <p:nvPr/>
          </p:nvSpPr>
          <p:spPr>
            <a:xfrm rot="-4149799">
              <a:off x="3410353" y="4031910"/>
              <a:ext cx="86026" cy="86026"/>
            </a:xfrm>
            <a:prstGeom prst="ellipse">
              <a:avLst/>
            </a:prstGeom>
            <a:solidFill>
              <a:srgbClr val="7400B8">
                <a:alpha val="4460"/>
              </a:srgbClr>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7"/>
        <p:cNvGrpSpPr/>
        <p:nvPr/>
      </p:nvGrpSpPr>
      <p:grpSpPr>
        <a:xfrm>
          <a:off x="0" y="0"/>
          <a:ext cx="0" cy="0"/>
          <a:chOff x="0" y="0"/>
          <a:chExt cx="0" cy="0"/>
        </a:xfrm>
      </p:grpSpPr>
      <p:grpSp>
        <p:nvGrpSpPr>
          <p:cNvPr id="778" name="Google Shape;778;p19"/>
          <p:cNvGrpSpPr/>
          <p:nvPr/>
        </p:nvGrpSpPr>
        <p:grpSpPr>
          <a:xfrm>
            <a:off x="720016" y="1314300"/>
            <a:ext cx="7703806" cy="3349979"/>
            <a:chOff x="-710480" y="997953"/>
            <a:chExt cx="7720791" cy="3494293"/>
          </a:xfrm>
        </p:grpSpPr>
        <p:sp>
          <p:nvSpPr>
            <p:cNvPr id="779" name="Google Shape;779;p19"/>
            <p:cNvSpPr/>
            <p:nvPr/>
          </p:nvSpPr>
          <p:spPr>
            <a:xfrm>
              <a:off x="6055850" y="2620825"/>
              <a:ext cx="72225" cy="509775"/>
            </a:xfrm>
            <a:custGeom>
              <a:avLst/>
              <a:gdLst/>
              <a:ahLst/>
              <a:cxnLst/>
              <a:rect l="l" t="t" r="r" b="b"/>
              <a:pathLst>
                <a:path w="2889" h="20391" extrusionOk="0">
                  <a:moveTo>
                    <a:pt x="1359" y="0"/>
                  </a:moveTo>
                  <a:cubicBezTo>
                    <a:pt x="1296" y="0"/>
                    <a:pt x="1238" y="5"/>
                    <a:pt x="1186" y="13"/>
                  </a:cubicBezTo>
                  <a:cubicBezTo>
                    <a:pt x="821" y="105"/>
                    <a:pt x="92" y="287"/>
                    <a:pt x="31" y="1320"/>
                  </a:cubicBezTo>
                  <a:cubicBezTo>
                    <a:pt x="31" y="1381"/>
                    <a:pt x="1" y="8859"/>
                    <a:pt x="31" y="12536"/>
                  </a:cubicBezTo>
                  <a:cubicBezTo>
                    <a:pt x="61" y="14239"/>
                    <a:pt x="61" y="15910"/>
                    <a:pt x="122" y="17613"/>
                  </a:cubicBezTo>
                  <a:cubicBezTo>
                    <a:pt x="152" y="18068"/>
                    <a:pt x="122" y="18524"/>
                    <a:pt x="213" y="18980"/>
                  </a:cubicBezTo>
                  <a:cubicBezTo>
                    <a:pt x="358" y="19846"/>
                    <a:pt x="975" y="20391"/>
                    <a:pt x="1576" y="20391"/>
                  </a:cubicBezTo>
                  <a:cubicBezTo>
                    <a:pt x="2114" y="20391"/>
                    <a:pt x="2639" y="19954"/>
                    <a:pt x="2797" y="18920"/>
                  </a:cubicBezTo>
                  <a:cubicBezTo>
                    <a:pt x="2797" y="18828"/>
                    <a:pt x="2827" y="12081"/>
                    <a:pt x="2767" y="8737"/>
                  </a:cubicBezTo>
                  <a:cubicBezTo>
                    <a:pt x="2736" y="7004"/>
                    <a:pt x="2797" y="6123"/>
                    <a:pt x="2797" y="4390"/>
                  </a:cubicBezTo>
                  <a:cubicBezTo>
                    <a:pt x="2767" y="3600"/>
                    <a:pt x="2888" y="1138"/>
                    <a:pt x="2463" y="469"/>
                  </a:cubicBezTo>
                  <a:cubicBezTo>
                    <a:pt x="2254" y="157"/>
                    <a:pt x="1733" y="0"/>
                    <a:pt x="13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9"/>
            <p:cNvSpPr/>
            <p:nvPr/>
          </p:nvSpPr>
          <p:spPr>
            <a:xfrm>
              <a:off x="4774675" y="1421275"/>
              <a:ext cx="2211300" cy="77550"/>
            </a:xfrm>
            <a:custGeom>
              <a:avLst/>
              <a:gdLst/>
              <a:ahLst/>
              <a:cxnLst/>
              <a:rect l="l" t="t" r="r" b="b"/>
              <a:pathLst>
                <a:path w="88452" h="3102" extrusionOk="0">
                  <a:moveTo>
                    <a:pt x="152" y="1"/>
                  </a:moveTo>
                  <a:cubicBezTo>
                    <a:pt x="152" y="1034"/>
                    <a:pt x="92" y="2068"/>
                    <a:pt x="0" y="3071"/>
                  </a:cubicBezTo>
                  <a:cubicBezTo>
                    <a:pt x="5659" y="2954"/>
                    <a:pt x="11326" y="2918"/>
                    <a:pt x="16995" y="2918"/>
                  </a:cubicBezTo>
                  <a:cubicBezTo>
                    <a:pt x="26066" y="2918"/>
                    <a:pt x="35142" y="3010"/>
                    <a:pt x="44196" y="3010"/>
                  </a:cubicBezTo>
                  <a:lnTo>
                    <a:pt x="66141" y="3010"/>
                  </a:lnTo>
                  <a:cubicBezTo>
                    <a:pt x="70636" y="3010"/>
                    <a:pt x="75165" y="2898"/>
                    <a:pt x="79679" y="2898"/>
                  </a:cubicBezTo>
                  <a:cubicBezTo>
                    <a:pt x="82614" y="2898"/>
                    <a:pt x="85542" y="2946"/>
                    <a:pt x="88452" y="3101"/>
                  </a:cubicBezTo>
                  <a:cubicBezTo>
                    <a:pt x="88361" y="2129"/>
                    <a:pt x="88300" y="1095"/>
                    <a:pt x="88269" y="92"/>
                  </a:cubicBezTo>
                  <a:cubicBezTo>
                    <a:pt x="84668" y="244"/>
                    <a:pt x="81051" y="282"/>
                    <a:pt x="77430" y="282"/>
                  </a:cubicBezTo>
                  <a:cubicBezTo>
                    <a:pt x="73809" y="282"/>
                    <a:pt x="70184" y="244"/>
                    <a:pt x="66567" y="244"/>
                  </a:cubicBezTo>
                  <a:lnTo>
                    <a:pt x="44196" y="244"/>
                  </a:lnTo>
                  <a:cubicBezTo>
                    <a:pt x="36749" y="244"/>
                    <a:pt x="29271" y="214"/>
                    <a:pt x="21824" y="214"/>
                  </a:cubicBezTo>
                  <a:cubicBezTo>
                    <a:pt x="21085" y="211"/>
                    <a:pt x="20345" y="209"/>
                    <a:pt x="19604" y="209"/>
                  </a:cubicBezTo>
                  <a:cubicBezTo>
                    <a:pt x="17150" y="209"/>
                    <a:pt x="14690" y="222"/>
                    <a:pt x="12230" y="222"/>
                  </a:cubicBezTo>
                  <a:cubicBezTo>
                    <a:pt x="8199" y="222"/>
                    <a:pt x="4166" y="187"/>
                    <a:pt x="1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a:off x="4773900" y="1513225"/>
              <a:ext cx="1098075" cy="2961325"/>
            </a:xfrm>
            <a:custGeom>
              <a:avLst/>
              <a:gdLst/>
              <a:ahLst/>
              <a:cxnLst/>
              <a:rect l="l" t="t" r="r" b="b"/>
              <a:pathLst>
                <a:path w="43923" h="118453" extrusionOk="0">
                  <a:moveTo>
                    <a:pt x="15636" y="31534"/>
                  </a:moveTo>
                  <a:cubicBezTo>
                    <a:pt x="15674" y="31534"/>
                    <a:pt x="15712" y="31548"/>
                    <a:pt x="15746" y="31582"/>
                  </a:cubicBezTo>
                  <a:cubicBezTo>
                    <a:pt x="18998" y="34743"/>
                    <a:pt x="22676" y="37965"/>
                    <a:pt x="25321" y="41643"/>
                  </a:cubicBezTo>
                  <a:cubicBezTo>
                    <a:pt x="25410" y="41777"/>
                    <a:pt x="25301" y="41912"/>
                    <a:pt x="25177" y="41912"/>
                  </a:cubicBezTo>
                  <a:cubicBezTo>
                    <a:pt x="25133" y="41912"/>
                    <a:pt x="25087" y="41895"/>
                    <a:pt x="25047" y="41855"/>
                  </a:cubicBezTo>
                  <a:cubicBezTo>
                    <a:pt x="23345" y="40336"/>
                    <a:pt x="21916" y="38451"/>
                    <a:pt x="20336" y="36779"/>
                  </a:cubicBezTo>
                  <a:cubicBezTo>
                    <a:pt x="18755" y="35108"/>
                    <a:pt x="17144" y="33436"/>
                    <a:pt x="15503" y="31825"/>
                  </a:cubicBezTo>
                  <a:cubicBezTo>
                    <a:pt x="15385" y="31707"/>
                    <a:pt x="15505" y="31534"/>
                    <a:pt x="15636" y="31534"/>
                  </a:cubicBezTo>
                  <a:close/>
                  <a:moveTo>
                    <a:pt x="11553" y="43953"/>
                  </a:moveTo>
                  <a:cubicBezTo>
                    <a:pt x="11595" y="43953"/>
                    <a:pt x="11637" y="43971"/>
                    <a:pt x="11673" y="44014"/>
                  </a:cubicBezTo>
                  <a:cubicBezTo>
                    <a:pt x="16931" y="49758"/>
                    <a:pt x="22342" y="55412"/>
                    <a:pt x="27387" y="61369"/>
                  </a:cubicBezTo>
                  <a:cubicBezTo>
                    <a:pt x="27527" y="61509"/>
                    <a:pt x="27399" y="61703"/>
                    <a:pt x="27249" y="61703"/>
                  </a:cubicBezTo>
                  <a:cubicBezTo>
                    <a:pt x="27204" y="61703"/>
                    <a:pt x="27156" y="61685"/>
                    <a:pt x="27114" y="61643"/>
                  </a:cubicBezTo>
                  <a:cubicBezTo>
                    <a:pt x="21703" y="56050"/>
                    <a:pt x="16627" y="50062"/>
                    <a:pt x="11399" y="44257"/>
                  </a:cubicBezTo>
                  <a:cubicBezTo>
                    <a:pt x="11283" y="44140"/>
                    <a:pt x="11416" y="43953"/>
                    <a:pt x="11553" y="43953"/>
                  </a:cubicBezTo>
                  <a:close/>
                  <a:moveTo>
                    <a:pt x="35898" y="43435"/>
                  </a:moveTo>
                  <a:cubicBezTo>
                    <a:pt x="35918" y="43435"/>
                    <a:pt x="35939" y="43436"/>
                    <a:pt x="35959" y="43436"/>
                  </a:cubicBezTo>
                  <a:cubicBezTo>
                    <a:pt x="37327" y="43436"/>
                    <a:pt x="37874" y="44895"/>
                    <a:pt x="37874" y="46020"/>
                  </a:cubicBezTo>
                  <a:cubicBezTo>
                    <a:pt x="37965" y="51734"/>
                    <a:pt x="37752" y="63193"/>
                    <a:pt x="37752" y="63284"/>
                  </a:cubicBezTo>
                  <a:cubicBezTo>
                    <a:pt x="37730" y="64427"/>
                    <a:pt x="36882" y="65504"/>
                    <a:pt x="35889" y="65504"/>
                  </a:cubicBezTo>
                  <a:cubicBezTo>
                    <a:pt x="35536" y="65504"/>
                    <a:pt x="35164" y="65367"/>
                    <a:pt x="34804" y="65047"/>
                  </a:cubicBezTo>
                  <a:cubicBezTo>
                    <a:pt x="33831" y="64166"/>
                    <a:pt x="33892" y="62342"/>
                    <a:pt x="33862" y="61157"/>
                  </a:cubicBezTo>
                  <a:cubicBezTo>
                    <a:pt x="33710" y="56050"/>
                    <a:pt x="33801" y="45716"/>
                    <a:pt x="33801" y="45624"/>
                  </a:cubicBezTo>
                  <a:cubicBezTo>
                    <a:pt x="33801" y="44397"/>
                    <a:pt x="34597" y="43435"/>
                    <a:pt x="35898" y="43435"/>
                  </a:cubicBezTo>
                  <a:close/>
                  <a:moveTo>
                    <a:pt x="7441" y="58825"/>
                  </a:moveTo>
                  <a:cubicBezTo>
                    <a:pt x="7475" y="58825"/>
                    <a:pt x="7510" y="58840"/>
                    <a:pt x="7539" y="58877"/>
                  </a:cubicBezTo>
                  <a:cubicBezTo>
                    <a:pt x="11916" y="63710"/>
                    <a:pt x="16263" y="68573"/>
                    <a:pt x="20579" y="73436"/>
                  </a:cubicBezTo>
                  <a:cubicBezTo>
                    <a:pt x="24925" y="78269"/>
                    <a:pt x="29424" y="83041"/>
                    <a:pt x="33558" y="88087"/>
                  </a:cubicBezTo>
                  <a:cubicBezTo>
                    <a:pt x="33674" y="88227"/>
                    <a:pt x="33540" y="88421"/>
                    <a:pt x="33403" y="88421"/>
                  </a:cubicBezTo>
                  <a:cubicBezTo>
                    <a:pt x="33361" y="88421"/>
                    <a:pt x="33320" y="88403"/>
                    <a:pt x="33284" y="88361"/>
                  </a:cubicBezTo>
                  <a:cubicBezTo>
                    <a:pt x="28755" y="83680"/>
                    <a:pt x="24561" y="78634"/>
                    <a:pt x="20244" y="73771"/>
                  </a:cubicBezTo>
                  <a:cubicBezTo>
                    <a:pt x="15928" y="68908"/>
                    <a:pt x="11612" y="64014"/>
                    <a:pt x="7326" y="59090"/>
                  </a:cubicBezTo>
                  <a:cubicBezTo>
                    <a:pt x="7234" y="58975"/>
                    <a:pt x="7334" y="58825"/>
                    <a:pt x="7441" y="58825"/>
                  </a:cubicBezTo>
                  <a:close/>
                  <a:moveTo>
                    <a:pt x="8999" y="79083"/>
                  </a:moveTo>
                  <a:cubicBezTo>
                    <a:pt x="9049" y="79083"/>
                    <a:pt x="9102" y="79103"/>
                    <a:pt x="9150" y="79151"/>
                  </a:cubicBezTo>
                  <a:cubicBezTo>
                    <a:pt x="16475" y="86993"/>
                    <a:pt x="24409" y="94349"/>
                    <a:pt x="31278" y="102586"/>
                  </a:cubicBezTo>
                  <a:cubicBezTo>
                    <a:pt x="31418" y="102726"/>
                    <a:pt x="31289" y="102920"/>
                    <a:pt x="31140" y="102920"/>
                  </a:cubicBezTo>
                  <a:cubicBezTo>
                    <a:pt x="31094" y="102920"/>
                    <a:pt x="31047" y="102902"/>
                    <a:pt x="31005" y="102859"/>
                  </a:cubicBezTo>
                  <a:cubicBezTo>
                    <a:pt x="23497" y="95200"/>
                    <a:pt x="16080" y="87388"/>
                    <a:pt x="8816" y="79485"/>
                  </a:cubicBezTo>
                  <a:cubicBezTo>
                    <a:pt x="8674" y="79320"/>
                    <a:pt x="8825" y="79083"/>
                    <a:pt x="8999" y="79083"/>
                  </a:cubicBezTo>
                  <a:close/>
                  <a:moveTo>
                    <a:pt x="11037" y="98874"/>
                  </a:moveTo>
                  <a:cubicBezTo>
                    <a:pt x="11089" y="98874"/>
                    <a:pt x="11141" y="98893"/>
                    <a:pt x="11187" y="98938"/>
                  </a:cubicBezTo>
                  <a:cubicBezTo>
                    <a:pt x="15928" y="103558"/>
                    <a:pt x="20974" y="107935"/>
                    <a:pt x="25321" y="112920"/>
                  </a:cubicBezTo>
                  <a:cubicBezTo>
                    <a:pt x="25437" y="113060"/>
                    <a:pt x="25303" y="113254"/>
                    <a:pt x="25166" y="113254"/>
                  </a:cubicBezTo>
                  <a:cubicBezTo>
                    <a:pt x="25124" y="113254"/>
                    <a:pt x="25082" y="113236"/>
                    <a:pt x="25047" y="113194"/>
                  </a:cubicBezTo>
                  <a:cubicBezTo>
                    <a:pt x="20305" y="108543"/>
                    <a:pt x="15564" y="103954"/>
                    <a:pt x="10852" y="99303"/>
                  </a:cubicBezTo>
                  <a:cubicBezTo>
                    <a:pt x="10661" y="99136"/>
                    <a:pt x="10846" y="98874"/>
                    <a:pt x="11037" y="98874"/>
                  </a:cubicBezTo>
                  <a:close/>
                  <a:moveTo>
                    <a:pt x="1" y="1"/>
                  </a:moveTo>
                  <a:lnTo>
                    <a:pt x="1" y="1"/>
                  </a:lnTo>
                  <a:cubicBezTo>
                    <a:pt x="214" y="8542"/>
                    <a:pt x="123" y="17083"/>
                    <a:pt x="123" y="25655"/>
                  </a:cubicBezTo>
                  <a:cubicBezTo>
                    <a:pt x="123" y="41187"/>
                    <a:pt x="123" y="56719"/>
                    <a:pt x="123" y="72251"/>
                  </a:cubicBezTo>
                  <a:cubicBezTo>
                    <a:pt x="123" y="80002"/>
                    <a:pt x="123" y="87753"/>
                    <a:pt x="123" y="95504"/>
                  </a:cubicBezTo>
                  <a:cubicBezTo>
                    <a:pt x="123" y="103133"/>
                    <a:pt x="426" y="110823"/>
                    <a:pt x="62" y="118452"/>
                  </a:cubicBezTo>
                  <a:cubicBezTo>
                    <a:pt x="4024" y="118253"/>
                    <a:pt x="7987" y="118208"/>
                    <a:pt x="11949" y="118208"/>
                  </a:cubicBezTo>
                  <a:cubicBezTo>
                    <a:pt x="15251" y="118208"/>
                    <a:pt x="18553" y="118240"/>
                    <a:pt x="21855" y="118240"/>
                  </a:cubicBezTo>
                  <a:cubicBezTo>
                    <a:pt x="29211" y="118209"/>
                    <a:pt x="36567" y="118209"/>
                    <a:pt x="43923" y="118209"/>
                  </a:cubicBezTo>
                  <a:cubicBezTo>
                    <a:pt x="43528" y="109577"/>
                    <a:pt x="43771" y="100914"/>
                    <a:pt x="43771" y="92312"/>
                  </a:cubicBezTo>
                  <a:cubicBezTo>
                    <a:pt x="43771" y="76932"/>
                    <a:pt x="43771" y="61552"/>
                    <a:pt x="43771" y="46172"/>
                  </a:cubicBezTo>
                  <a:cubicBezTo>
                    <a:pt x="43771" y="30791"/>
                    <a:pt x="43406" y="15411"/>
                    <a:pt x="43892" y="62"/>
                  </a:cubicBezTo>
                  <a:cubicBezTo>
                    <a:pt x="34895" y="62"/>
                    <a:pt x="25887" y="154"/>
                    <a:pt x="16881" y="154"/>
                  </a:cubicBezTo>
                  <a:cubicBezTo>
                    <a:pt x="11252" y="154"/>
                    <a:pt x="5624" y="118"/>
                    <a:pt x="1" y="1"/>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9"/>
            <p:cNvSpPr/>
            <p:nvPr/>
          </p:nvSpPr>
          <p:spPr>
            <a:xfrm>
              <a:off x="5887150" y="1511700"/>
              <a:ext cx="1099600" cy="2960575"/>
            </a:xfrm>
            <a:custGeom>
              <a:avLst/>
              <a:gdLst/>
              <a:ahLst/>
              <a:cxnLst/>
              <a:rect l="l" t="t" r="r" b="b"/>
              <a:pathLst>
                <a:path w="43984" h="118423" extrusionOk="0">
                  <a:moveTo>
                    <a:pt x="12640" y="10856"/>
                  </a:moveTo>
                  <a:cubicBezTo>
                    <a:pt x="12683" y="10856"/>
                    <a:pt x="12727" y="10873"/>
                    <a:pt x="12767" y="10913"/>
                  </a:cubicBezTo>
                  <a:cubicBezTo>
                    <a:pt x="19120" y="16870"/>
                    <a:pt x="26293" y="22220"/>
                    <a:pt x="32099" y="28725"/>
                  </a:cubicBezTo>
                  <a:cubicBezTo>
                    <a:pt x="32217" y="28867"/>
                    <a:pt x="32095" y="29046"/>
                    <a:pt x="31949" y="29046"/>
                  </a:cubicBezTo>
                  <a:cubicBezTo>
                    <a:pt x="31908" y="29046"/>
                    <a:pt x="31865" y="29032"/>
                    <a:pt x="31825" y="28998"/>
                  </a:cubicBezTo>
                  <a:cubicBezTo>
                    <a:pt x="25290" y="23193"/>
                    <a:pt x="18816" y="17235"/>
                    <a:pt x="12493" y="11187"/>
                  </a:cubicBezTo>
                  <a:cubicBezTo>
                    <a:pt x="12351" y="11068"/>
                    <a:pt x="12487" y="10856"/>
                    <a:pt x="12640" y="10856"/>
                  </a:cubicBezTo>
                  <a:close/>
                  <a:moveTo>
                    <a:pt x="9065" y="23764"/>
                  </a:moveTo>
                  <a:cubicBezTo>
                    <a:pt x="9095" y="23764"/>
                    <a:pt x="9124" y="23775"/>
                    <a:pt x="9150" y="23801"/>
                  </a:cubicBezTo>
                  <a:cubicBezTo>
                    <a:pt x="18177" y="32433"/>
                    <a:pt x="26931" y="41369"/>
                    <a:pt x="35807" y="50154"/>
                  </a:cubicBezTo>
                  <a:cubicBezTo>
                    <a:pt x="35949" y="50272"/>
                    <a:pt x="35833" y="50445"/>
                    <a:pt x="35689" y="50445"/>
                  </a:cubicBezTo>
                  <a:cubicBezTo>
                    <a:pt x="35648" y="50445"/>
                    <a:pt x="35604" y="50431"/>
                    <a:pt x="35564" y="50397"/>
                  </a:cubicBezTo>
                  <a:cubicBezTo>
                    <a:pt x="26293" y="42038"/>
                    <a:pt x="17873" y="32737"/>
                    <a:pt x="8937" y="24013"/>
                  </a:cubicBezTo>
                  <a:cubicBezTo>
                    <a:pt x="8841" y="23917"/>
                    <a:pt x="8954" y="23764"/>
                    <a:pt x="9065" y="23764"/>
                  </a:cubicBezTo>
                  <a:close/>
                  <a:moveTo>
                    <a:pt x="8208" y="43496"/>
                  </a:moveTo>
                  <a:cubicBezTo>
                    <a:pt x="8228" y="43496"/>
                    <a:pt x="8248" y="43497"/>
                    <a:pt x="8268" y="43497"/>
                  </a:cubicBezTo>
                  <a:cubicBezTo>
                    <a:pt x="9666" y="43497"/>
                    <a:pt x="10183" y="44956"/>
                    <a:pt x="10183" y="46081"/>
                  </a:cubicBezTo>
                  <a:cubicBezTo>
                    <a:pt x="10274" y="51795"/>
                    <a:pt x="10062" y="63254"/>
                    <a:pt x="10062" y="63345"/>
                  </a:cubicBezTo>
                  <a:cubicBezTo>
                    <a:pt x="10062" y="64488"/>
                    <a:pt x="9203" y="65565"/>
                    <a:pt x="8203" y="65565"/>
                  </a:cubicBezTo>
                  <a:cubicBezTo>
                    <a:pt x="7847" y="65565"/>
                    <a:pt x="7473" y="65428"/>
                    <a:pt x="7113" y="65108"/>
                  </a:cubicBezTo>
                  <a:cubicBezTo>
                    <a:pt x="6141" y="64227"/>
                    <a:pt x="6201" y="62403"/>
                    <a:pt x="6171" y="61218"/>
                  </a:cubicBezTo>
                  <a:cubicBezTo>
                    <a:pt x="6019" y="56111"/>
                    <a:pt x="6110" y="45777"/>
                    <a:pt x="6110" y="45685"/>
                  </a:cubicBezTo>
                  <a:cubicBezTo>
                    <a:pt x="6110" y="44458"/>
                    <a:pt x="6906" y="43496"/>
                    <a:pt x="8208" y="43496"/>
                  </a:cubicBezTo>
                  <a:close/>
                  <a:moveTo>
                    <a:pt x="17419" y="51238"/>
                  </a:moveTo>
                  <a:cubicBezTo>
                    <a:pt x="17449" y="51238"/>
                    <a:pt x="17480" y="51250"/>
                    <a:pt x="17509" y="51278"/>
                  </a:cubicBezTo>
                  <a:cubicBezTo>
                    <a:pt x="23101" y="56263"/>
                    <a:pt x="28603" y="61400"/>
                    <a:pt x="33558" y="67023"/>
                  </a:cubicBezTo>
                  <a:cubicBezTo>
                    <a:pt x="33649" y="67115"/>
                    <a:pt x="33551" y="67258"/>
                    <a:pt x="33445" y="67258"/>
                  </a:cubicBezTo>
                  <a:cubicBezTo>
                    <a:pt x="33410" y="67258"/>
                    <a:pt x="33375" y="67243"/>
                    <a:pt x="33345" y="67206"/>
                  </a:cubicBezTo>
                  <a:cubicBezTo>
                    <a:pt x="28086" y="61856"/>
                    <a:pt x="22889" y="56506"/>
                    <a:pt x="17326" y="51461"/>
                  </a:cubicBezTo>
                  <a:cubicBezTo>
                    <a:pt x="17233" y="51367"/>
                    <a:pt x="17319" y="51238"/>
                    <a:pt x="17419" y="51238"/>
                  </a:cubicBezTo>
                  <a:close/>
                  <a:moveTo>
                    <a:pt x="16005" y="67419"/>
                  </a:moveTo>
                  <a:cubicBezTo>
                    <a:pt x="16051" y="67419"/>
                    <a:pt x="16098" y="67437"/>
                    <a:pt x="16141" y="67479"/>
                  </a:cubicBezTo>
                  <a:cubicBezTo>
                    <a:pt x="23314" y="74622"/>
                    <a:pt x="30518" y="81765"/>
                    <a:pt x="37448" y="89151"/>
                  </a:cubicBezTo>
                  <a:cubicBezTo>
                    <a:pt x="37615" y="89318"/>
                    <a:pt x="37445" y="89541"/>
                    <a:pt x="37261" y="89541"/>
                  </a:cubicBezTo>
                  <a:cubicBezTo>
                    <a:pt x="37211" y="89541"/>
                    <a:pt x="37160" y="89525"/>
                    <a:pt x="37114" y="89486"/>
                  </a:cubicBezTo>
                  <a:cubicBezTo>
                    <a:pt x="29880" y="82403"/>
                    <a:pt x="22858" y="75048"/>
                    <a:pt x="15837" y="67753"/>
                  </a:cubicBezTo>
                  <a:cubicBezTo>
                    <a:pt x="15720" y="67613"/>
                    <a:pt x="15854" y="67419"/>
                    <a:pt x="16005" y="67419"/>
                  </a:cubicBezTo>
                  <a:close/>
                  <a:moveTo>
                    <a:pt x="14817" y="85283"/>
                  </a:moveTo>
                  <a:cubicBezTo>
                    <a:pt x="14872" y="85283"/>
                    <a:pt x="14930" y="85303"/>
                    <a:pt x="14986" y="85352"/>
                  </a:cubicBezTo>
                  <a:cubicBezTo>
                    <a:pt x="18025" y="88209"/>
                    <a:pt x="21095" y="91036"/>
                    <a:pt x="24044" y="93954"/>
                  </a:cubicBezTo>
                  <a:cubicBezTo>
                    <a:pt x="24235" y="94121"/>
                    <a:pt x="24070" y="94344"/>
                    <a:pt x="23887" y="94344"/>
                  </a:cubicBezTo>
                  <a:cubicBezTo>
                    <a:pt x="23837" y="94344"/>
                    <a:pt x="23785" y="94327"/>
                    <a:pt x="23740" y="94288"/>
                  </a:cubicBezTo>
                  <a:cubicBezTo>
                    <a:pt x="20639" y="91461"/>
                    <a:pt x="17661" y="88543"/>
                    <a:pt x="14651" y="85656"/>
                  </a:cubicBezTo>
                  <a:cubicBezTo>
                    <a:pt x="14487" y="85515"/>
                    <a:pt x="14631" y="85283"/>
                    <a:pt x="14817" y="85283"/>
                  </a:cubicBezTo>
                  <a:close/>
                  <a:moveTo>
                    <a:pt x="43983" y="1"/>
                  </a:moveTo>
                  <a:lnTo>
                    <a:pt x="43983" y="1"/>
                  </a:lnTo>
                  <a:cubicBezTo>
                    <a:pt x="40873" y="167"/>
                    <a:pt x="37747" y="215"/>
                    <a:pt x="34618" y="215"/>
                  </a:cubicBezTo>
                  <a:cubicBezTo>
                    <a:pt x="30286" y="215"/>
                    <a:pt x="25949" y="123"/>
                    <a:pt x="21642" y="123"/>
                  </a:cubicBezTo>
                  <a:lnTo>
                    <a:pt x="31" y="123"/>
                  </a:lnTo>
                  <a:cubicBezTo>
                    <a:pt x="305" y="8846"/>
                    <a:pt x="153" y="17600"/>
                    <a:pt x="153" y="26324"/>
                  </a:cubicBezTo>
                  <a:cubicBezTo>
                    <a:pt x="153" y="41704"/>
                    <a:pt x="153" y="57084"/>
                    <a:pt x="153" y="72464"/>
                  </a:cubicBezTo>
                  <a:cubicBezTo>
                    <a:pt x="153" y="80154"/>
                    <a:pt x="153" y="87875"/>
                    <a:pt x="153" y="95565"/>
                  </a:cubicBezTo>
                  <a:cubicBezTo>
                    <a:pt x="153" y="103103"/>
                    <a:pt x="365" y="110702"/>
                    <a:pt x="1" y="118270"/>
                  </a:cubicBezTo>
                  <a:lnTo>
                    <a:pt x="22068" y="118270"/>
                  </a:lnTo>
                  <a:cubicBezTo>
                    <a:pt x="25700" y="118270"/>
                    <a:pt x="29333" y="118232"/>
                    <a:pt x="32965" y="118232"/>
                  </a:cubicBezTo>
                  <a:cubicBezTo>
                    <a:pt x="36597" y="118232"/>
                    <a:pt x="40229" y="118270"/>
                    <a:pt x="43862" y="118422"/>
                  </a:cubicBezTo>
                  <a:cubicBezTo>
                    <a:pt x="43679" y="109790"/>
                    <a:pt x="43862" y="101127"/>
                    <a:pt x="43862" y="92464"/>
                  </a:cubicBezTo>
                  <a:cubicBezTo>
                    <a:pt x="43862" y="77084"/>
                    <a:pt x="43862" y="61704"/>
                    <a:pt x="43862" y="46324"/>
                  </a:cubicBezTo>
                  <a:lnTo>
                    <a:pt x="43892" y="23162"/>
                  </a:lnTo>
                  <a:cubicBezTo>
                    <a:pt x="43892" y="15472"/>
                    <a:pt x="43588" y="7691"/>
                    <a:pt x="43983" y="1"/>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9"/>
            <p:cNvSpPr/>
            <p:nvPr/>
          </p:nvSpPr>
          <p:spPr>
            <a:xfrm>
              <a:off x="5634875" y="2620825"/>
              <a:ext cx="72200" cy="509775"/>
            </a:xfrm>
            <a:custGeom>
              <a:avLst/>
              <a:gdLst/>
              <a:ahLst/>
              <a:cxnLst/>
              <a:rect l="l" t="t" r="r" b="b"/>
              <a:pathLst>
                <a:path w="2888" h="20391" extrusionOk="0">
                  <a:moveTo>
                    <a:pt x="1359" y="0"/>
                  </a:moveTo>
                  <a:cubicBezTo>
                    <a:pt x="1296" y="0"/>
                    <a:pt x="1238" y="5"/>
                    <a:pt x="1186" y="13"/>
                  </a:cubicBezTo>
                  <a:cubicBezTo>
                    <a:pt x="821" y="105"/>
                    <a:pt x="91" y="287"/>
                    <a:pt x="31" y="1320"/>
                  </a:cubicBezTo>
                  <a:cubicBezTo>
                    <a:pt x="31" y="1381"/>
                    <a:pt x="0" y="8859"/>
                    <a:pt x="31" y="12536"/>
                  </a:cubicBezTo>
                  <a:cubicBezTo>
                    <a:pt x="61" y="14239"/>
                    <a:pt x="61" y="15910"/>
                    <a:pt x="122" y="17613"/>
                  </a:cubicBezTo>
                  <a:cubicBezTo>
                    <a:pt x="152" y="18068"/>
                    <a:pt x="122" y="18524"/>
                    <a:pt x="213" y="18980"/>
                  </a:cubicBezTo>
                  <a:cubicBezTo>
                    <a:pt x="357" y="19846"/>
                    <a:pt x="975" y="20391"/>
                    <a:pt x="1576" y="20391"/>
                  </a:cubicBezTo>
                  <a:cubicBezTo>
                    <a:pt x="2114" y="20391"/>
                    <a:pt x="2639" y="19954"/>
                    <a:pt x="2797" y="18920"/>
                  </a:cubicBezTo>
                  <a:cubicBezTo>
                    <a:pt x="2797" y="18828"/>
                    <a:pt x="2827" y="12081"/>
                    <a:pt x="2766" y="8737"/>
                  </a:cubicBezTo>
                  <a:cubicBezTo>
                    <a:pt x="2736" y="7004"/>
                    <a:pt x="2797" y="6123"/>
                    <a:pt x="2797" y="4390"/>
                  </a:cubicBezTo>
                  <a:cubicBezTo>
                    <a:pt x="2766" y="3600"/>
                    <a:pt x="2888" y="1138"/>
                    <a:pt x="2462" y="469"/>
                  </a:cubicBezTo>
                  <a:cubicBezTo>
                    <a:pt x="2254" y="157"/>
                    <a:pt x="1733" y="0"/>
                    <a:pt x="13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5616625" y="2599100"/>
              <a:ext cx="106425" cy="551725"/>
            </a:xfrm>
            <a:custGeom>
              <a:avLst/>
              <a:gdLst/>
              <a:ahLst/>
              <a:cxnLst/>
              <a:rect l="l" t="t" r="r" b="b"/>
              <a:pathLst>
                <a:path w="4257" h="22069" extrusionOk="0">
                  <a:moveTo>
                    <a:pt x="2090" y="869"/>
                  </a:moveTo>
                  <a:cubicBezTo>
                    <a:pt x="2465" y="869"/>
                    <a:pt x="2984" y="1022"/>
                    <a:pt x="3192" y="1308"/>
                  </a:cubicBezTo>
                  <a:cubicBezTo>
                    <a:pt x="3618" y="1977"/>
                    <a:pt x="3496" y="4469"/>
                    <a:pt x="3496" y="5259"/>
                  </a:cubicBezTo>
                  <a:cubicBezTo>
                    <a:pt x="3527" y="6992"/>
                    <a:pt x="3466" y="7873"/>
                    <a:pt x="3496" y="9606"/>
                  </a:cubicBezTo>
                  <a:cubicBezTo>
                    <a:pt x="3557" y="12950"/>
                    <a:pt x="3527" y="19697"/>
                    <a:pt x="3496" y="19789"/>
                  </a:cubicBezTo>
                  <a:cubicBezTo>
                    <a:pt x="3353" y="20823"/>
                    <a:pt x="2836" y="21260"/>
                    <a:pt x="2302" y="21260"/>
                  </a:cubicBezTo>
                  <a:cubicBezTo>
                    <a:pt x="1705" y="21260"/>
                    <a:pt x="1087" y="20715"/>
                    <a:pt x="943" y="19849"/>
                  </a:cubicBezTo>
                  <a:cubicBezTo>
                    <a:pt x="852" y="19393"/>
                    <a:pt x="882" y="18907"/>
                    <a:pt x="852" y="18482"/>
                  </a:cubicBezTo>
                  <a:cubicBezTo>
                    <a:pt x="791" y="16779"/>
                    <a:pt x="791" y="15108"/>
                    <a:pt x="761" y="13405"/>
                  </a:cubicBezTo>
                  <a:cubicBezTo>
                    <a:pt x="730" y="9728"/>
                    <a:pt x="761" y="2250"/>
                    <a:pt x="761" y="2189"/>
                  </a:cubicBezTo>
                  <a:cubicBezTo>
                    <a:pt x="821" y="1156"/>
                    <a:pt x="1551" y="943"/>
                    <a:pt x="1916" y="882"/>
                  </a:cubicBezTo>
                  <a:cubicBezTo>
                    <a:pt x="1968" y="874"/>
                    <a:pt x="2027" y="869"/>
                    <a:pt x="2090" y="869"/>
                  </a:cubicBezTo>
                  <a:close/>
                  <a:moveTo>
                    <a:pt x="2189" y="0"/>
                  </a:moveTo>
                  <a:cubicBezTo>
                    <a:pt x="888" y="0"/>
                    <a:pt x="92" y="962"/>
                    <a:pt x="92" y="2189"/>
                  </a:cubicBezTo>
                  <a:cubicBezTo>
                    <a:pt x="92" y="2281"/>
                    <a:pt x="1" y="12615"/>
                    <a:pt x="153" y="17722"/>
                  </a:cubicBezTo>
                  <a:cubicBezTo>
                    <a:pt x="183" y="18907"/>
                    <a:pt x="122" y="20731"/>
                    <a:pt x="1095" y="21612"/>
                  </a:cubicBezTo>
                  <a:cubicBezTo>
                    <a:pt x="1455" y="21932"/>
                    <a:pt x="1827" y="22069"/>
                    <a:pt x="2180" y="22069"/>
                  </a:cubicBezTo>
                  <a:cubicBezTo>
                    <a:pt x="3173" y="22069"/>
                    <a:pt x="4021" y="20992"/>
                    <a:pt x="4043" y="19849"/>
                  </a:cubicBezTo>
                  <a:cubicBezTo>
                    <a:pt x="4043" y="19758"/>
                    <a:pt x="4256" y="8299"/>
                    <a:pt x="4165" y="2585"/>
                  </a:cubicBezTo>
                  <a:cubicBezTo>
                    <a:pt x="4165" y="1460"/>
                    <a:pt x="3618" y="1"/>
                    <a:pt x="2250" y="1"/>
                  </a:cubicBezTo>
                  <a:cubicBezTo>
                    <a:pt x="2230" y="1"/>
                    <a:pt x="2209" y="0"/>
                    <a:pt x="21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6037625" y="2599100"/>
              <a:ext cx="106400" cy="551725"/>
            </a:xfrm>
            <a:custGeom>
              <a:avLst/>
              <a:gdLst/>
              <a:ahLst/>
              <a:cxnLst/>
              <a:rect l="l" t="t" r="r" b="b"/>
              <a:pathLst>
                <a:path w="4256" h="22069" extrusionOk="0">
                  <a:moveTo>
                    <a:pt x="2090" y="869"/>
                  </a:moveTo>
                  <a:cubicBezTo>
                    <a:pt x="2464" y="869"/>
                    <a:pt x="2983" y="1022"/>
                    <a:pt x="3192" y="1308"/>
                  </a:cubicBezTo>
                  <a:cubicBezTo>
                    <a:pt x="3617" y="1977"/>
                    <a:pt x="3496" y="4469"/>
                    <a:pt x="3496" y="5259"/>
                  </a:cubicBezTo>
                  <a:cubicBezTo>
                    <a:pt x="3526" y="6992"/>
                    <a:pt x="3465" y="7873"/>
                    <a:pt x="3496" y="9606"/>
                  </a:cubicBezTo>
                  <a:cubicBezTo>
                    <a:pt x="3556" y="12950"/>
                    <a:pt x="3526" y="19697"/>
                    <a:pt x="3496" y="19789"/>
                  </a:cubicBezTo>
                  <a:cubicBezTo>
                    <a:pt x="3352" y="20823"/>
                    <a:pt x="2835" y="21260"/>
                    <a:pt x="2301" y="21260"/>
                  </a:cubicBezTo>
                  <a:cubicBezTo>
                    <a:pt x="1704" y="21260"/>
                    <a:pt x="1087" y="20715"/>
                    <a:pt x="942" y="19849"/>
                  </a:cubicBezTo>
                  <a:cubicBezTo>
                    <a:pt x="851" y="19393"/>
                    <a:pt x="881" y="18907"/>
                    <a:pt x="851" y="18482"/>
                  </a:cubicBezTo>
                  <a:cubicBezTo>
                    <a:pt x="790" y="16779"/>
                    <a:pt x="790" y="15108"/>
                    <a:pt x="760" y="13405"/>
                  </a:cubicBezTo>
                  <a:cubicBezTo>
                    <a:pt x="730" y="9728"/>
                    <a:pt x="760" y="2250"/>
                    <a:pt x="760" y="2189"/>
                  </a:cubicBezTo>
                  <a:cubicBezTo>
                    <a:pt x="821" y="1156"/>
                    <a:pt x="1550" y="943"/>
                    <a:pt x="1915" y="882"/>
                  </a:cubicBezTo>
                  <a:cubicBezTo>
                    <a:pt x="1968" y="874"/>
                    <a:pt x="2027" y="869"/>
                    <a:pt x="2090" y="869"/>
                  </a:cubicBezTo>
                  <a:close/>
                  <a:moveTo>
                    <a:pt x="2189" y="0"/>
                  </a:moveTo>
                  <a:cubicBezTo>
                    <a:pt x="887" y="0"/>
                    <a:pt x="91" y="962"/>
                    <a:pt x="91" y="2189"/>
                  </a:cubicBezTo>
                  <a:cubicBezTo>
                    <a:pt x="91" y="2281"/>
                    <a:pt x="0" y="12615"/>
                    <a:pt x="152" y="17722"/>
                  </a:cubicBezTo>
                  <a:cubicBezTo>
                    <a:pt x="182" y="18907"/>
                    <a:pt x="122" y="20731"/>
                    <a:pt x="1094" y="21612"/>
                  </a:cubicBezTo>
                  <a:cubicBezTo>
                    <a:pt x="1454" y="21932"/>
                    <a:pt x="1828" y="22069"/>
                    <a:pt x="2184" y="22069"/>
                  </a:cubicBezTo>
                  <a:cubicBezTo>
                    <a:pt x="3184" y="22069"/>
                    <a:pt x="4043" y="20992"/>
                    <a:pt x="4043" y="19849"/>
                  </a:cubicBezTo>
                  <a:cubicBezTo>
                    <a:pt x="4043" y="19758"/>
                    <a:pt x="4255" y="8299"/>
                    <a:pt x="4164" y="2585"/>
                  </a:cubicBezTo>
                  <a:cubicBezTo>
                    <a:pt x="4164" y="1460"/>
                    <a:pt x="3647" y="1"/>
                    <a:pt x="2249" y="1"/>
                  </a:cubicBezTo>
                  <a:cubicBezTo>
                    <a:pt x="2229" y="1"/>
                    <a:pt x="2209" y="0"/>
                    <a:pt x="21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4747336" y="997953"/>
              <a:ext cx="2262975" cy="3494293"/>
            </a:xfrm>
            <a:custGeom>
              <a:avLst/>
              <a:gdLst/>
              <a:ahLst/>
              <a:cxnLst/>
              <a:rect l="l" t="t" r="r" b="b"/>
              <a:pathLst>
                <a:path w="90519" h="139312" extrusionOk="0">
                  <a:moveTo>
                    <a:pt x="1155" y="704"/>
                  </a:moveTo>
                  <a:cubicBezTo>
                    <a:pt x="5101" y="903"/>
                    <a:pt x="9065" y="948"/>
                    <a:pt x="13027" y="948"/>
                  </a:cubicBezTo>
                  <a:cubicBezTo>
                    <a:pt x="16329" y="948"/>
                    <a:pt x="19630" y="916"/>
                    <a:pt x="22918" y="916"/>
                  </a:cubicBezTo>
                  <a:cubicBezTo>
                    <a:pt x="30365" y="916"/>
                    <a:pt x="37843" y="947"/>
                    <a:pt x="45290" y="947"/>
                  </a:cubicBezTo>
                  <a:lnTo>
                    <a:pt x="67661" y="947"/>
                  </a:lnTo>
                  <a:cubicBezTo>
                    <a:pt x="71293" y="947"/>
                    <a:pt x="74926" y="985"/>
                    <a:pt x="78558" y="985"/>
                  </a:cubicBezTo>
                  <a:cubicBezTo>
                    <a:pt x="82190" y="985"/>
                    <a:pt x="85822" y="947"/>
                    <a:pt x="89455" y="795"/>
                  </a:cubicBezTo>
                  <a:lnTo>
                    <a:pt x="89455" y="795"/>
                  </a:lnTo>
                  <a:cubicBezTo>
                    <a:pt x="89272" y="3895"/>
                    <a:pt x="89455" y="7056"/>
                    <a:pt x="89455" y="10157"/>
                  </a:cubicBezTo>
                  <a:cubicBezTo>
                    <a:pt x="89455" y="12072"/>
                    <a:pt x="89363" y="14017"/>
                    <a:pt x="89363" y="15962"/>
                  </a:cubicBezTo>
                  <a:cubicBezTo>
                    <a:pt x="85762" y="15810"/>
                    <a:pt x="82145" y="15772"/>
                    <a:pt x="78524" y="15772"/>
                  </a:cubicBezTo>
                  <a:cubicBezTo>
                    <a:pt x="74903" y="15772"/>
                    <a:pt x="71278" y="15810"/>
                    <a:pt x="67661" y="15810"/>
                  </a:cubicBezTo>
                  <a:lnTo>
                    <a:pt x="45290" y="15810"/>
                  </a:lnTo>
                  <a:cubicBezTo>
                    <a:pt x="37843" y="15810"/>
                    <a:pt x="30365" y="15841"/>
                    <a:pt x="22918" y="15841"/>
                  </a:cubicBezTo>
                  <a:cubicBezTo>
                    <a:pt x="19644" y="15841"/>
                    <a:pt x="16357" y="15809"/>
                    <a:pt x="13069" y="15809"/>
                  </a:cubicBezTo>
                  <a:cubicBezTo>
                    <a:pt x="9123" y="15809"/>
                    <a:pt x="5176" y="15854"/>
                    <a:pt x="1246" y="16053"/>
                  </a:cubicBezTo>
                  <a:cubicBezTo>
                    <a:pt x="1277" y="14078"/>
                    <a:pt x="1186" y="12102"/>
                    <a:pt x="1186" y="10157"/>
                  </a:cubicBezTo>
                  <a:cubicBezTo>
                    <a:pt x="1186" y="7056"/>
                    <a:pt x="1459" y="3804"/>
                    <a:pt x="1155" y="704"/>
                  </a:cubicBezTo>
                  <a:close/>
                  <a:moveTo>
                    <a:pt x="1246" y="16479"/>
                  </a:moveTo>
                  <a:cubicBezTo>
                    <a:pt x="5260" y="16665"/>
                    <a:pt x="9293" y="16700"/>
                    <a:pt x="13324" y="16700"/>
                  </a:cubicBezTo>
                  <a:cubicBezTo>
                    <a:pt x="15784" y="16700"/>
                    <a:pt x="18244" y="16687"/>
                    <a:pt x="20698" y="16687"/>
                  </a:cubicBezTo>
                  <a:cubicBezTo>
                    <a:pt x="21439" y="16687"/>
                    <a:pt x="22179" y="16689"/>
                    <a:pt x="22918" y="16692"/>
                  </a:cubicBezTo>
                  <a:cubicBezTo>
                    <a:pt x="30365" y="16692"/>
                    <a:pt x="37843" y="16722"/>
                    <a:pt x="45290" y="16722"/>
                  </a:cubicBezTo>
                  <a:lnTo>
                    <a:pt x="67661" y="16722"/>
                  </a:lnTo>
                  <a:cubicBezTo>
                    <a:pt x="71278" y="16722"/>
                    <a:pt x="74903" y="16760"/>
                    <a:pt x="78524" y="16760"/>
                  </a:cubicBezTo>
                  <a:cubicBezTo>
                    <a:pt x="82145" y="16760"/>
                    <a:pt x="85762" y="16722"/>
                    <a:pt x="89363" y="16570"/>
                  </a:cubicBezTo>
                  <a:cubicBezTo>
                    <a:pt x="89394" y="17573"/>
                    <a:pt x="89455" y="18607"/>
                    <a:pt x="89546" y="19579"/>
                  </a:cubicBezTo>
                  <a:cubicBezTo>
                    <a:pt x="86636" y="19424"/>
                    <a:pt x="83708" y="19376"/>
                    <a:pt x="80773" y="19376"/>
                  </a:cubicBezTo>
                  <a:cubicBezTo>
                    <a:pt x="76259" y="19376"/>
                    <a:pt x="71730" y="19488"/>
                    <a:pt x="67235" y="19488"/>
                  </a:cubicBezTo>
                  <a:lnTo>
                    <a:pt x="45290" y="19488"/>
                  </a:lnTo>
                  <a:cubicBezTo>
                    <a:pt x="36236" y="19488"/>
                    <a:pt x="27160" y="19396"/>
                    <a:pt x="18089" y="19396"/>
                  </a:cubicBezTo>
                  <a:cubicBezTo>
                    <a:pt x="12420" y="19396"/>
                    <a:pt x="6753" y="19432"/>
                    <a:pt x="1094" y="19549"/>
                  </a:cubicBezTo>
                  <a:cubicBezTo>
                    <a:pt x="1186" y="18546"/>
                    <a:pt x="1246" y="17512"/>
                    <a:pt x="1246" y="16479"/>
                  </a:cubicBezTo>
                  <a:close/>
                  <a:moveTo>
                    <a:pt x="89576" y="20096"/>
                  </a:moveTo>
                  <a:lnTo>
                    <a:pt x="89576" y="20096"/>
                  </a:lnTo>
                  <a:cubicBezTo>
                    <a:pt x="89181" y="27786"/>
                    <a:pt x="89485" y="35567"/>
                    <a:pt x="89485" y="43288"/>
                  </a:cubicBezTo>
                  <a:cubicBezTo>
                    <a:pt x="89485" y="50978"/>
                    <a:pt x="89455" y="58698"/>
                    <a:pt x="89455" y="66419"/>
                  </a:cubicBezTo>
                  <a:cubicBezTo>
                    <a:pt x="89455" y="81799"/>
                    <a:pt x="89455" y="97179"/>
                    <a:pt x="89455" y="112559"/>
                  </a:cubicBezTo>
                  <a:cubicBezTo>
                    <a:pt x="89455" y="121222"/>
                    <a:pt x="89272" y="129885"/>
                    <a:pt x="89455" y="138517"/>
                  </a:cubicBezTo>
                  <a:cubicBezTo>
                    <a:pt x="85822" y="138365"/>
                    <a:pt x="82190" y="138327"/>
                    <a:pt x="78558" y="138327"/>
                  </a:cubicBezTo>
                  <a:cubicBezTo>
                    <a:pt x="74926" y="138327"/>
                    <a:pt x="71293" y="138365"/>
                    <a:pt x="67661" y="138365"/>
                  </a:cubicBezTo>
                  <a:lnTo>
                    <a:pt x="45594" y="138365"/>
                  </a:lnTo>
                  <a:cubicBezTo>
                    <a:pt x="45958" y="130797"/>
                    <a:pt x="45746" y="123228"/>
                    <a:pt x="45746" y="115660"/>
                  </a:cubicBezTo>
                  <a:cubicBezTo>
                    <a:pt x="45746" y="107970"/>
                    <a:pt x="45746" y="100279"/>
                    <a:pt x="45746" y="92559"/>
                  </a:cubicBezTo>
                  <a:cubicBezTo>
                    <a:pt x="45746" y="77179"/>
                    <a:pt x="45746" y="61799"/>
                    <a:pt x="45746" y="46419"/>
                  </a:cubicBezTo>
                  <a:cubicBezTo>
                    <a:pt x="45746" y="37695"/>
                    <a:pt x="45898" y="28941"/>
                    <a:pt x="45624" y="20218"/>
                  </a:cubicBezTo>
                  <a:lnTo>
                    <a:pt x="67235" y="20218"/>
                  </a:lnTo>
                  <a:cubicBezTo>
                    <a:pt x="71598" y="20218"/>
                    <a:pt x="75992" y="20323"/>
                    <a:pt x="80381" y="20323"/>
                  </a:cubicBezTo>
                  <a:cubicBezTo>
                    <a:pt x="83453" y="20323"/>
                    <a:pt x="86522" y="20271"/>
                    <a:pt x="89576" y="20096"/>
                  </a:cubicBezTo>
                  <a:close/>
                  <a:moveTo>
                    <a:pt x="1064" y="20157"/>
                  </a:moveTo>
                  <a:cubicBezTo>
                    <a:pt x="6687" y="20274"/>
                    <a:pt x="12315" y="20310"/>
                    <a:pt x="17944" y="20310"/>
                  </a:cubicBezTo>
                  <a:cubicBezTo>
                    <a:pt x="26950" y="20310"/>
                    <a:pt x="35958" y="20218"/>
                    <a:pt x="44955" y="20218"/>
                  </a:cubicBezTo>
                  <a:cubicBezTo>
                    <a:pt x="44469" y="35567"/>
                    <a:pt x="44834" y="50978"/>
                    <a:pt x="44834" y="66328"/>
                  </a:cubicBezTo>
                  <a:cubicBezTo>
                    <a:pt x="44834" y="81708"/>
                    <a:pt x="44834" y="97088"/>
                    <a:pt x="44834" y="112468"/>
                  </a:cubicBezTo>
                  <a:cubicBezTo>
                    <a:pt x="44834" y="121070"/>
                    <a:pt x="44591" y="129763"/>
                    <a:pt x="44986" y="138365"/>
                  </a:cubicBezTo>
                  <a:cubicBezTo>
                    <a:pt x="37630" y="138365"/>
                    <a:pt x="30274" y="138365"/>
                    <a:pt x="22918" y="138396"/>
                  </a:cubicBezTo>
                  <a:cubicBezTo>
                    <a:pt x="19616" y="138396"/>
                    <a:pt x="16308" y="138364"/>
                    <a:pt x="13002" y="138364"/>
                  </a:cubicBezTo>
                  <a:cubicBezTo>
                    <a:pt x="9035" y="138364"/>
                    <a:pt x="5071" y="138409"/>
                    <a:pt x="1125" y="138608"/>
                  </a:cubicBezTo>
                  <a:cubicBezTo>
                    <a:pt x="1489" y="130979"/>
                    <a:pt x="1186" y="123289"/>
                    <a:pt x="1186" y="115660"/>
                  </a:cubicBezTo>
                  <a:cubicBezTo>
                    <a:pt x="1186" y="107909"/>
                    <a:pt x="1186" y="100158"/>
                    <a:pt x="1186" y="92407"/>
                  </a:cubicBezTo>
                  <a:cubicBezTo>
                    <a:pt x="1186" y="76875"/>
                    <a:pt x="1186" y="61343"/>
                    <a:pt x="1186" y="45811"/>
                  </a:cubicBezTo>
                  <a:cubicBezTo>
                    <a:pt x="1155" y="37269"/>
                    <a:pt x="1277" y="28698"/>
                    <a:pt x="1064" y="20157"/>
                  </a:cubicBezTo>
                  <a:close/>
                  <a:moveTo>
                    <a:pt x="78126" y="0"/>
                  </a:moveTo>
                  <a:cubicBezTo>
                    <a:pt x="74637" y="0"/>
                    <a:pt x="71149" y="35"/>
                    <a:pt x="67661" y="35"/>
                  </a:cubicBezTo>
                  <a:lnTo>
                    <a:pt x="45290" y="35"/>
                  </a:lnTo>
                  <a:cubicBezTo>
                    <a:pt x="37843" y="35"/>
                    <a:pt x="30365" y="65"/>
                    <a:pt x="22918" y="65"/>
                  </a:cubicBezTo>
                  <a:cubicBezTo>
                    <a:pt x="22159" y="68"/>
                    <a:pt x="21399" y="70"/>
                    <a:pt x="20639" y="70"/>
                  </a:cubicBezTo>
                  <a:cubicBezTo>
                    <a:pt x="18350" y="70"/>
                    <a:pt x="16059" y="59"/>
                    <a:pt x="13769" y="59"/>
                  </a:cubicBezTo>
                  <a:cubicBezTo>
                    <a:pt x="9515" y="59"/>
                    <a:pt x="5264" y="96"/>
                    <a:pt x="1034" y="308"/>
                  </a:cubicBezTo>
                  <a:cubicBezTo>
                    <a:pt x="961" y="211"/>
                    <a:pt x="854" y="163"/>
                    <a:pt x="748" y="163"/>
                  </a:cubicBezTo>
                  <a:cubicBezTo>
                    <a:pt x="589" y="163"/>
                    <a:pt x="432" y="272"/>
                    <a:pt x="395" y="491"/>
                  </a:cubicBezTo>
                  <a:cubicBezTo>
                    <a:pt x="61" y="3652"/>
                    <a:pt x="334" y="6995"/>
                    <a:pt x="334" y="10157"/>
                  </a:cubicBezTo>
                  <a:cubicBezTo>
                    <a:pt x="334" y="13379"/>
                    <a:pt x="122" y="16661"/>
                    <a:pt x="486" y="19853"/>
                  </a:cubicBezTo>
                  <a:cubicBezTo>
                    <a:pt x="61" y="35294"/>
                    <a:pt x="334" y="50795"/>
                    <a:pt x="334" y="66267"/>
                  </a:cubicBezTo>
                  <a:cubicBezTo>
                    <a:pt x="334" y="81799"/>
                    <a:pt x="334" y="97331"/>
                    <a:pt x="334" y="112863"/>
                  </a:cubicBezTo>
                  <a:cubicBezTo>
                    <a:pt x="334" y="121496"/>
                    <a:pt x="0" y="130189"/>
                    <a:pt x="426" y="138821"/>
                  </a:cubicBezTo>
                  <a:cubicBezTo>
                    <a:pt x="426" y="139040"/>
                    <a:pt x="590" y="139149"/>
                    <a:pt x="760" y="139149"/>
                  </a:cubicBezTo>
                  <a:cubicBezTo>
                    <a:pt x="874" y="139149"/>
                    <a:pt x="991" y="139101"/>
                    <a:pt x="1064" y="139003"/>
                  </a:cubicBezTo>
                  <a:cubicBezTo>
                    <a:pt x="5295" y="139216"/>
                    <a:pt x="9546" y="139253"/>
                    <a:pt x="13794" y="139253"/>
                  </a:cubicBezTo>
                  <a:cubicBezTo>
                    <a:pt x="16081" y="139253"/>
                    <a:pt x="18367" y="139242"/>
                    <a:pt x="20648" y="139242"/>
                  </a:cubicBezTo>
                  <a:cubicBezTo>
                    <a:pt x="21405" y="139242"/>
                    <a:pt x="22162" y="139243"/>
                    <a:pt x="22918" y="139247"/>
                  </a:cubicBezTo>
                  <a:cubicBezTo>
                    <a:pt x="30365" y="139247"/>
                    <a:pt x="37843" y="139247"/>
                    <a:pt x="45290" y="139277"/>
                  </a:cubicBezTo>
                  <a:lnTo>
                    <a:pt x="67661" y="139277"/>
                  </a:lnTo>
                  <a:cubicBezTo>
                    <a:pt x="71149" y="139277"/>
                    <a:pt x="74637" y="139311"/>
                    <a:pt x="78126" y="139311"/>
                  </a:cubicBezTo>
                  <a:cubicBezTo>
                    <a:pt x="81963" y="139311"/>
                    <a:pt x="85800" y="139270"/>
                    <a:pt x="89637" y="139095"/>
                  </a:cubicBezTo>
                  <a:cubicBezTo>
                    <a:pt x="89694" y="139142"/>
                    <a:pt x="89769" y="139166"/>
                    <a:pt x="89845" y="139166"/>
                  </a:cubicBezTo>
                  <a:cubicBezTo>
                    <a:pt x="90012" y="139166"/>
                    <a:pt x="90184" y="139051"/>
                    <a:pt x="90184" y="138821"/>
                  </a:cubicBezTo>
                  <a:cubicBezTo>
                    <a:pt x="90519" y="123319"/>
                    <a:pt x="90184" y="107757"/>
                    <a:pt x="90184" y="92255"/>
                  </a:cubicBezTo>
                  <a:cubicBezTo>
                    <a:pt x="90184" y="76844"/>
                    <a:pt x="90184" y="61464"/>
                    <a:pt x="90154" y="46084"/>
                  </a:cubicBezTo>
                  <a:cubicBezTo>
                    <a:pt x="90154" y="37361"/>
                    <a:pt x="90519" y="28546"/>
                    <a:pt x="90063" y="19853"/>
                  </a:cubicBezTo>
                  <a:cubicBezTo>
                    <a:pt x="90458" y="16692"/>
                    <a:pt x="90184" y="13348"/>
                    <a:pt x="90184" y="10157"/>
                  </a:cubicBezTo>
                  <a:cubicBezTo>
                    <a:pt x="90184" y="6965"/>
                    <a:pt x="90397" y="3682"/>
                    <a:pt x="90184" y="491"/>
                  </a:cubicBezTo>
                  <a:cubicBezTo>
                    <a:pt x="90163" y="261"/>
                    <a:pt x="90013" y="146"/>
                    <a:pt x="89852" y="146"/>
                  </a:cubicBezTo>
                  <a:cubicBezTo>
                    <a:pt x="89779" y="146"/>
                    <a:pt x="89704" y="170"/>
                    <a:pt x="89637" y="217"/>
                  </a:cubicBezTo>
                  <a:cubicBezTo>
                    <a:pt x="85800" y="42"/>
                    <a:pt x="81963" y="0"/>
                    <a:pt x="781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6195900" y="1783100"/>
              <a:ext cx="496675" cy="454775"/>
            </a:xfrm>
            <a:custGeom>
              <a:avLst/>
              <a:gdLst/>
              <a:ahLst/>
              <a:cxnLst/>
              <a:rect l="l" t="t" r="r" b="b"/>
              <a:pathLst>
                <a:path w="19867" h="18191" extrusionOk="0">
                  <a:moveTo>
                    <a:pt x="290" y="0"/>
                  </a:moveTo>
                  <a:cubicBezTo>
                    <a:pt x="137" y="0"/>
                    <a:pt x="1" y="212"/>
                    <a:pt x="143" y="331"/>
                  </a:cubicBezTo>
                  <a:cubicBezTo>
                    <a:pt x="6466" y="6379"/>
                    <a:pt x="12940" y="12337"/>
                    <a:pt x="19475" y="18142"/>
                  </a:cubicBezTo>
                  <a:cubicBezTo>
                    <a:pt x="19515" y="18176"/>
                    <a:pt x="19558" y="18190"/>
                    <a:pt x="19599" y="18190"/>
                  </a:cubicBezTo>
                  <a:cubicBezTo>
                    <a:pt x="19745" y="18190"/>
                    <a:pt x="19867" y="18011"/>
                    <a:pt x="19749" y="17869"/>
                  </a:cubicBezTo>
                  <a:cubicBezTo>
                    <a:pt x="13943" y="11364"/>
                    <a:pt x="6800" y="6014"/>
                    <a:pt x="417" y="57"/>
                  </a:cubicBezTo>
                  <a:cubicBezTo>
                    <a:pt x="377" y="17"/>
                    <a:pt x="333" y="0"/>
                    <a:pt x="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6108150" y="2105800"/>
              <a:ext cx="677725" cy="667025"/>
            </a:xfrm>
            <a:custGeom>
              <a:avLst/>
              <a:gdLst/>
              <a:ahLst/>
              <a:cxnLst/>
              <a:rect l="l" t="t" r="r" b="b"/>
              <a:pathLst>
                <a:path w="27109" h="26681" extrusionOk="0">
                  <a:moveTo>
                    <a:pt x="225" y="0"/>
                  </a:moveTo>
                  <a:cubicBezTo>
                    <a:pt x="114" y="0"/>
                    <a:pt x="1" y="153"/>
                    <a:pt x="97" y="249"/>
                  </a:cubicBezTo>
                  <a:cubicBezTo>
                    <a:pt x="9033" y="8973"/>
                    <a:pt x="17453" y="18274"/>
                    <a:pt x="26724" y="26633"/>
                  </a:cubicBezTo>
                  <a:cubicBezTo>
                    <a:pt x="26764" y="26667"/>
                    <a:pt x="26808" y="26681"/>
                    <a:pt x="26849" y="26681"/>
                  </a:cubicBezTo>
                  <a:cubicBezTo>
                    <a:pt x="26993" y="26681"/>
                    <a:pt x="27109" y="26508"/>
                    <a:pt x="26967" y="26390"/>
                  </a:cubicBezTo>
                  <a:cubicBezTo>
                    <a:pt x="18091" y="17605"/>
                    <a:pt x="9337" y="8669"/>
                    <a:pt x="310" y="37"/>
                  </a:cubicBezTo>
                  <a:cubicBezTo>
                    <a:pt x="284" y="11"/>
                    <a:pt x="255" y="0"/>
                    <a:pt x="2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6317950" y="2792650"/>
              <a:ext cx="410450" cy="400500"/>
            </a:xfrm>
            <a:custGeom>
              <a:avLst/>
              <a:gdLst/>
              <a:ahLst/>
              <a:cxnLst/>
              <a:rect l="l" t="t" r="r" b="b"/>
              <a:pathLst>
                <a:path w="16418" h="16020" extrusionOk="0">
                  <a:moveTo>
                    <a:pt x="187" y="0"/>
                  </a:moveTo>
                  <a:cubicBezTo>
                    <a:pt x="87" y="0"/>
                    <a:pt x="1" y="129"/>
                    <a:pt x="94" y="223"/>
                  </a:cubicBezTo>
                  <a:cubicBezTo>
                    <a:pt x="5657" y="5238"/>
                    <a:pt x="10854" y="10618"/>
                    <a:pt x="16113" y="15968"/>
                  </a:cubicBezTo>
                  <a:cubicBezTo>
                    <a:pt x="16142" y="16004"/>
                    <a:pt x="16177" y="16020"/>
                    <a:pt x="16211" y="16020"/>
                  </a:cubicBezTo>
                  <a:cubicBezTo>
                    <a:pt x="16318" y="16020"/>
                    <a:pt x="16418" y="15870"/>
                    <a:pt x="16326" y="15755"/>
                  </a:cubicBezTo>
                  <a:cubicBezTo>
                    <a:pt x="11371" y="10162"/>
                    <a:pt x="5869" y="5025"/>
                    <a:pt x="277" y="40"/>
                  </a:cubicBezTo>
                  <a:cubicBezTo>
                    <a:pt x="248" y="12"/>
                    <a:pt x="217" y="0"/>
                    <a:pt x="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9"/>
            <p:cNvSpPr/>
            <p:nvPr/>
          </p:nvSpPr>
          <p:spPr>
            <a:xfrm>
              <a:off x="6280150" y="3197150"/>
              <a:ext cx="547400" cy="553100"/>
            </a:xfrm>
            <a:custGeom>
              <a:avLst/>
              <a:gdLst/>
              <a:ahLst/>
              <a:cxnLst/>
              <a:rect l="l" t="t" r="r" b="b"/>
              <a:pathLst>
                <a:path w="21896" h="22124" extrusionOk="0">
                  <a:moveTo>
                    <a:pt x="285" y="1"/>
                  </a:moveTo>
                  <a:cubicBezTo>
                    <a:pt x="134" y="1"/>
                    <a:pt x="0" y="195"/>
                    <a:pt x="117" y="335"/>
                  </a:cubicBezTo>
                  <a:cubicBezTo>
                    <a:pt x="7138" y="7630"/>
                    <a:pt x="14160" y="14985"/>
                    <a:pt x="21394" y="22068"/>
                  </a:cubicBezTo>
                  <a:cubicBezTo>
                    <a:pt x="21440" y="22107"/>
                    <a:pt x="21491" y="22123"/>
                    <a:pt x="21541" y="22123"/>
                  </a:cubicBezTo>
                  <a:cubicBezTo>
                    <a:pt x="21725" y="22123"/>
                    <a:pt x="21895" y="21900"/>
                    <a:pt x="21728" y="21733"/>
                  </a:cubicBezTo>
                  <a:cubicBezTo>
                    <a:pt x="14798" y="14347"/>
                    <a:pt x="7594" y="7204"/>
                    <a:pt x="421" y="61"/>
                  </a:cubicBezTo>
                  <a:cubicBezTo>
                    <a:pt x="378" y="19"/>
                    <a:pt x="331" y="1"/>
                    <a:pt x="2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9"/>
            <p:cNvSpPr/>
            <p:nvPr/>
          </p:nvSpPr>
          <p:spPr>
            <a:xfrm>
              <a:off x="6249325" y="3643775"/>
              <a:ext cx="243875" cy="226525"/>
            </a:xfrm>
            <a:custGeom>
              <a:avLst/>
              <a:gdLst/>
              <a:ahLst/>
              <a:cxnLst/>
              <a:rect l="l" t="t" r="r" b="b"/>
              <a:pathLst>
                <a:path w="9755" h="9061" extrusionOk="0">
                  <a:moveTo>
                    <a:pt x="343" y="0"/>
                  </a:moveTo>
                  <a:cubicBezTo>
                    <a:pt x="162" y="0"/>
                    <a:pt x="0" y="232"/>
                    <a:pt x="164" y="373"/>
                  </a:cubicBezTo>
                  <a:cubicBezTo>
                    <a:pt x="3174" y="3260"/>
                    <a:pt x="6152" y="6178"/>
                    <a:pt x="9253" y="9005"/>
                  </a:cubicBezTo>
                  <a:cubicBezTo>
                    <a:pt x="9298" y="9044"/>
                    <a:pt x="9350" y="9061"/>
                    <a:pt x="9400" y="9061"/>
                  </a:cubicBezTo>
                  <a:cubicBezTo>
                    <a:pt x="9584" y="9061"/>
                    <a:pt x="9754" y="8838"/>
                    <a:pt x="9587" y="8671"/>
                  </a:cubicBezTo>
                  <a:cubicBezTo>
                    <a:pt x="6608" y="5753"/>
                    <a:pt x="3538" y="2926"/>
                    <a:pt x="499" y="69"/>
                  </a:cubicBezTo>
                  <a:cubicBezTo>
                    <a:pt x="450" y="20"/>
                    <a:pt x="396" y="0"/>
                    <a:pt x="3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4990750" y="3490275"/>
              <a:ext cx="568625" cy="595950"/>
            </a:xfrm>
            <a:custGeom>
              <a:avLst/>
              <a:gdLst/>
              <a:ahLst/>
              <a:cxnLst/>
              <a:rect l="l" t="t" r="r" b="b"/>
              <a:pathLst>
                <a:path w="22745" h="23838" extrusionOk="0">
                  <a:moveTo>
                    <a:pt x="325" y="1"/>
                  </a:moveTo>
                  <a:cubicBezTo>
                    <a:pt x="151" y="1"/>
                    <a:pt x="0" y="238"/>
                    <a:pt x="142" y="403"/>
                  </a:cubicBezTo>
                  <a:cubicBezTo>
                    <a:pt x="7406" y="8306"/>
                    <a:pt x="14823" y="16118"/>
                    <a:pt x="22331" y="23777"/>
                  </a:cubicBezTo>
                  <a:cubicBezTo>
                    <a:pt x="22373" y="23820"/>
                    <a:pt x="22420" y="23838"/>
                    <a:pt x="22466" y="23838"/>
                  </a:cubicBezTo>
                  <a:cubicBezTo>
                    <a:pt x="22615" y="23838"/>
                    <a:pt x="22744" y="23644"/>
                    <a:pt x="22604" y="23504"/>
                  </a:cubicBezTo>
                  <a:cubicBezTo>
                    <a:pt x="15735" y="15267"/>
                    <a:pt x="7801" y="7911"/>
                    <a:pt x="476" y="69"/>
                  </a:cubicBezTo>
                  <a:cubicBezTo>
                    <a:pt x="428" y="21"/>
                    <a:pt x="375" y="1"/>
                    <a:pt x="3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4954750" y="2983825"/>
              <a:ext cx="660975" cy="739275"/>
            </a:xfrm>
            <a:custGeom>
              <a:avLst/>
              <a:gdLst/>
              <a:ahLst/>
              <a:cxnLst/>
              <a:rect l="l" t="t" r="r" b="b"/>
              <a:pathLst>
                <a:path w="26439" h="29571" extrusionOk="0">
                  <a:moveTo>
                    <a:pt x="207" y="1"/>
                  </a:moveTo>
                  <a:cubicBezTo>
                    <a:pt x="100" y="1"/>
                    <a:pt x="0" y="151"/>
                    <a:pt x="92" y="266"/>
                  </a:cubicBezTo>
                  <a:cubicBezTo>
                    <a:pt x="4378" y="5190"/>
                    <a:pt x="8694" y="10053"/>
                    <a:pt x="13010" y="14947"/>
                  </a:cubicBezTo>
                  <a:cubicBezTo>
                    <a:pt x="17327" y="19810"/>
                    <a:pt x="21521" y="24856"/>
                    <a:pt x="26050" y="29506"/>
                  </a:cubicBezTo>
                  <a:cubicBezTo>
                    <a:pt x="26088" y="29551"/>
                    <a:pt x="26133" y="29570"/>
                    <a:pt x="26177" y="29570"/>
                  </a:cubicBezTo>
                  <a:cubicBezTo>
                    <a:pt x="26311" y="29570"/>
                    <a:pt x="26438" y="29393"/>
                    <a:pt x="26324" y="29233"/>
                  </a:cubicBezTo>
                  <a:cubicBezTo>
                    <a:pt x="22190" y="24217"/>
                    <a:pt x="17691" y="19476"/>
                    <a:pt x="13345" y="14612"/>
                  </a:cubicBezTo>
                  <a:cubicBezTo>
                    <a:pt x="9029" y="9749"/>
                    <a:pt x="4682" y="4886"/>
                    <a:pt x="305" y="53"/>
                  </a:cubicBezTo>
                  <a:cubicBezTo>
                    <a:pt x="276" y="16"/>
                    <a:pt x="241" y="1"/>
                    <a:pt x="2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5055975" y="2612025"/>
              <a:ext cx="406125" cy="443800"/>
            </a:xfrm>
            <a:custGeom>
              <a:avLst/>
              <a:gdLst/>
              <a:ahLst/>
              <a:cxnLst/>
              <a:rect l="l" t="t" r="r" b="b"/>
              <a:pathLst>
                <a:path w="16245" h="17752" extrusionOk="0">
                  <a:moveTo>
                    <a:pt x="270" y="1"/>
                  </a:moveTo>
                  <a:cubicBezTo>
                    <a:pt x="133" y="1"/>
                    <a:pt x="0" y="188"/>
                    <a:pt x="116" y="305"/>
                  </a:cubicBezTo>
                  <a:cubicBezTo>
                    <a:pt x="5344" y="6110"/>
                    <a:pt x="10420" y="12068"/>
                    <a:pt x="15831" y="17691"/>
                  </a:cubicBezTo>
                  <a:cubicBezTo>
                    <a:pt x="15873" y="17733"/>
                    <a:pt x="15921" y="17751"/>
                    <a:pt x="15966" y="17751"/>
                  </a:cubicBezTo>
                  <a:cubicBezTo>
                    <a:pt x="16116" y="17751"/>
                    <a:pt x="16244" y="17557"/>
                    <a:pt x="16104" y="17417"/>
                  </a:cubicBezTo>
                  <a:cubicBezTo>
                    <a:pt x="11089" y="11460"/>
                    <a:pt x="5648" y="5806"/>
                    <a:pt x="390" y="62"/>
                  </a:cubicBezTo>
                  <a:cubicBezTo>
                    <a:pt x="354" y="19"/>
                    <a:pt x="312" y="1"/>
                    <a:pt x="2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5158500" y="2301550"/>
              <a:ext cx="250675" cy="259500"/>
            </a:xfrm>
            <a:custGeom>
              <a:avLst/>
              <a:gdLst/>
              <a:ahLst/>
              <a:cxnLst/>
              <a:rect l="l" t="t" r="r" b="b"/>
              <a:pathLst>
                <a:path w="10027" h="10380" extrusionOk="0">
                  <a:moveTo>
                    <a:pt x="252" y="1"/>
                  </a:moveTo>
                  <a:cubicBezTo>
                    <a:pt x="121" y="1"/>
                    <a:pt x="1" y="174"/>
                    <a:pt x="119" y="292"/>
                  </a:cubicBezTo>
                  <a:cubicBezTo>
                    <a:pt x="1760" y="1903"/>
                    <a:pt x="3371" y="3575"/>
                    <a:pt x="4952" y="5246"/>
                  </a:cubicBezTo>
                  <a:cubicBezTo>
                    <a:pt x="6532" y="6918"/>
                    <a:pt x="7961" y="8803"/>
                    <a:pt x="9663" y="10322"/>
                  </a:cubicBezTo>
                  <a:cubicBezTo>
                    <a:pt x="9703" y="10362"/>
                    <a:pt x="9749" y="10379"/>
                    <a:pt x="9793" y="10379"/>
                  </a:cubicBezTo>
                  <a:cubicBezTo>
                    <a:pt x="9917" y="10379"/>
                    <a:pt x="10026" y="10244"/>
                    <a:pt x="9937" y="10110"/>
                  </a:cubicBezTo>
                  <a:cubicBezTo>
                    <a:pt x="7292" y="6432"/>
                    <a:pt x="3614" y="3210"/>
                    <a:pt x="362" y="49"/>
                  </a:cubicBezTo>
                  <a:cubicBezTo>
                    <a:pt x="328" y="15"/>
                    <a:pt x="290" y="1"/>
                    <a:pt x="2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5041125" y="3985425"/>
              <a:ext cx="368450" cy="359275"/>
            </a:xfrm>
            <a:custGeom>
              <a:avLst/>
              <a:gdLst/>
              <a:ahLst/>
              <a:cxnLst/>
              <a:rect l="l" t="t" r="r" b="b"/>
              <a:pathLst>
                <a:path w="14738" h="14371" extrusionOk="0">
                  <a:moveTo>
                    <a:pt x="337" y="0"/>
                  </a:moveTo>
                  <a:cubicBezTo>
                    <a:pt x="158" y="0"/>
                    <a:pt x="0" y="252"/>
                    <a:pt x="163" y="415"/>
                  </a:cubicBezTo>
                  <a:cubicBezTo>
                    <a:pt x="4875" y="5066"/>
                    <a:pt x="9616" y="9655"/>
                    <a:pt x="14358" y="14306"/>
                  </a:cubicBezTo>
                  <a:cubicBezTo>
                    <a:pt x="14396" y="14351"/>
                    <a:pt x="14442" y="14370"/>
                    <a:pt x="14486" y="14370"/>
                  </a:cubicBezTo>
                  <a:cubicBezTo>
                    <a:pt x="14618" y="14370"/>
                    <a:pt x="14738" y="14199"/>
                    <a:pt x="14601" y="14063"/>
                  </a:cubicBezTo>
                  <a:cubicBezTo>
                    <a:pt x="10285" y="9047"/>
                    <a:pt x="5239" y="4670"/>
                    <a:pt x="498" y="81"/>
                  </a:cubicBezTo>
                  <a:cubicBezTo>
                    <a:pt x="448" y="24"/>
                    <a:pt x="391" y="0"/>
                    <a:pt x="3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955525" y="1650775"/>
              <a:ext cx="749275" cy="525875"/>
            </a:xfrm>
            <a:custGeom>
              <a:avLst/>
              <a:gdLst/>
              <a:ahLst/>
              <a:cxnLst/>
              <a:rect l="l" t="t" r="r" b="b"/>
              <a:pathLst>
                <a:path w="29971" h="21035" extrusionOk="0">
                  <a:moveTo>
                    <a:pt x="1" y="0"/>
                  </a:moveTo>
                  <a:lnTo>
                    <a:pt x="1" y="21034"/>
                  </a:lnTo>
                  <a:lnTo>
                    <a:pt x="29971" y="21034"/>
                  </a:lnTo>
                  <a:lnTo>
                    <a:pt x="29971" y="0"/>
                  </a:lnTo>
                  <a:close/>
                </a:path>
              </a:pathLst>
            </a:custGeom>
            <a:solidFill>
              <a:srgbClr val="FFFFFF"/>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9"/>
            <p:cNvSpPr/>
            <p:nvPr/>
          </p:nvSpPr>
          <p:spPr>
            <a:xfrm>
              <a:off x="-710480" y="4474548"/>
              <a:ext cx="5484962" cy="17515"/>
            </a:xfrm>
            <a:custGeom>
              <a:avLst/>
              <a:gdLst/>
              <a:ahLst/>
              <a:cxnLst/>
              <a:rect l="l" t="t" r="r" b="b"/>
              <a:pathLst>
                <a:path w="166539" h="958" extrusionOk="0">
                  <a:moveTo>
                    <a:pt x="158751" y="1"/>
                  </a:moveTo>
                  <a:cubicBezTo>
                    <a:pt x="155679" y="1"/>
                    <a:pt x="152599" y="75"/>
                    <a:pt x="149547" y="75"/>
                  </a:cubicBezTo>
                  <a:lnTo>
                    <a:pt x="101522" y="75"/>
                  </a:lnTo>
                  <a:cubicBezTo>
                    <a:pt x="79911" y="105"/>
                    <a:pt x="58269" y="105"/>
                    <a:pt x="36627" y="136"/>
                  </a:cubicBezTo>
                  <a:cubicBezTo>
                    <a:pt x="24560" y="136"/>
                    <a:pt x="12463" y="166"/>
                    <a:pt x="365" y="196"/>
                  </a:cubicBezTo>
                  <a:cubicBezTo>
                    <a:pt x="0" y="196"/>
                    <a:pt x="0" y="774"/>
                    <a:pt x="365" y="774"/>
                  </a:cubicBezTo>
                  <a:cubicBezTo>
                    <a:pt x="43557" y="865"/>
                    <a:pt x="86750" y="865"/>
                    <a:pt x="129942" y="865"/>
                  </a:cubicBezTo>
                  <a:lnTo>
                    <a:pt x="148119" y="865"/>
                  </a:lnTo>
                  <a:cubicBezTo>
                    <a:pt x="151595" y="865"/>
                    <a:pt x="155113" y="957"/>
                    <a:pt x="158625" y="957"/>
                  </a:cubicBezTo>
                  <a:cubicBezTo>
                    <a:pt x="161160" y="957"/>
                    <a:pt x="163693" y="909"/>
                    <a:pt x="166204" y="744"/>
                  </a:cubicBezTo>
                  <a:cubicBezTo>
                    <a:pt x="166538" y="713"/>
                    <a:pt x="166538" y="227"/>
                    <a:pt x="166204" y="227"/>
                  </a:cubicBezTo>
                  <a:cubicBezTo>
                    <a:pt x="163738" y="50"/>
                    <a:pt x="161247" y="1"/>
                    <a:pt x="1587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19"/>
          <p:cNvSpPr txBox="1">
            <a:spLocks noGrp="1"/>
          </p:cNvSpPr>
          <p:nvPr>
            <p:ph type="title"/>
          </p:nvPr>
        </p:nvSpPr>
        <p:spPr>
          <a:xfrm>
            <a:off x="720000" y="552108"/>
            <a:ext cx="7704000" cy="5133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latin typeface="Times New Roman" panose="02020603050405020304" pitchFamily="18" charset="0"/>
                <a:cs typeface="Times New Roman" panose="02020603050405020304" pitchFamily="18" charset="0"/>
              </a:rPr>
              <a:t>Modules</a:t>
            </a:r>
            <a:endParaRPr dirty="0">
              <a:latin typeface="Times New Roman" panose="02020603050405020304" pitchFamily="18" charset="0"/>
              <a:cs typeface="Times New Roman" panose="02020603050405020304" pitchFamily="18" charset="0"/>
            </a:endParaRPr>
          </a:p>
        </p:txBody>
      </p:sp>
      <p:sp>
        <p:nvSpPr>
          <p:cNvPr id="800" name="Google Shape;800;p19"/>
          <p:cNvSpPr/>
          <p:nvPr/>
        </p:nvSpPr>
        <p:spPr>
          <a:xfrm>
            <a:off x="720000" y="4747074"/>
            <a:ext cx="7704000" cy="82200"/>
          </a:xfrm>
          <a:prstGeom prst="roundRect">
            <a:avLst>
              <a:gd name="adj" fmla="val 0"/>
            </a:avLst>
          </a:pr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9"/>
          <p:cNvSpPr/>
          <p:nvPr/>
        </p:nvSpPr>
        <p:spPr>
          <a:xfrm>
            <a:off x="1045227" y="3470368"/>
            <a:ext cx="4650900" cy="843900"/>
          </a:xfrm>
          <a:prstGeom prst="roundRect">
            <a:avLst>
              <a:gd name="adj" fmla="val 16667"/>
            </a:avLst>
          </a:prstGeom>
          <a:solidFill>
            <a:srgbClr val="64DFDF">
              <a:alpha val="7590"/>
            </a:srgbClr>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b="1" dirty="0"/>
              <a:t>     </a:t>
            </a:r>
            <a:r>
              <a:rPr lang="en-IN" b="1" dirty="0">
                <a:latin typeface="Times New Roman" panose="02020603050405020304" pitchFamily="18" charset="0"/>
                <a:cs typeface="Times New Roman" panose="02020603050405020304" pitchFamily="18" charset="0"/>
              </a:rPr>
              <a:t>3. Hospital</a:t>
            </a:r>
            <a:endParaRPr b="1" dirty="0">
              <a:latin typeface="Times New Roman" panose="02020603050405020304" pitchFamily="18" charset="0"/>
              <a:cs typeface="Times New Roman" panose="02020603050405020304" pitchFamily="18" charset="0"/>
            </a:endParaRPr>
          </a:p>
        </p:txBody>
      </p:sp>
      <p:sp>
        <p:nvSpPr>
          <p:cNvPr id="823" name="Google Shape;823;p19"/>
          <p:cNvSpPr/>
          <p:nvPr/>
        </p:nvSpPr>
        <p:spPr>
          <a:xfrm>
            <a:off x="1045227" y="2518694"/>
            <a:ext cx="4650900" cy="843900"/>
          </a:xfrm>
          <a:prstGeom prst="roundRect">
            <a:avLst>
              <a:gd name="adj" fmla="val 16667"/>
            </a:avLst>
          </a:prstGeom>
          <a:solidFill>
            <a:srgbClr val="48BFE3">
              <a:alpha val="10710"/>
            </a:srgbClr>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b="1" dirty="0"/>
              <a:t>     </a:t>
            </a:r>
            <a:r>
              <a:rPr lang="en-IN" b="1" dirty="0">
                <a:latin typeface="Times New Roman" panose="02020603050405020304" pitchFamily="18" charset="0"/>
                <a:cs typeface="Times New Roman" panose="02020603050405020304" pitchFamily="18" charset="0"/>
              </a:rPr>
              <a:t>2. User</a:t>
            </a:r>
            <a:endParaRPr b="1" dirty="0">
              <a:latin typeface="Times New Roman" panose="02020603050405020304" pitchFamily="18" charset="0"/>
              <a:cs typeface="Times New Roman" panose="02020603050405020304" pitchFamily="18" charset="0"/>
            </a:endParaRPr>
          </a:p>
        </p:txBody>
      </p:sp>
      <p:sp>
        <p:nvSpPr>
          <p:cNvPr id="844" name="Google Shape;844;p19"/>
          <p:cNvSpPr/>
          <p:nvPr/>
        </p:nvSpPr>
        <p:spPr>
          <a:xfrm>
            <a:off x="1045227" y="1562159"/>
            <a:ext cx="4650900" cy="843900"/>
          </a:xfrm>
          <a:prstGeom prst="roundRect">
            <a:avLst>
              <a:gd name="adj" fmla="val 16667"/>
            </a:avLst>
          </a:prstGeom>
          <a:solidFill>
            <a:srgbClr val="5E60CE">
              <a:alpha val="714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b="1" dirty="0"/>
              <a:t>    </a:t>
            </a:r>
            <a:r>
              <a:rPr lang="en-IN" b="1" dirty="0">
                <a:latin typeface="Times New Roman" panose="02020603050405020304" pitchFamily="18" charset="0"/>
                <a:cs typeface="Times New Roman" panose="02020603050405020304" pitchFamily="18" charset="0"/>
              </a:rPr>
              <a:t>1. Admin</a:t>
            </a:r>
            <a:endParaRPr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2542;p39">
            <a:extLst>
              <a:ext uri="{FF2B5EF4-FFF2-40B4-BE49-F238E27FC236}">
                <a16:creationId xmlns:a16="http://schemas.microsoft.com/office/drawing/2014/main" id="{0A5563BD-0F32-C965-493D-65D886A9C355}"/>
              </a:ext>
            </a:extLst>
          </p:cNvPr>
          <p:cNvGrpSpPr/>
          <p:nvPr/>
        </p:nvGrpSpPr>
        <p:grpSpPr>
          <a:xfrm>
            <a:off x="261622" y="3224741"/>
            <a:ext cx="8706483" cy="1454416"/>
            <a:chOff x="566385" y="1925348"/>
            <a:chExt cx="8004328" cy="1010727"/>
          </a:xfrm>
        </p:grpSpPr>
        <p:grpSp>
          <p:nvGrpSpPr>
            <p:cNvPr id="4" name="Google Shape;2543;p39">
              <a:extLst>
                <a:ext uri="{FF2B5EF4-FFF2-40B4-BE49-F238E27FC236}">
                  <a16:creationId xmlns:a16="http://schemas.microsoft.com/office/drawing/2014/main" id="{F964D081-1608-82F5-1807-62DF9A164BA3}"/>
                </a:ext>
              </a:extLst>
            </p:cNvPr>
            <p:cNvGrpSpPr/>
            <p:nvPr/>
          </p:nvGrpSpPr>
          <p:grpSpPr>
            <a:xfrm>
              <a:off x="566385" y="1925348"/>
              <a:ext cx="1521196" cy="1007047"/>
              <a:chOff x="183300" y="2121970"/>
              <a:chExt cx="1220668" cy="808094"/>
            </a:xfrm>
          </p:grpSpPr>
          <p:sp>
            <p:nvSpPr>
              <p:cNvPr id="6" name="Google Shape;2544;p39">
                <a:extLst>
                  <a:ext uri="{FF2B5EF4-FFF2-40B4-BE49-F238E27FC236}">
                    <a16:creationId xmlns:a16="http://schemas.microsoft.com/office/drawing/2014/main" id="{6BA7673C-D827-8409-0DB0-15A15004EF6D}"/>
                  </a:ext>
                </a:extLst>
              </p:cNvPr>
              <p:cNvSpPr/>
              <p:nvPr/>
            </p:nvSpPr>
            <p:spPr>
              <a:xfrm>
                <a:off x="294944" y="2353870"/>
                <a:ext cx="982542" cy="576194"/>
              </a:xfrm>
              <a:custGeom>
                <a:avLst/>
                <a:gdLst/>
                <a:ahLst/>
                <a:cxnLst/>
                <a:rect l="l" t="t" r="r" b="b"/>
                <a:pathLst>
                  <a:path w="15793" h="13723" fill="none" extrusionOk="0">
                    <a:moveTo>
                      <a:pt x="15792" y="1"/>
                    </a:moveTo>
                    <a:lnTo>
                      <a:pt x="15792" y="13722"/>
                    </a:lnTo>
                    <a:lnTo>
                      <a:pt x="1" y="13722"/>
                    </a:lnTo>
                    <a:lnTo>
                      <a:pt x="1" y="1"/>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545;p39">
                <a:extLst>
                  <a:ext uri="{FF2B5EF4-FFF2-40B4-BE49-F238E27FC236}">
                    <a16:creationId xmlns:a16="http://schemas.microsoft.com/office/drawing/2014/main" id="{28D996D5-537F-EEA2-1214-CF265670D59A}"/>
                  </a:ext>
                </a:extLst>
              </p:cNvPr>
              <p:cNvSpPr/>
              <p:nvPr/>
            </p:nvSpPr>
            <p:spPr>
              <a:xfrm>
                <a:off x="183300" y="2121970"/>
                <a:ext cx="1220668" cy="288116"/>
              </a:xfrm>
              <a:custGeom>
                <a:avLst/>
                <a:gdLst/>
                <a:ahLst/>
                <a:cxnLst/>
                <a:rect l="l" t="t" r="r" b="b"/>
                <a:pathLst>
                  <a:path w="20989" h="6983" fill="none" extrusionOk="0">
                    <a:moveTo>
                      <a:pt x="0" y="6983"/>
                    </a:moveTo>
                    <a:lnTo>
                      <a:pt x="10474" y="1"/>
                    </a:lnTo>
                    <a:lnTo>
                      <a:pt x="20988" y="6983"/>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46;p39">
                <a:extLst>
                  <a:ext uri="{FF2B5EF4-FFF2-40B4-BE49-F238E27FC236}">
                    <a16:creationId xmlns:a16="http://schemas.microsoft.com/office/drawing/2014/main" id="{880AF60E-9C8C-C43B-DF5B-358B5CE77F24}"/>
                  </a:ext>
                </a:extLst>
              </p:cNvPr>
              <p:cNvSpPr/>
              <p:nvPr/>
            </p:nvSpPr>
            <p:spPr>
              <a:xfrm>
                <a:off x="987364" y="2121970"/>
                <a:ext cx="137287" cy="151166"/>
              </a:xfrm>
              <a:custGeom>
                <a:avLst/>
                <a:gdLst/>
                <a:ahLst/>
                <a:cxnLst/>
                <a:rect l="l" t="t" r="r" b="b"/>
                <a:pathLst>
                  <a:path w="2477" h="4223" fill="none" extrusionOk="0">
                    <a:moveTo>
                      <a:pt x="0" y="1"/>
                    </a:moveTo>
                    <a:lnTo>
                      <a:pt x="2476" y="1"/>
                    </a:lnTo>
                    <a:lnTo>
                      <a:pt x="2476" y="4223"/>
                    </a:lnTo>
                    <a:lnTo>
                      <a:pt x="0" y="2558"/>
                    </a:lnTo>
                    <a:close/>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47;p39">
                <a:extLst>
                  <a:ext uri="{FF2B5EF4-FFF2-40B4-BE49-F238E27FC236}">
                    <a16:creationId xmlns:a16="http://schemas.microsoft.com/office/drawing/2014/main" id="{CA29A5C1-53C0-6A64-DA3F-73AFE9024F3E}"/>
                  </a:ext>
                </a:extLst>
              </p:cNvPr>
              <p:cNvSpPr/>
              <p:nvPr/>
            </p:nvSpPr>
            <p:spPr>
              <a:xfrm>
                <a:off x="702296" y="2471418"/>
                <a:ext cx="190917" cy="231855"/>
              </a:xfrm>
              <a:custGeom>
                <a:avLst/>
                <a:gdLst/>
                <a:ahLst/>
                <a:cxnLst/>
                <a:rect l="l" t="t" r="r" b="b"/>
                <a:pathLst>
                  <a:path w="4547" h="5522" fill="none" extrusionOk="0">
                    <a:moveTo>
                      <a:pt x="4547" y="1340"/>
                    </a:moveTo>
                    <a:lnTo>
                      <a:pt x="4547" y="3248"/>
                    </a:lnTo>
                    <a:cubicBezTo>
                      <a:pt x="4547" y="4506"/>
                      <a:pt x="3532" y="5521"/>
                      <a:pt x="2273" y="5521"/>
                    </a:cubicBezTo>
                    <a:lnTo>
                      <a:pt x="2273" y="5521"/>
                    </a:lnTo>
                    <a:cubicBezTo>
                      <a:pt x="1015" y="5521"/>
                      <a:pt x="0" y="4506"/>
                      <a:pt x="0" y="3248"/>
                    </a:cubicBezTo>
                    <a:lnTo>
                      <a:pt x="0" y="1340"/>
                    </a:lnTo>
                    <a:cubicBezTo>
                      <a:pt x="0" y="1340"/>
                      <a:pt x="2192" y="1462"/>
                      <a:pt x="3370" y="0"/>
                    </a:cubicBezTo>
                    <a:cubicBezTo>
                      <a:pt x="3370" y="0"/>
                      <a:pt x="3532" y="934"/>
                      <a:pt x="4547" y="1340"/>
                    </a:cubicBezTo>
                    <a:close/>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2548;p39">
                <a:extLst>
                  <a:ext uri="{FF2B5EF4-FFF2-40B4-BE49-F238E27FC236}">
                    <a16:creationId xmlns:a16="http://schemas.microsoft.com/office/drawing/2014/main" id="{8D472779-02E1-EBE5-3731-96CDE9E5E2D1}"/>
                  </a:ext>
                </a:extLst>
              </p:cNvPr>
              <p:cNvSpPr/>
              <p:nvPr/>
            </p:nvSpPr>
            <p:spPr>
              <a:xfrm>
                <a:off x="780891" y="2702993"/>
                <a:ext cx="33728" cy="42362"/>
              </a:xfrm>
              <a:custGeom>
                <a:avLst/>
                <a:gdLst/>
                <a:ahLst/>
                <a:cxnLst/>
                <a:rect l="l" t="t" r="r" b="b"/>
                <a:pathLst>
                  <a:path w="2153" h="1990" fill="none" extrusionOk="0">
                    <a:moveTo>
                      <a:pt x="2153" y="1"/>
                    </a:moveTo>
                    <a:lnTo>
                      <a:pt x="2153" y="934"/>
                    </a:lnTo>
                    <a:cubicBezTo>
                      <a:pt x="2153" y="1503"/>
                      <a:pt x="1665" y="1990"/>
                      <a:pt x="1056" y="1990"/>
                    </a:cubicBezTo>
                    <a:lnTo>
                      <a:pt x="1056" y="1990"/>
                    </a:lnTo>
                    <a:cubicBezTo>
                      <a:pt x="488" y="1990"/>
                      <a:pt x="1" y="1503"/>
                      <a:pt x="1" y="934"/>
                    </a:cubicBezTo>
                    <a:lnTo>
                      <a:pt x="1" y="1"/>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2549;p39">
                <a:extLst>
                  <a:ext uri="{FF2B5EF4-FFF2-40B4-BE49-F238E27FC236}">
                    <a16:creationId xmlns:a16="http://schemas.microsoft.com/office/drawing/2014/main" id="{7753B6F0-6B4A-AA13-EAC2-C5D1670E1AB7}"/>
                  </a:ext>
                </a:extLst>
              </p:cNvPr>
              <p:cNvSpPr/>
              <p:nvPr/>
            </p:nvSpPr>
            <p:spPr>
              <a:xfrm>
                <a:off x="905140" y="2525632"/>
                <a:ext cx="30735" cy="59664"/>
              </a:xfrm>
              <a:custGeom>
                <a:avLst/>
                <a:gdLst/>
                <a:ahLst/>
                <a:cxnLst/>
                <a:rect l="l" t="t" r="r" b="b"/>
                <a:pathLst>
                  <a:path w="732" h="1421" fill="none" extrusionOk="0">
                    <a:moveTo>
                      <a:pt x="1" y="0"/>
                    </a:moveTo>
                    <a:cubicBezTo>
                      <a:pt x="407" y="0"/>
                      <a:pt x="732" y="325"/>
                      <a:pt x="732" y="690"/>
                    </a:cubicBezTo>
                    <a:cubicBezTo>
                      <a:pt x="732" y="1096"/>
                      <a:pt x="407" y="1421"/>
                      <a:pt x="1" y="1421"/>
                    </a:cubicBez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50;p39">
                <a:extLst>
                  <a:ext uri="{FF2B5EF4-FFF2-40B4-BE49-F238E27FC236}">
                    <a16:creationId xmlns:a16="http://schemas.microsoft.com/office/drawing/2014/main" id="{3938B30B-A320-6A81-D340-5FD01AEB0798}"/>
                  </a:ext>
                </a:extLst>
              </p:cNvPr>
              <p:cNvSpPr/>
              <p:nvPr/>
            </p:nvSpPr>
            <p:spPr>
              <a:xfrm>
                <a:off x="661431" y="2522545"/>
                <a:ext cx="30735" cy="59664"/>
              </a:xfrm>
              <a:custGeom>
                <a:avLst/>
                <a:gdLst/>
                <a:ahLst/>
                <a:cxnLst/>
                <a:rect l="l" t="t" r="r" b="b"/>
                <a:pathLst>
                  <a:path w="732" h="1421" fill="none" extrusionOk="0">
                    <a:moveTo>
                      <a:pt x="731" y="1421"/>
                    </a:moveTo>
                    <a:cubicBezTo>
                      <a:pt x="325" y="1421"/>
                      <a:pt x="0" y="1096"/>
                      <a:pt x="0" y="690"/>
                    </a:cubicBezTo>
                    <a:cubicBezTo>
                      <a:pt x="0" y="325"/>
                      <a:pt x="325" y="0"/>
                      <a:pt x="731" y="0"/>
                    </a:cubicBez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2551;p39">
                <a:extLst>
                  <a:ext uri="{FF2B5EF4-FFF2-40B4-BE49-F238E27FC236}">
                    <a16:creationId xmlns:a16="http://schemas.microsoft.com/office/drawing/2014/main" id="{C24803A6-B51D-CECE-5CC7-EAE77AA16FC2}"/>
                  </a:ext>
                </a:extLst>
              </p:cNvPr>
              <p:cNvSpPr/>
              <p:nvPr/>
            </p:nvSpPr>
            <p:spPr>
              <a:xfrm>
                <a:off x="655495" y="2358450"/>
                <a:ext cx="325571" cy="172233"/>
              </a:xfrm>
              <a:custGeom>
                <a:avLst/>
                <a:gdLst/>
                <a:ahLst/>
                <a:cxnLst/>
                <a:rect l="l" t="t" r="r" b="b"/>
                <a:pathLst>
                  <a:path w="7754" h="4102" fill="none" extrusionOk="0">
                    <a:moveTo>
                      <a:pt x="1218" y="4101"/>
                    </a:moveTo>
                    <a:cubicBezTo>
                      <a:pt x="1218" y="4101"/>
                      <a:pt x="325" y="3817"/>
                      <a:pt x="163" y="2843"/>
                    </a:cubicBezTo>
                    <a:cubicBezTo>
                      <a:pt x="0" y="1828"/>
                      <a:pt x="528" y="407"/>
                      <a:pt x="3004" y="569"/>
                    </a:cubicBezTo>
                    <a:cubicBezTo>
                      <a:pt x="5521" y="732"/>
                      <a:pt x="5968" y="1"/>
                      <a:pt x="5968" y="1"/>
                    </a:cubicBezTo>
                    <a:cubicBezTo>
                      <a:pt x="5968" y="1"/>
                      <a:pt x="7754" y="2112"/>
                      <a:pt x="5765" y="4101"/>
                    </a:cubicBez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52;p39">
                <a:extLst>
                  <a:ext uri="{FF2B5EF4-FFF2-40B4-BE49-F238E27FC236}">
                    <a16:creationId xmlns:a16="http://schemas.microsoft.com/office/drawing/2014/main" id="{A2388EC2-8DEE-3E89-510E-65793A101583}"/>
                  </a:ext>
                </a:extLst>
              </p:cNvPr>
              <p:cNvSpPr/>
              <p:nvPr/>
            </p:nvSpPr>
            <p:spPr>
              <a:xfrm>
                <a:off x="603415" y="2702139"/>
                <a:ext cx="151072" cy="218251"/>
              </a:xfrm>
              <a:custGeom>
                <a:avLst/>
                <a:gdLst/>
                <a:ahLst/>
                <a:cxnLst/>
                <a:rect l="l" t="t" r="r" b="b"/>
                <a:pathLst>
                  <a:path w="3451" h="5198" fill="none" extrusionOk="0">
                    <a:moveTo>
                      <a:pt x="3451" y="1"/>
                    </a:moveTo>
                    <a:lnTo>
                      <a:pt x="1096" y="935"/>
                    </a:lnTo>
                    <a:cubicBezTo>
                      <a:pt x="406" y="1178"/>
                      <a:pt x="0" y="1787"/>
                      <a:pt x="0" y="2518"/>
                    </a:cubicBezTo>
                    <a:lnTo>
                      <a:pt x="0" y="5197"/>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553;p39">
                <a:extLst>
                  <a:ext uri="{FF2B5EF4-FFF2-40B4-BE49-F238E27FC236}">
                    <a16:creationId xmlns:a16="http://schemas.microsoft.com/office/drawing/2014/main" id="{E3D75903-FCA1-2569-A266-331C3FAFB58B}"/>
                  </a:ext>
                </a:extLst>
              </p:cNvPr>
              <p:cNvSpPr/>
              <p:nvPr/>
            </p:nvSpPr>
            <p:spPr>
              <a:xfrm>
                <a:off x="847023" y="2694668"/>
                <a:ext cx="144596" cy="226397"/>
              </a:xfrm>
              <a:custGeom>
                <a:avLst/>
                <a:gdLst/>
                <a:ahLst/>
                <a:cxnLst/>
                <a:rect l="l" t="t" r="r" b="b"/>
                <a:pathLst>
                  <a:path w="3452" h="5198" fill="none" extrusionOk="0">
                    <a:moveTo>
                      <a:pt x="1" y="1"/>
                    </a:moveTo>
                    <a:lnTo>
                      <a:pt x="2355" y="935"/>
                    </a:lnTo>
                    <a:cubicBezTo>
                      <a:pt x="3005" y="1178"/>
                      <a:pt x="3451" y="1787"/>
                      <a:pt x="3451" y="2518"/>
                    </a:cubicBezTo>
                    <a:lnTo>
                      <a:pt x="3451" y="5197"/>
                    </a:lnTo>
                  </a:path>
                </a:pathLst>
              </a:custGeom>
              <a:noFill/>
              <a:ln w="19050"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5" name="Google Shape;2554;p39">
              <a:extLst>
                <a:ext uri="{FF2B5EF4-FFF2-40B4-BE49-F238E27FC236}">
                  <a16:creationId xmlns:a16="http://schemas.microsoft.com/office/drawing/2014/main" id="{2576812B-6C38-81AC-178E-1657F56893DB}"/>
                </a:ext>
              </a:extLst>
            </p:cNvPr>
            <p:cNvCxnSpPr/>
            <p:nvPr/>
          </p:nvCxnSpPr>
          <p:spPr>
            <a:xfrm>
              <a:off x="702913" y="2936075"/>
              <a:ext cx="7867800" cy="0"/>
            </a:xfrm>
            <a:prstGeom prst="straightConnector1">
              <a:avLst/>
            </a:prstGeom>
            <a:noFill/>
            <a:ln w="19050" cap="flat" cmpd="sng">
              <a:solidFill>
                <a:schemeClr val="accent6"/>
              </a:solidFill>
              <a:prstDash val="solid"/>
              <a:round/>
              <a:headEnd type="none" w="med" len="med"/>
              <a:tailEnd type="none" w="med" len="med"/>
            </a:ln>
          </p:spPr>
        </p:cxnSp>
      </p:grpSp>
      <p:sp>
        <p:nvSpPr>
          <p:cNvPr id="16" name="Title 15">
            <a:extLst>
              <a:ext uri="{FF2B5EF4-FFF2-40B4-BE49-F238E27FC236}">
                <a16:creationId xmlns:a16="http://schemas.microsoft.com/office/drawing/2014/main" id="{9DCBC35C-77D9-EEC5-C8B5-443E350B7898}"/>
              </a:ext>
            </a:extLst>
          </p:cNvPr>
          <p:cNvSpPr>
            <a:spLocks noGrp="1"/>
          </p:cNvSpPr>
          <p:nvPr>
            <p:ph type="title"/>
          </p:nvPr>
        </p:nvSpPr>
        <p:spPr>
          <a:xfrm>
            <a:off x="2287104" y="472931"/>
            <a:ext cx="4304164" cy="755700"/>
          </a:xfrm>
        </p:spPr>
        <p:txBody>
          <a:bodyPr/>
          <a:lstStyle/>
          <a:p>
            <a:pPr algn="ctr"/>
            <a:r>
              <a:rPr lang="en-IN" sz="3000" b="1" dirty="0">
                <a:latin typeface="Times New Roman" panose="02020603050405020304" pitchFamily="18" charset="0"/>
                <a:cs typeface="Times New Roman" panose="02020603050405020304" pitchFamily="18" charset="0"/>
              </a:rPr>
              <a:t>Admin - Functionalities</a:t>
            </a:r>
          </a:p>
        </p:txBody>
      </p:sp>
      <p:sp>
        <p:nvSpPr>
          <p:cNvPr id="17" name="Text Placeholder 16">
            <a:extLst>
              <a:ext uri="{FF2B5EF4-FFF2-40B4-BE49-F238E27FC236}">
                <a16:creationId xmlns:a16="http://schemas.microsoft.com/office/drawing/2014/main" id="{6C8BCBD7-F5B7-9415-2A05-2424DAEF46DE}"/>
              </a:ext>
            </a:extLst>
          </p:cNvPr>
          <p:cNvSpPr>
            <a:spLocks noGrp="1"/>
          </p:cNvSpPr>
          <p:nvPr>
            <p:ph type="body" idx="1"/>
          </p:nvPr>
        </p:nvSpPr>
        <p:spPr>
          <a:xfrm>
            <a:off x="3722828" y="1846739"/>
            <a:ext cx="2808000" cy="2457909"/>
          </a:xfrm>
        </p:spPr>
        <p:txBody>
          <a:bodyPr/>
          <a:lstStyle/>
          <a:p>
            <a:r>
              <a:rPr lang="en-IN" sz="1400" dirty="0">
                <a:latin typeface="Times New Roman" panose="02020603050405020304" pitchFamily="18" charset="0"/>
                <a:cs typeface="Times New Roman" panose="02020603050405020304" pitchFamily="18" charset="0"/>
              </a:rPr>
              <a:t>Login</a:t>
            </a:r>
          </a:p>
          <a:p>
            <a:r>
              <a:rPr lang="en-IN" sz="1400" dirty="0">
                <a:latin typeface="Times New Roman" panose="02020603050405020304" pitchFamily="18" charset="0"/>
                <a:cs typeface="Times New Roman" panose="02020603050405020304" pitchFamily="18" charset="0"/>
              </a:rPr>
              <a:t>Add Doctors</a:t>
            </a:r>
          </a:p>
          <a:p>
            <a:r>
              <a:rPr lang="en-IN" sz="1400" dirty="0">
                <a:latin typeface="Times New Roman" panose="02020603050405020304" pitchFamily="18" charset="0"/>
                <a:cs typeface="Times New Roman" panose="02020603050405020304" pitchFamily="18" charset="0"/>
              </a:rPr>
              <a:t>Add Ambulance</a:t>
            </a:r>
          </a:p>
          <a:p>
            <a:r>
              <a:rPr lang="en-IN" sz="1400" dirty="0">
                <a:latin typeface="Times New Roman" panose="02020603050405020304" pitchFamily="18" charset="0"/>
                <a:cs typeface="Times New Roman" panose="02020603050405020304" pitchFamily="18" charset="0"/>
              </a:rPr>
              <a:t>Add Hospitals</a:t>
            </a:r>
          </a:p>
          <a:p>
            <a:r>
              <a:rPr lang="en-IN" sz="1400" dirty="0">
                <a:latin typeface="Times New Roman" panose="02020603050405020304" pitchFamily="18" charset="0"/>
                <a:cs typeface="Times New Roman" panose="02020603050405020304" pitchFamily="18" charset="0"/>
              </a:rPr>
              <a:t>Check Appointment Data</a:t>
            </a:r>
          </a:p>
          <a:p>
            <a:r>
              <a:rPr lang="en-IN" sz="1400" dirty="0">
                <a:latin typeface="Times New Roman" panose="02020603050405020304" pitchFamily="18" charset="0"/>
                <a:cs typeface="Times New Roman" panose="02020603050405020304" pitchFamily="18" charset="0"/>
              </a:rPr>
              <a:t>View Contact Message</a:t>
            </a:r>
          </a:p>
          <a:p>
            <a:r>
              <a:rPr lang="en-IN" sz="1400" dirty="0">
                <a:latin typeface="Times New Roman" panose="02020603050405020304" pitchFamily="18" charset="0"/>
                <a:cs typeface="Times New Roman" panose="02020603050405020304" pitchFamily="18" charset="0"/>
              </a:rPr>
              <a:t>Block/ Unblock User</a:t>
            </a:r>
          </a:p>
        </p:txBody>
      </p:sp>
    </p:spTree>
    <p:extLst>
      <p:ext uri="{BB962C8B-B14F-4D97-AF65-F5344CB8AC3E}">
        <p14:creationId xmlns:p14="http://schemas.microsoft.com/office/powerpoint/2010/main" val="131978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544A-52F2-6D37-B596-4ADCDDD07385}"/>
              </a:ext>
            </a:extLst>
          </p:cNvPr>
          <p:cNvSpPr>
            <a:spLocks noGrp="1"/>
          </p:cNvSpPr>
          <p:nvPr>
            <p:ph type="title"/>
          </p:nvPr>
        </p:nvSpPr>
        <p:spPr>
          <a:xfrm>
            <a:off x="311700" y="555600"/>
            <a:ext cx="4596056" cy="755700"/>
          </a:xfrm>
        </p:spPr>
        <p:txBody>
          <a:bodyPr/>
          <a:lstStyle/>
          <a:p>
            <a:r>
              <a:rPr lang="en-IN" b="1" dirty="0">
                <a:latin typeface="Times New Roman" panose="02020603050405020304" pitchFamily="18" charset="0"/>
                <a:cs typeface="Times New Roman" panose="02020603050405020304" pitchFamily="18" charset="0"/>
              </a:rPr>
              <a:t>User - Functionalities</a:t>
            </a:r>
          </a:p>
        </p:txBody>
      </p:sp>
      <p:sp>
        <p:nvSpPr>
          <p:cNvPr id="3" name="Text Placeholder 2">
            <a:extLst>
              <a:ext uri="{FF2B5EF4-FFF2-40B4-BE49-F238E27FC236}">
                <a16:creationId xmlns:a16="http://schemas.microsoft.com/office/drawing/2014/main" id="{BD4F8591-BCAA-2C39-2F0A-6437121762C0}"/>
              </a:ext>
            </a:extLst>
          </p:cNvPr>
          <p:cNvSpPr>
            <a:spLocks noGrp="1"/>
          </p:cNvSpPr>
          <p:nvPr>
            <p:ph type="body" idx="1"/>
          </p:nvPr>
        </p:nvSpPr>
        <p:spPr>
          <a:xfrm>
            <a:off x="495960" y="1841365"/>
            <a:ext cx="3833813" cy="3179400"/>
          </a:xfrm>
        </p:spPr>
        <p:txBody>
          <a:bodyPr/>
          <a:lstStyle/>
          <a:p>
            <a:r>
              <a:rPr lang="en-IN" sz="1400" dirty="0">
                <a:latin typeface="Times New Roman" panose="02020603050405020304" pitchFamily="18" charset="0"/>
                <a:cs typeface="Times New Roman" panose="02020603050405020304" pitchFamily="18" charset="0"/>
              </a:rPr>
              <a:t>Register</a:t>
            </a:r>
          </a:p>
          <a:p>
            <a:r>
              <a:rPr lang="en-IN" sz="1400" dirty="0">
                <a:latin typeface="Times New Roman" panose="02020603050405020304" pitchFamily="18" charset="0"/>
                <a:cs typeface="Times New Roman" panose="02020603050405020304" pitchFamily="18" charset="0"/>
              </a:rPr>
              <a:t>Book Ambulance, if in emergency</a:t>
            </a:r>
          </a:p>
          <a:p>
            <a:r>
              <a:rPr lang="en-IN" sz="1400" dirty="0">
                <a:latin typeface="Times New Roman" panose="02020603050405020304" pitchFamily="18" charset="0"/>
                <a:cs typeface="Times New Roman" panose="02020603050405020304" pitchFamily="18" charset="0"/>
              </a:rPr>
              <a:t>Book Appointment</a:t>
            </a:r>
          </a:p>
          <a:p>
            <a:r>
              <a:rPr lang="en-IN" sz="1400" dirty="0">
                <a:latin typeface="Times New Roman" panose="02020603050405020304" pitchFamily="18" charset="0"/>
                <a:cs typeface="Times New Roman" panose="02020603050405020304" pitchFamily="18" charset="0"/>
              </a:rPr>
              <a:t>Contact, if any query</a:t>
            </a:r>
          </a:p>
          <a:p>
            <a:r>
              <a:rPr lang="en-IN" sz="1400" dirty="0">
                <a:latin typeface="Times New Roman" panose="02020603050405020304" pitchFamily="18" charset="0"/>
                <a:cs typeface="Times New Roman" panose="02020603050405020304" pitchFamily="18" charset="0"/>
              </a:rPr>
              <a:t>View status of appointment whether accepted or rejected</a:t>
            </a:r>
          </a:p>
          <a:p>
            <a:r>
              <a:rPr lang="en-IN" sz="1400" dirty="0">
                <a:latin typeface="Times New Roman" panose="02020603050405020304" pitchFamily="18" charset="0"/>
                <a:cs typeface="Times New Roman" panose="02020603050405020304" pitchFamily="18" charset="0"/>
              </a:rPr>
              <a:t>Pay online</a:t>
            </a: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pSp>
        <p:nvGrpSpPr>
          <p:cNvPr id="4" name="Google Shape;1652;p29">
            <a:extLst>
              <a:ext uri="{FF2B5EF4-FFF2-40B4-BE49-F238E27FC236}">
                <a16:creationId xmlns:a16="http://schemas.microsoft.com/office/drawing/2014/main" id="{7D5D8227-AEB2-6762-137D-A3BB02807BD0}"/>
              </a:ext>
            </a:extLst>
          </p:cNvPr>
          <p:cNvGrpSpPr/>
          <p:nvPr/>
        </p:nvGrpSpPr>
        <p:grpSpPr>
          <a:xfrm>
            <a:off x="5005651" y="1311300"/>
            <a:ext cx="3376085" cy="3179284"/>
            <a:chOff x="2858775" y="1396097"/>
            <a:chExt cx="3376085" cy="3179284"/>
          </a:xfrm>
        </p:grpSpPr>
        <p:sp>
          <p:nvSpPr>
            <p:cNvPr id="5" name="Google Shape;1653;p29">
              <a:extLst>
                <a:ext uri="{FF2B5EF4-FFF2-40B4-BE49-F238E27FC236}">
                  <a16:creationId xmlns:a16="http://schemas.microsoft.com/office/drawing/2014/main" id="{0D808844-5AA5-B1B9-59EC-12D26B60CF94}"/>
                </a:ext>
              </a:extLst>
            </p:cNvPr>
            <p:cNvSpPr/>
            <p:nvPr/>
          </p:nvSpPr>
          <p:spPr>
            <a:xfrm>
              <a:off x="3343574" y="1952678"/>
              <a:ext cx="2293342" cy="1930476"/>
            </a:xfrm>
            <a:custGeom>
              <a:avLst/>
              <a:gdLst/>
              <a:ahLst/>
              <a:cxnLst/>
              <a:rect l="l" t="t" r="r" b="b"/>
              <a:pathLst>
                <a:path w="35108" h="29553" extrusionOk="0">
                  <a:moveTo>
                    <a:pt x="26198" y="0"/>
                  </a:moveTo>
                  <a:cubicBezTo>
                    <a:pt x="25792" y="0"/>
                    <a:pt x="25386" y="24"/>
                    <a:pt x="24986" y="70"/>
                  </a:cubicBezTo>
                  <a:cubicBezTo>
                    <a:pt x="22998" y="275"/>
                    <a:pt x="21038" y="985"/>
                    <a:pt x="19025" y="985"/>
                  </a:cubicBezTo>
                  <a:cubicBezTo>
                    <a:pt x="18945" y="985"/>
                    <a:pt x="18865" y="984"/>
                    <a:pt x="18785" y="982"/>
                  </a:cubicBezTo>
                  <a:cubicBezTo>
                    <a:pt x="16811" y="904"/>
                    <a:pt x="14881" y="116"/>
                    <a:pt x="12920" y="116"/>
                  </a:cubicBezTo>
                  <a:cubicBezTo>
                    <a:pt x="12586" y="116"/>
                    <a:pt x="12252" y="138"/>
                    <a:pt x="11916" y="191"/>
                  </a:cubicBezTo>
                  <a:cubicBezTo>
                    <a:pt x="9575" y="556"/>
                    <a:pt x="7721" y="2410"/>
                    <a:pt x="6323" y="4325"/>
                  </a:cubicBezTo>
                  <a:cubicBezTo>
                    <a:pt x="4134" y="7304"/>
                    <a:pt x="2584" y="10708"/>
                    <a:pt x="1703" y="14265"/>
                  </a:cubicBezTo>
                  <a:cubicBezTo>
                    <a:pt x="1003" y="17152"/>
                    <a:pt x="0" y="21894"/>
                    <a:pt x="1125" y="24782"/>
                  </a:cubicBezTo>
                  <a:cubicBezTo>
                    <a:pt x="1692" y="26246"/>
                    <a:pt x="3328" y="26568"/>
                    <a:pt x="5137" y="26568"/>
                  </a:cubicBezTo>
                  <a:cubicBezTo>
                    <a:pt x="6558" y="26568"/>
                    <a:pt x="8084" y="26370"/>
                    <a:pt x="9283" y="26370"/>
                  </a:cubicBezTo>
                  <a:cubicBezTo>
                    <a:pt x="9504" y="26370"/>
                    <a:pt x="9714" y="26377"/>
                    <a:pt x="9909" y="26392"/>
                  </a:cubicBezTo>
                  <a:cubicBezTo>
                    <a:pt x="13770" y="26666"/>
                    <a:pt x="17600" y="27426"/>
                    <a:pt x="21277" y="28672"/>
                  </a:cubicBezTo>
                  <a:cubicBezTo>
                    <a:pt x="22548" y="29102"/>
                    <a:pt x="23967" y="29552"/>
                    <a:pt x="25272" y="29552"/>
                  </a:cubicBezTo>
                  <a:cubicBezTo>
                    <a:pt x="26183" y="29552"/>
                    <a:pt x="27039" y="29333"/>
                    <a:pt x="27752" y="28733"/>
                  </a:cubicBezTo>
                  <a:cubicBezTo>
                    <a:pt x="29423" y="27335"/>
                    <a:pt x="29150" y="24782"/>
                    <a:pt x="29393" y="22623"/>
                  </a:cubicBezTo>
                  <a:cubicBezTo>
                    <a:pt x="29788" y="19280"/>
                    <a:pt x="31673" y="16301"/>
                    <a:pt x="33010" y="13201"/>
                  </a:cubicBezTo>
                  <a:cubicBezTo>
                    <a:pt x="34378" y="10070"/>
                    <a:pt x="35107" y="6301"/>
                    <a:pt x="33314" y="3444"/>
                  </a:cubicBezTo>
                  <a:cubicBezTo>
                    <a:pt x="31854" y="1108"/>
                    <a:pt x="29003" y="0"/>
                    <a:pt x="26198" y="0"/>
                  </a:cubicBezTo>
                  <a:close/>
                </a:path>
              </a:pathLst>
            </a:custGeom>
            <a:solidFill>
              <a:srgbClr val="56CFE1">
                <a:alpha val="9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54;p29">
              <a:extLst>
                <a:ext uri="{FF2B5EF4-FFF2-40B4-BE49-F238E27FC236}">
                  <a16:creationId xmlns:a16="http://schemas.microsoft.com/office/drawing/2014/main" id="{B38CEAC3-66EB-CB45-501E-4C2D6B4BB575}"/>
                </a:ext>
              </a:extLst>
            </p:cNvPr>
            <p:cNvSpPr/>
            <p:nvPr/>
          </p:nvSpPr>
          <p:spPr>
            <a:xfrm rot="5399633" flipH="1">
              <a:off x="3299243" y="1547212"/>
              <a:ext cx="2810400" cy="2873400"/>
            </a:xfrm>
            <a:prstGeom prst="arc">
              <a:avLst>
                <a:gd name="adj1" fmla="val 12654656"/>
                <a:gd name="adj2" fmla="val 19695299"/>
              </a:avLst>
            </a:prstGeom>
            <a:noFill/>
            <a:ln w="762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55;p29">
              <a:extLst>
                <a:ext uri="{FF2B5EF4-FFF2-40B4-BE49-F238E27FC236}">
                  <a16:creationId xmlns:a16="http://schemas.microsoft.com/office/drawing/2014/main" id="{60B64908-91B8-B956-B442-78A989AC4D7D}"/>
                </a:ext>
              </a:extLst>
            </p:cNvPr>
            <p:cNvSpPr/>
            <p:nvPr/>
          </p:nvSpPr>
          <p:spPr>
            <a:xfrm flipH="1">
              <a:off x="5689886" y="3355175"/>
              <a:ext cx="513300" cy="513300"/>
            </a:xfrm>
            <a:prstGeom prst="ellipse">
              <a:avLst/>
            </a:prstGeom>
            <a:solidFill>
              <a:srgbClr val="FFFFFF"/>
            </a:solidFill>
            <a:ln w="762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56;p29">
              <a:extLst>
                <a:ext uri="{FF2B5EF4-FFF2-40B4-BE49-F238E27FC236}">
                  <a16:creationId xmlns:a16="http://schemas.microsoft.com/office/drawing/2014/main" id="{339E18BF-F5C7-ABFF-192E-157230608BFE}"/>
                </a:ext>
              </a:extLst>
            </p:cNvPr>
            <p:cNvSpPr/>
            <p:nvPr/>
          </p:nvSpPr>
          <p:spPr>
            <a:xfrm rot="-5399633">
              <a:off x="2952317" y="1547212"/>
              <a:ext cx="2810400" cy="2873400"/>
            </a:xfrm>
            <a:prstGeom prst="arc">
              <a:avLst>
                <a:gd name="adj1" fmla="val 12635938"/>
                <a:gd name="adj2" fmla="val 19695299"/>
              </a:avLst>
            </a:prstGeom>
            <a:noFill/>
            <a:ln w="762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57;p29">
              <a:extLst>
                <a:ext uri="{FF2B5EF4-FFF2-40B4-BE49-F238E27FC236}">
                  <a16:creationId xmlns:a16="http://schemas.microsoft.com/office/drawing/2014/main" id="{C878EF3F-5901-395E-C4A1-5467706039EA}"/>
                </a:ext>
              </a:extLst>
            </p:cNvPr>
            <p:cNvSpPr/>
            <p:nvPr/>
          </p:nvSpPr>
          <p:spPr>
            <a:xfrm>
              <a:off x="2858775" y="3355175"/>
              <a:ext cx="513300" cy="513300"/>
            </a:xfrm>
            <a:prstGeom prst="ellipse">
              <a:avLst/>
            </a:prstGeom>
            <a:solidFill>
              <a:srgbClr val="FFFFFF"/>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58;p29">
              <a:extLst>
                <a:ext uri="{FF2B5EF4-FFF2-40B4-BE49-F238E27FC236}">
                  <a16:creationId xmlns:a16="http://schemas.microsoft.com/office/drawing/2014/main" id="{72F2E646-348A-62E2-92C8-3EB3B45592B0}"/>
                </a:ext>
              </a:extLst>
            </p:cNvPr>
            <p:cNvSpPr/>
            <p:nvPr/>
          </p:nvSpPr>
          <p:spPr>
            <a:xfrm>
              <a:off x="2858775" y="1913300"/>
              <a:ext cx="513300" cy="513300"/>
            </a:xfrm>
            <a:prstGeom prst="ellipse">
              <a:avLst/>
            </a:prstGeom>
            <a:solidFill>
              <a:srgbClr val="FFFFFF"/>
            </a:solidFill>
            <a:ln w="762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59;p29">
              <a:extLst>
                <a:ext uri="{FF2B5EF4-FFF2-40B4-BE49-F238E27FC236}">
                  <a16:creationId xmlns:a16="http://schemas.microsoft.com/office/drawing/2014/main" id="{78569304-019E-4B12-0B2F-6CDB8E5A16E8}"/>
                </a:ext>
              </a:extLst>
            </p:cNvPr>
            <p:cNvSpPr txBox="1"/>
            <p:nvPr/>
          </p:nvSpPr>
          <p:spPr>
            <a:xfrm>
              <a:off x="2878638" y="1913300"/>
              <a:ext cx="4665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accent6"/>
                </a:solidFill>
                <a:latin typeface="Fira Sans Extra Condensed Medium"/>
                <a:ea typeface="Fira Sans Extra Condensed Medium"/>
                <a:cs typeface="Fira Sans Extra Condensed Medium"/>
                <a:sym typeface="Fira Sans Extra Condensed Medium"/>
              </a:endParaRPr>
            </a:p>
          </p:txBody>
        </p:sp>
        <p:sp>
          <p:nvSpPr>
            <p:cNvPr id="12" name="Google Shape;1660;p29">
              <a:extLst>
                <a:ext uri="{FF2B5EF4-FFF2-40B4-BE49-F238E27FC236}">
                  <a16:creationId xmlns:a16="http://schemas.microsoft.com/office/drawing/2014/main" id="{F7FB3191-F5B9-E2F2-5195-778F29CABC96}"/>
                </a:ext>
              </a:extLst>
            </p:cNvPr>
            <p:cNvSpPr txBox="1"/>
            <p:nvPr/>
          </p:nvSpPr>
          <p:spPr>
            <a:xfrm>
              <a:off x="2878638" y="3361375"/>
              <a:ext cx="4665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dk1"/>
                </a:solidFill>
                <a:latin typeface="Fira Sans Extra Condensed Medium"/>
                <a:ea typeface="Fira Sans Extra Condensed Medium"/>
                <a:cs typeface="Fira Sans Extra Condensed Medium"/>
                <a:sym typeface="Fira Sans Extra Condensed Medium"/>
              </a:endParaRPr>
            </a:p>
          </p:txBody>
        </p:sp>
        <p:sp>
          <p:nvSpPr>
            <p:cNvPr id="13" name="Google Shape;1661;p29">
              <a:extLst>
                <a:ext uri="{FF2B5EF4-FFF2-40B4-BE49-F238E27FC236}">
                  <a16:creationId xmlns:a16="http://schemas.microsoft.com/office/drawing/2014/main" id="{859E5C0C-977D-17B0-226A-287BC733AC9E}"/>
                </a:ext>
              </a:extLst>
            </p:cNvPr>
            <p:cNvSpPr/>
            <p:nvPr/>
          </p:nvSpPr>
          <p:spPr>
            <a:xfrm flipH="1">
              <a:off x="5689886" y="1913300"/>
              <a:ext cx="513300" cy="513300"/>
            </a:xfrm>
            <a:prstGeom prst="ellipse">
              <a:avLst/>
            </a:prstGeom>
            <a:solidFill>
              <a:srgbClr val="FFFFFF"/>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662;p29">
              <a:extLst>
                <a:ext uri="{FF2B5EF4-FFF2-40B4-BE49-F238E27FC236}">
                  <a16:creationId xmlns:a16="http://schemas.microsoft.com/office/drawing/2014/main" id="{0FAB61A6-398D-C8B9-65A8-153E2146E5C8}"/>
                </a:ext>
              </a:extLst>
            </p:cNvPr>
            <p:cNvGrpSpPr/>
            <p:nvPr/>
          </p:nvGrpSpPr>
          <p:grpSpPr>
            <a:xfrm>
              <a:off x="2920687" y="4152491"/>
              <a:ext cx="422890" cy="422890"/>
              <a:chOff x="2609875" y="1189898"/>
              <a:chExt cx="466508" cy="466508"/>
            </a:xfrm>
          </p:grpSpPr>
          <p:sp>
            <p:nvSpPr>
              <p:cNvPr id="43" name="Google Shape;1663;p29">
                <a:extLst>
                  <a:ext uri="{FF2B5EF4-FFF2-40B4-BE49-F238E27FC236}">
                    <a16:creationId xmlns:a16="http://schemas.microsoft.com/office/drawing/2014/main" id="{FDA6D5B2-C44A-00A4-AA87-250641D1DCE0}"/>
                  </a:ext>
                </a:extLst>
              </p:cNvPr>
              <p:cNvSpPr/>
              <p:nvPr/>
            </p:nvSpPr>
            <p:spPr>
              <a:xfrm>
                <a:off x="2609875" y="1189898"/>
                <a:ext cx="466508" cy="466508"/>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64;p29">
                <a:extLst>
                  <a:ext uri="{FF2B5EF4-FFF2-40B4-BE49-F238E27FC236}">
                    <a16:creationId xmlns:a16="http://schemas.microsoft.com/office/drawing/2014/main" id="{0C26C3F3-B197-35B8-1CD3-1E35B7D5F8F3}"/>
                  </a:ext>
                </a:extLst>
              </p:cNvPr>
              <p:cNvSpPr/>
              <p:nvPr/>
            </p:nvSpPr>
            <p:spPr>
              <a:xfrm>
                <a:off x="2768348" y="1320357"/>
                <a:ext cx="74475" cy="75103"/>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65;p29">
                <a:extLst>
                  <a:ext uri="{FF2B5EF4-FFF2-40B4-BE49-F238E27FC236}">
                    <a16:creationId xmlns:a16="http://schemas.microsoft.com/office/drawing/2014/main" id="{F24F6B64-73CD-6558-6880-C37DE7238CD8}"/>
                  </a:ext>
                </a:extLst>
              </p:cNvPr>
              <p:cNvSpPr/>
              <p:nvPr/>
            </p:nvSpPr>
            <p:spPr>
              <a:xfrm>
                <a:off x="2842800" y="1432350"/>
                <a:ext cx="84022" cy="84043"/>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66;p29">
                <a:extLst>
                  <a:ext uri="{FF2B5EF4-FFF2-40B4-BE49-F238E27FC236}">
                    <a16:creationId xmlns:a16="http://schemas.microsoft.com/office/drawing/2014/main" id="{D96A145C-3E8C-FBDA-3551-D219CE651C3E}"/>
                  </a:ext>
                </a:extLst>
              </p:cNvPr>
              <p:cNvSpPr/>
              <p:nvPr/>
            </p:nvSpPr>
            <p:spPr>
              <a:xfrm>
                <a:off x="2768348" y="1469911"/>
                <a:ext cx="28014" cy="2801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67;p29">
                <a:extLst>
                  <a:ext uri="{FF2B5EF4-FFF2-40B4-BE49-F238E27FC236}">
                    <a16:creationId xmlns:a16="http://schemas.microsoft.com/office/drawing/2014/main" id="{736A9EDB-C4B4-FE20-9ED0-C806FAC51E90}"/>
                  </a:ext>
                </a:extLst>
              </p:cNvPr>
              <p:cNvSpPr/>
              <p:nvPr/>
            </p:nvSpPr>
            <p:spPr>
              <a:xfrm>
                <a:off x="2889888" y="1348350"/>
                <a:ext cx="28035" cy="28035"/>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668;p29">
              <a:extLst>
                <a:ext uri="{FF2B5EF4-FFF2-40B4-BE49-F238E27FC236}">
                  <a16:creationId xmlns:a16="http://schemas.microsoft.com/office/drawing/2014/main" id="{1E9EDF9F-967E-DCCE-E214-34FBC6579114}"/>
                </a:ext>
              </a:extLst>
            </p:cNvPr>
            <p:cNvSpPr txBox="1"/>
            <p:nvPr/>
          </p:nvSpPr>
          <p:spPr>
            <a:xfrm flipH="1">
              <a:off x="5670075" y="1913300"/>
              <a:ext cx="5331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16" name="Google Shape;1669;p29">
              <a:extLst>
                <a:ext uri="{FF2B5EF4-FFF2-40B4-BE49-F238E27FC236}">
                  <a16:creationId xmlns:a16="http://schemas.microsoft.com/office/drawing/2014/main" id="{317CCC9E-D4A9-E46A-A46A-91608864B001}"/>
                </a:ext>
              </a:extLst>
            </p:cNvPr>
            <p:cNvSpPr txBox="1"/>
            <p:nvPr/>
          </p:nvSpPr>
          <p:spPr>
            <a:xfrm flipH="1">
              <a:off x="5716825" y="3361375"/>
              <a:ext cx="466500" cy="51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2000" dirty="0">
                <a:solidFill>
                  <a:schemeClr val="dk2"/>
                </a:solidFill>
                <a:latin typeface="Fira Sans Extra Condensed Medium"/>
                <a:ea typeface="Fira Sans Extra Condensed Medium"/>
                <a:cs typeface="Fira Sans Extra Condensed Medium"/>
                <a:sym typeface="Fira Sans Extra Condensed Medium"/>
              </a:endParaRPr>
            </a:p>
          </p:txBody>
        </p:sp>
        <p:grpSp>
          <p:nvGrpSpPr>
            <p:cNvPr id="17" name="Google Shape;1670;p29">
              <a:extLst>
                <a:ext uri="{FF2B5EF4-FFF2-40B4-BE49-F238E27FC236}">
                  <a16:creationId xmlns:a16="http://schemas.microsoft.com/office/drawing/2014/main" id="{6E08EEF4-BA32-F3BA-7610-C6C7B25697A8}"/>
                </a:ext>
              </a:extLst>
            </p:cNvPr>
            <p:cNvGrpSpPr/>
            <p:nvPr/>
          </p:nvGrpSpPr>
          <p:grpSpPr>
            <a:xfrm>
              <a:off x="5845466" y="1396097"/>
              <a:ext cx="389395" cy="389348"/>
              <a:chOff x="2609875" y="1189898"/>
              <a:chExt cx="466508" cy="466508"/>
            </a:xfrm>
          </p:grpSpPr>
          <p:sp>
            <p:nvSpPr>
              <p:cNvPr id="38" name="Google Shape;1671;p29">
                <a:extLst>
                  <a:ext uri="{FF2B5EF4-FFF2-40B4-BE49-F238E27FC236}">
                    <a16:creationId xmlns:a16="http://schemas.microsoft.com/office/drawing/2014/main" id="{CF4BE6A0-4792-3B04-1C74-E2DDB572261D}"/>
                  </a:ext>
                </a:extLst>
              </p:cNvPr>
              <p:cNvSpPr/>
              <p:nvPr/>
            </p:nvSpPr>
            <p:spPr>
              <a:xfrm>
                <a:off x="2609875" y="1189898"/>
                <a:ext cx="466508" cy="466508"/>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72;p29">
                <a:extLst>
                  <a:ext uri="{FF2B5EF4-FFF2-40B4-BE49-F238E27FC236}">
                    <a16:creationId xmlns:a16="http://schemas.microsoft.com/office/drawing/2014/main" id="{AB41208F-EF2E-3261-5ACF-5A12B7C7950A}"/>
                  </a:ext>
                </a:extLst>
              </p:cNvPr>
              <p:cNvSpPr/>
              <p:nvPr/>
            </p:nvSpPr>
            <p:spPr>
              <a:xfrm>
                <a:off x="2768348" y="1320357"/>
                <a:ext cx="74475" cy="75103"/>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73;p29">
                <a:extLst>
                  <a:ext uri="{FF2B5EF4-FFF2-40B4-BE49-F238E27FC236}">
                    <a16:creationId xmlns:a16="http://schemas.microsoft.com/office/drawing/2014/main" id="{6059CF77-5123-EA0B-5E88-C762A7CD43E6}"/>
                  </a:ext>
                </a:extLst>
              </p:cNvPr>
              <p:cNvSpPr/>
              <p:nvPr/>
            </p:nvSpPr>
            <p:spPr>
              <a:xfrm>
                <a:off x="2842800" y="1432350"/>
                <a:ext cx="84022" cy="84043"/>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74;p29">
                <a:extLst>
                  <a:ext uri="{FF2B5EF4-FFF2-40B4-BE49-F238E27FC236}">
                    <a16:creationId xmlns:a16="http://schemas.microsoft.com/office/drawing/2014/main" id="{7DFCF837-2022-F52C-CA51-59D6F8343169}"/>
                  </a:ext>
                </a:extLst>
              </p:cNvPr>
              <p:cNvSpPr/>
              <p:nvPr/>
            </p:nvSpPr>
            <p:spPr>
              <a:xfrm>
                <a:off x="2768348" y="1469911"/>
                <a:ext cx="28014" cy="2801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75;p29">
                <a:extLst>
                  <a:ext uri="{FF2B5EF4-FFF2-40B4-BE49-F238E27FC236}">
                    <a16:creationId xmlns:a16="http://schemas.microsoft.com/office/drawing/2014/main" id="{862DEA2A-415E-176B-34E1-725DA327A6E5}"/>
                  </a:ext>
                </a:extLst>
              </p:cNvPr>
              <p:cNvSpPr/>
              <p:nvPr/>
            </p:nvSpPr>
            <p:spPr>
              <a:xfrm>
                <a:off x="2889888" y="1348350"/>
                <a:ext cx="28035" cy="28035"/>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676;p29">
              <a:extLst>
                <a:ext uri="{FF2B5EF4-FFF2-40B4-BE49-F238E27FC236}">
                  <a16:creationId xmlns:a16="http://schemas.microsoft.com/office/drawing/2014/main" id="{0DC3E661-F103-06BA-55F0-AF393ADA3066}"/>
                </a:ext>
              </a:extLst>
            </p:cNvPr>
            <p:cNvGrpSpPr/>
            <p:nvPr/>
          </p:nvGrpSpPr>
          <p:grpSpPr>
            <a:xfrm>
              <a:off x="5792916" y="4228276"/>
              <a:ext cx="271321" cy="271321"/>
              <a:chOff x="2609875" y="1189898"/>
              <a:chExt cx="466508" cy="466508"/>
            </a:xfrm>
          </p:grpSpPr>
          <p:sp>
            <p:nvSpPr>
              <p:cNvPr id="33" name="Google Shape;1677;p29">
                <a:extLst>
                  <a:ext uri="{FF2B5EF4-FFF2-40B4-BE49-F238E27FC236}">
                    <a16:creationId xmlns:a16="http://schemas.microsoft.com/office/drawing/2014/main" id="{B71A9834-4576-0073-B3C8-BD392E29F764}"/>
                  </a:ext>
                </a:extLst>
              </p:cNvPr>
              <p:cNvSpPr/>
              <p:nvPr/>
            </p:nvSpPr>
            <p:spPr>
              <a:xfrm>
                <a:off x="2609875" y="1189898"/>
                <a:ext cx="466508" cy="466508"/>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78;p29">
                <a:extLst>
                  <a:ext uri="{FF2B5EF4-FFF2-40B4-BE49-F238E27FC236}">
                    <a16:creationId xmlns:a16="http://schemas.microsoft.com/office/drawing/2014/main" id="{ABD8EFC5-E257-A3A4-3E47-A5C431EE3DAD}"/>
                  </a:ext>
                </a:extLst>
              </p:cNvPr>
              <p:cNvSpPr/>
              <p:nvPr/>
            </p:nvSpPr>
            <p:spPr>
              <a:xfrm>
                <a:off x="2768348" y="1320357"/>
                <a:ext cx="74475" cy="75103"/>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79;p29">
                <a:extLst>
                  <a:ext uri="{FF2B5EF4-FFF2-40B4-BE49-F238E27FC236}">
                    <a16:creationId xmlns:a16="http://schemas.microsoft.com/office/drawing/2014/main" id="{88C435E3-769A-D580-48D8-A45E3D27BDCF}"/>
                  </a:ext>
                </a:extLst>
              </p:cNvPr>
              <p:cNvSpPr/>
              <p:nvPr/>
            </p:nvSpPr>
            <p:spPr>
              <a:xfrm>
                <a:off x="2842800" y="1432350"/>
                <a:ext cx="84022" cy="84043"/>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80;p29">
                <a:extLst>
                  <a:ext uri="{FF2B5EF4-FFF2-40B4-BE49-F238E27FC236}">
                    <a16:creationId xmlns:a16="http://schemas.microsoft.com/office/drawing/2014/main" id="{1A0ED67F-D568-7104-FA9D-87AB9FD2C865}"/>
                  </a:ext>
                </a:extLst>
              </p:cNvPr>
              <p:cNvSpPr/>
              <p:nvPr/>
            </p:nvSpPr>
            <p:spPr>
              <a:xfrm>
                <a:off x="2768348" y="1469911"/>
                <a:ext cx="28014" cy="2801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81;p29">
                <a:extLst>
                  <a:ext uri="{FF2B5EF4-FFF2-40B4-BE49-F238E27FC236}">
                    <a16:creationId xmlns:a16="http://schemas.microsoft.com/office/drawing/2014/main" id="{C7B06B12-A1D3-4F79-9E91-7162DD1CC358}"/>
                  </a:ext>
                </a:extLst>
              </p:cNvPr>
              <p:cNvSpPr/>
              <p:nvPr/>
            </p:nvSpPr>
            <p:spPr>
              <a:xfrm>
                <a:off x="2889888" y="1348350"/>
                <a:ext cx="28035" cy="28035"/>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682;p29">
              <a:extLst>
                <a:ext uri="{FF2B5EF4-FFF2-40B4-BE49-F238E27FC236}">
                  <a16:creationId xmlns:a16="http://schemas.microsoft.com/office/drawing/2014/main" id="{EB40BCA4-A1DB-17D8-7549-533BB425DDB4}"/>
                </a:ext>
              </a:extLst>
            </p:cNvPr>
            <p:cNvSpPr/>
            <p:nvPr/>
          </p:nvSpPr>
          <p:spPr>
            <a:xfrm>
              <a:off x="2945495" y="1443669"/>
              <a:ext cx="313772" cy="313772"/>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83;p29">
              <a:extLst>
                <a:ext uri="{FF2B5EF4-FFF2-40B4-BE49-F238E27FC236}">
                  <a16:creationId xmlns:a16="http://schemas.microsoft.com/office/drawing/2014/main" id="{F29C6A28-4297-D195-E25E-0864FA981857}"/>
                </a:ext>
              </a:extLst>
            </p:cNvPr>
            <p:cNvSpPr/>
            <p:nvPr/>
          </p:nvSpPr>
          <p:spPr>
            <a:xfrm>
              <a:off x="3052084" y="1531415"/>
              <a:ext cx="50091" cy="50514"/>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84;p29">
              <a:extLst>
                <a:ext uri="{FF2B5EF4-FFF2-40B4-BE49-F238E27FC236}">
                  <a16:creationId xmlns:a16="http://schemas.microsoft.com/office/drawing/2014/main" id="{B47BB349-3168-FCCF-78AE-76C4257243DD}"/>
                </a:ext>
              </a:extLst>
            </p:cNvPr>
            <p:cNvSpPr/>
            <p:nvPr/>
          </p:nvSpPr>
          <p:spPr>
            <a:xfrm>
              <a:off x="3102161" y="1606742"/>
              <a:ext cx="56513" cy="56527"/>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85;p29">
              <a:extLst>
                <a:ext uri="{FF2B5EF4-FFF2-40B4-BE49-F238E27FC236}">
                  <a16:creationId xmlns:a16="http://schemas.microsoft.com/office/drawing/2014/main" id="{B582F2D0-7B90-2B7A-342D-EA79BE8038D0}"/>
                </a:ext>
              </a:extLst>
            </p:cNvPr>
            <p:cNvSpPr/>
            <p:nvPr/>
          </p:nvSpPr>
          <p:spPr>
            <a:xfrm>
              <a:off x="3052084" y="1632005"/>
              <a:ext cx="18842" cy="18842"/>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86;p29">
              <a:extLst>
                <a:ext uri="{FF2B5EF4-FFF2-40B4-BE49-F238E27FC236}">
                  <a16:creationId xmlns:a16="http://schemas.microsoft.com/office/drawing/2014/main" id="{6C7A3037-C10E-931E-7CBB-5BE9F97E0215}"/>
                </a:ext>
              </a:extLst>
            </p:cNvPr>
            <p:cNvSpPr/>
            <p:nvPr/>
          </p:nvSpPr>
          <p:spPr>
            <a:xfrm>
              <a:off x="3133832" y="1550243"/>
              <a:ext cx="18856" cy="18856"/>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87;p29">
              <a:extLst>
                <a:ext uri="{FF2B5EF4-FFF2-40B4-BE49-F238E27FC236}">
                  <a16:creationId xmlns:a16="http://schemas.microsoft.com/office/drawing/2014/main" id="{CB5B737D-6775-9BF1-C332-353760C2E2A9}"/>
                </a:ext>
              </a:extLst>
            </p:cNvPr>
            <p:cNvSpPr/>
            <p:nvPr/>
          </p:nvSpPr>
          <p:spPr>
            <a:xfrm>
              <a:off x="3982061" y="2477175"/>
              <a:ext cx="61807" cy="91915"/>
            </a:xfrm>
            <a:custGeom>
              <a:avLst/>
              <a:gdLst/>
              <a:ahLst/>
              <a:cxnLst/>
              <a:rect l="l" t="t" r="r" b="b"/>
              <a:pathLst>
                <a:path w="1125" h="1673" extrusionOk="0">
                  <a:moveTo>
                    <a:pt x="578" y="1"/>
                  </a:moveTo>
                  <a:cubicBezTo>
                    <a:pt x="243" y="1"/>
                    <a:pt x="0" y="365"/>
                    <a:pt x="0" y="821"/>
                  </a:cubicBezTo>
                  <a:cubicBezTo>
                    <a:pt x="0" y="1308"/>
                    <a:pt x="243" y="1672"/>
                    <a:pt x="578" y="1672"/>
                  </a:cubicBezTo>
                  <a:cubicBezTo>
                    <a:pt x="882" y="1672"/>
                    <a:pt x="1125" y="1308"/>
                    <a:pt x="1125" y="821"/>
                  </a:cubicBezTo>
                  <a:cubicBezTo>
                    <a:pt x="1125" y="365"/>
                    <a:pt x="882" y="1"/>
                    <a:pt x="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88;p29">
              <a:extLst>
                <a:ext uri="{FF2B5EF4-FFF2-40B4-BE49-F238E27FC236}">
                  <a16:creationId xmlns:a16="http://schemas.microsoft.com/office/drawing/2014/main" id="{670B1EB6-4402-6AFF-8535-9CEBA7FE2A44}"/>
                </a:ext>
              </a:extLst>
            </p:cNvPr>
            <p:cNvSpPr/>
            <p:nvPr/>
          </p:nvSpPr>
          <p:spPr>
            <a:xfrm>
              <a:off x="3731519" y="1984499"/>
              <a:ext cx="1596556" cy="1681713"/>
            </a:xfrm>
            <a:custGeom>
              <a:avLst/>
              <a:gdLst/>
              <a:ahLst/>
              <a:cxnLst/>
              <a:rect l="l" t="t" r="r" b="b"/>
              <a:pathLst>
                <a:path w="29060" h="30610" extrusionOk="0">
                  <a:moveTo>
                    <a:pt x="7995" y="913"/>
                  </a:moveTo>
                  <a:cubicBezTo>
                    <a:pt x="8573" y="913"/>
                    <a:pt x="9089" y="1217"/>
                    <a:pt x="9363" y="1642"/>
                  </a:cubicBezTo>
                  <a:cubicBezTo>
                    <a:pt x="8937" y="1612"/>
                    <a:pt x="8481" y="1581"/>
                    <a:pt x="8025" y="1581"/>
                  </a:cubicBezTo>
                  <a:lnTo>
                    <a:pt x="7995" y="1581"/>
                  </a:lnTo>
                  <a:cubicBezTo>
                    <a:pt x="7509" y="1581"/>
                    <a:pt x="7083" y="1612"/>
                    <a:pt x="6658" y="1673"/>
                  </a:cubicBezTo>
                  <a:cubicBezTo>
                    <a:pt x="6931" y="1217"/>
                    <a:pt x="7448" y="913"/>
                    <a:pt x="7995" y="913"/>
                  </a:cubicBezTo>
                  <a:close/>
                  <a:moveTo>
                    <a:pt x="15660" y="2697"/>
                  </a:moveTo>
                  <a:cubicBezTo>
                    <a:pt x="15829" y="2697"/>
                    <a:pt x="15963" y="2784"/>
                    <a:pt x="16050" y="2980"/>
                  </a:cubicBezTo>
                  <a:cubicBezTo>
                    <a:pt x="16202" y="3253"/>
                    <a:pt x="16232" y="3800"/>
                    <a:pt x="15959" y="4499"/>
                  </a:cubicBezTo>
                  <a:cubicBezTo>
                    <a:pt x="15776" y="4925"/>
                    <a:pt x="15412" y="5502"/>
                    <a:pt x="14682" y="6050"/>
                  </a:cubicBezTo>
                  <a:cubicBezTo>
                    <a:pt x="14621" y="5594"/>
                    <a:pt x="14469" y="5077"/>
                    <a:pt x="14226" y="4621"/>
                  </a:cubicBezTo>
                  <a:cubicBezTo>
                    <a:pt x="14348" y="4074"/>
                    <a:pt x="14652" y="3040"/>
                    <a:pt x="15442" y="2736"/>
                  </a:cubicBezTo>
                  <a:cubicBezTo>
                    <a:pt x="15520" y="2711"/>
                    <a:pt x="15592" y="2697"/>
                    <a:pt x="15660" y="2697"/>
                  </a:cubicBezTo>
                  <a:close/>
                  <a:moveTo>
                    <a:pt x="25381" y="2706"/>
                  </a:moveTo>
                  <a:cubicBezTo>
                    <a:pt x="25473" y="2706"/>
                    <a:pt x="25533" y="2706"/>
                    <a:pt x="25625" y="2736"/>
                  </a:cubicBezTo>
                  <a:cubicBezTo>
                    <a:pt x="26172" y="2949"/>
                    <a:pt x="26476" y="3496"/>
                    <a:pt x="26628" y="3891"/>
                  </a:cubicBezTo>
                  <a:cubicBezTo>
                    <a:pt x="26932" y="4743"/>
                    <a:pt x="26962" y="5746"/>
                    <a:pt x="26871" y="6384"/>
                  </a:cubicBezTo>
                  <a:cubicBezTo>
                    <a:pt x="25898" y="5806"/>
                    <a:pt x="25412" y="5107"/>
                    <a:pt x="25169" y="4621"/>
                  </a:cubicBezTo>
                  <a:cubicBezTo>
                    <a:pt x="24834" y="3922"/>
                    <a:pt x="24865" y="3314"/>
                    <a:pt x="24986" y="3010"/>
                  </a:cubicBezTo>
                  <a:cubicBezTo>
                    <a:pt x="25077" y="2797"/>
                    <a:pt x="25229" y="2706"/>
                    <a:pt x="25381" y="2706"/>
                  </a:cubicBezTo>
                  <a:close/>
                  <a:moveTo>
                    <a:pt x="27600" y="8664"/>
                  </a:moveTo>
                  <a:cubicBezTo>
                    <a:pt x="27935" y="8816"/>
                    <a:pt x="28147" y="9180"/>
                    <a:pt x="28147" y="9575"/>
                  </a:cubicBezTo>
                  <a:cubicBezTo>
                    <a:pt x="28147" y="9971"/>
                    <a:pt x="27935" y="10305"/>
                    <a:pt x="27600" y="10457"/>
                  </a:cubicBezTo>
                  <a:cubicBezTo>
                    <a:pt x="27600" y="9879"/>
                    <a:pt x="27600" y="9271"/>
                    <a:pt x="27600" y="8664"/>
                  </a:cubicBezTo>
                  <a:close/>
                  <a:moveTo>
                    <a:pt x="1369" y="9180"/>
                  </a:moveTo>
                  <a:lnTo>
                    <a:pt x="1369" y="9180"/>
                  </a:lnTo>
                  <a:cubicBezTo>
                    <a:pt x="1338" y="9697"/>
                    <a:pt x="1338" y="10244"/>
                    <a:pt x="1338" y="10761"/>
                  </a:cubicBezTo>
                  <a:cubicBezTo>
                    <a:pt x="1065" y="10609"/>
                    <a:pt x="913" y="10305"/>
                    <a:pt x="913" y="9971"/>
                  </a:cubicBezTo>
                  <a:cubicBezTo>
                    <a:pt x="913" y="9636"/>
                    <a:pt x="1095" y="9332"/>
                    <a:pt x="1369" y="9180"/>
                  </a:cubicBezTo>
                  <a:close/>
                  <a:moveTo>
                    <a:pt x="14621" y="9180"/>
                  </a:moveTo>
                  <a:lnTo>
                    <a:pt x="14621" y="9180"/>
                  </a:lnTo>
                  <a:cubicBezTo>
                    <a:pt x="14895" y="9332"/>
                    <a:pt x="15077" y="9636"/>
                    <a:pt x="15077" y="9971"/>
                  </a:cubicBezTo>
                  <a:cubicBezTo>
                    <a:pt x="15077" y="10305"/>
                    <a:pt x="14895" y="10609"/>
                    <a:pt x="14652" y="10761"/>
                  </a:cubicBezTo>
                  <a:cubicBezTo>
                    <a:pt x="14652" y="10244"/>
                    <a:pt x="14652" y="9697"/>
                    <a:pt x="14621" y="9180"/>
                  </a:cubicBezTo>
                  <a:close/>
                  <a:moveTo>
                    <a:pt x="20518" y="913"/>
                  </a:moveTo>
                  <a:cubicBezTo>
                    <a:pt x="22159" y="913"/>
                    <a:pt x="23618" y="1308"/>
                    <a:pt x="24682" y="2007"/>
                  </a:cubicBezTo>
                  <a:cubicBezTo>
                    <a:pt x="24470" y="2159"/>
                    <a:pt x="24287" y="2372"/>
                    <a:pt x="24166" y="2645"/>
                  </a:cubicBezTo>
                  <a:cubicBezTo>
                    <a:pt x="23892" y="3284"/>
                    <a:pt x="23953" y="4165"/>
                    <a:pt x="24378" y="5016"/>
                  </a:cubicBezTo>
                  <a:cubicBezTo>
                    <a:pt x="24682" y="5654"/>
                    <a:pt x="25321" y="6566"/>
                    <a:pt x="26628" y="7296"/>
                  </a:cubicBezTo>
                  <a:cubicBezTo>
                    <a:pt x="26658" y="7934"/>
                    <a:pt x="26688" y="8542"/>
                    <a:pt x="26688" y="9150"/>
                  </a:cubicBezTo>
                  <a:cubicBezTo>
                    <a:pt x="26172" y="9302"/>
                    <a:pt x="25746" y="9697"/>
                    <a:pt x="25351" y="10062"/>
                  </a:cubicBezTo>
                  <a:cubicBezTo>
                    <a:pt x="24865" y="10518"/>
                    <a:pt x="24378" y="10913"/>
                    <a:pt x="23770" y="10913"/>
                  </a:cubicBezTo>
                  <a:cubicBezTo>
                    <a:pt x="23193" y="10913"/>
                    <a:pt x="22889" y="10700"/>
                    <a:pt x="22524" y="10427"/>
                  </a:cubicBezTo>
                  <a:cubicBezTo>
                    <a:pt x="22068" y="10123"/>
                    <a:pt x="21521" y="9727"/>
                    <a:pt x="20518" y="9727"/>
                  </a:cubicBezTo>
                  <a:cubicBezTo>
                    <a:pt x="19545" y="9727"/>
                    <a:pt x="18998" y="10123"/>
                    <a:pt x="18542" y="10427"/>
                  </a:cubicBezTo>
                  <a:cubicBezTo>
                    <a:pt x="18178" y="10700"/>
                    <a:pt x="17874" y="10913"/>
                    <a:pt x="17266" y="10913"/>
                  </a:cubicBezTo>
                  <a:cubicBezTo>
                    <a:pt x="16779" y="10913"/>
                    <a:pt x="16384" y="10670"/>
                    <a:pt x="15959" y="10275"/>
                  </a:cubicBezTo>
                  <a:cubicBezTo>
                    <a:pt x="15989" y="10183"/>
                    <a:pt x="15989" y="10092"/>
                    <a:pt x="15989" y="9971"/>
                  </a:cubicBezTo>
                  <a:cubicBezTo>
                    <a:pt x="15989" y="9180"/>
                    <a:pt x="15442" y="8481"/>
                    <a:pt x="14712" y="8268"/>
                  </a:cubicBezTo>
                  <a:cubicBezTo>
                    <a:pt x="14743" y="7964"/>
                    <a:pt x="14804" y="7569"/>
                    <a:pt x="14804" y="7083"/>
                  </a:cubicBezTo>
                  <a:cubicBezTo>
                    <a:pt x="17023" y="5624"/>
                    <a:pt x="17357" y="3588"/>
                    <a:pt x="16871" y="2584"/>
                  </a:cubicBezTo>
                  <a:cubicBezTo>
                    <a:pt x="16749" y="2341"/>
                    <a:pt x="16567" y="2129"/>
                    <a:pt x="16384" y="2007"/>
                  </a:cubicBezTo>
                  <a:cubicBezTo>
                    <a:pt x="17418" y="1308"/>
                    <a:pt x="18877" y="913"/>
                    <a:pt x="20518" y="913"/>
                  </a:cubicBezTo>
                  <a:close/>
                  <a:moveTo>
                    <a:pt x="10062" y="6657"/>
                  </a:moveTo>
                  <a:cubicBezTo>
                    <a:pt x="10275" y="6931"/>
                    <a:pt x="10579" y="7296"/>
                    <a:pt x="10943" y="7661"/>
                  </a:cubicBezTo>
                  <a:cubicBezTo>
                    <a:pt x="11825" y="8481"/>
                    <a:pt x="12767" y="8937"/>
                    <a:pt x="13740" y="9059"/>
                  </a:cubicBezTo>
                  <a:cubicBezTo>
                    <a:pt x="13770" y="10153"/>
                    <a:pt x="13740" y="11278"/>
                    <a:pt x="13679" y="12402"/>
                  </a:cubicBezTo>
                  <a:cubicBezTo>
                    <a:pt x="13618" y="13952"/>
                    <a:pt x="12372" y="15168"/>
                    <a:pt x="10822" y="15229"/>
                  </a:cubicBezTo>
                  <a:cubicBezTo>
                    <a:pt x="9880" y="15275"/>
                    <a:pt x="8937" y="15297"/>
                    <a:pt x="7991" y="15297"/>
                  </a:cubicBezTo>
                  <a:cubicBezTo>
                    <a:pt x="7045" y="15297"/>
                    <a:pt x="6095" y="15275"/>
                    <a:pt x="5138" y="15229"/>
                  </a:cubicBezTo>
                  <a:cubicBezTo>
                    <a:pt x="3588" y="15168"/>
                    <a:pt x="2372" y="13952"/>
                    <a:pt x="2281" y="12402"/>
                  </a:cubicBezTo>
                  <a:cubicBezTo>
                    <a:pt x="2250" y="11278"/>
                    <a:pt x="2220" y="10153"/>
                    <a:pt x="2250" y="9059"/>
                  </a:cubicBezTo>
                  <a:cubicBezTo>
                    <a:pt x="2767" y="8998"/>
                    <a:pt x="3740" y="8876"/>
                    <a:pt x="4925" y="8633"/>
                  </a:cubicBezTo>
                  <a:cubicBezTo>
                    <a:pt x="7022" y="8208"/>
                    <a:pt x="8755" y="7539"/>
                    <a:pt x="10062" y="6657"/>
                  </a:cubicBezTo>
                  <a:close/>
                  <a:moveTo>
                    <a:pt x="26719" y="10123"/>
                  </a:moveTo>
                  <a:cubicBezTo>
                    <a:pt x="26719" y="10822"/>
                    <a:pt x="26688" y="11490"/>
                    <a:pt x="26658" y="12159"/>
                  </a:cubicBezTo>
                  <a:cubicBezTo>
                    <a:pt x="26567" y="13831"/>
                    <a:pt x="25229" y="15168"/>
                    <a:pt x="23558" y="15229"/>
                  </a:cubicBezTo>
                  <a:cubicBezTo>
                    <a:pt x="22555" y="15290"/>
                    <a:pt x="21521" y="15320"/>
                    <a:pt x="20518" y="15320"/>
                  </a:cubicBezTo>
                  <a:cubicBezTo>
                    <a:pt x="19545" y="15320"/>
                    <a:pt x="18512" y="15290"/>
                    <a:pt x="17478" y="15229"/>
                  </a:cubicBezTo>
                  <a:cubicBezTo>
                    <a:pt x="16111" y="15168"/>
                    <a:pt x="14925" y="14256"/>
                    <a:pt x="14530" y="12919"/>
                  </a:cubicBezTo>
                  <a:cubicBezTo>
                    <a:pt x="14561" y="12767"/>
                    <a:pt x="14591" y="12615"/>
                    <a:pt x="14591" y="12433"/>
                  </a:cubicBezTo>
                  <a:cubicBezTo>
                    <a:pt x="14591" y="12189"/>
                    <a:pt x="14621" y="11977"/>
                    <a:pt x="14621" y="11734"/>
                  </a:cubicBezTo>
                  <a:cubicBezTo>
                    <a:pt x="14986" y="11642"/>
                    <a:pt x="15320" y="11430"/>
                    <a:pt x="15564" y="11126"/>
                  </a:cubicBezTo>
                  <a:cubicBezTo>
                    <a:pt x="16020" y="11490"/>
                    <a:pt x="16567" y="11825"/>
                    <a:pt x="17266" y="11825"/>
                  </a:cubicBezTo>
                  <a:cubicBezTo>
                    <a:pt x="18147" y="11825"/>
                    <a:pt x="18634" y="11490"/>
                    <a:pt x="19059" y="11156"/>
                  </a:cubicBezTo>
                  <a:cubicBezTo>
                    <a:pt x="19485" y="10882"/>
                    <a:pt x="19819" y="10639"/>
                    <a:pt x="20518" y="10639"/>
                  </a:cubicBezTo>
                  <a:cubicBezTo>
                    <a:pt x="21248" y="10639"/>
                    <a:pt x="21582" y="10882"/>
                    <a:pt x="22007" y="11156"/>
                  </a:cubicBezTo>
                  <a:cubicBezTo>
                    <a:pt x="22433" y="11490"/>
                    <a:pt x="22919" y="11825"/>
                    <a:pt x="23770" y="11825"/>
                  </a:cubicBezTo>
                  <a:cubicBezTo>
                    <a:pt x="24743" y="11825"/>
                    <a:pt x="25381" y="11247"/>
                    <a:pt x="25959" y="10730"/>
                  </a:cubicBezTo>
                  <a:cubicBezTo>
                    <a:pt x="26232" y="10487"/>
                    <a:pt x="26476" y="10244"/>
                    <a:pt x="26719" y="10123"/>
                  </a:cubicBezTo>
                  <a:close/>
                  <a:moveTo>
                    <a:pt x="5472" y="16141"/>
                  </a:moveTo>
                  <a:cubicBezTo>
                    <a:pt x="6323" y="16202"/>
                    <a:pt x="7144" y="16202"/>
                    <a:pt x="7995" y="16202"/>
                  </a:cubicBezTo>
                  <a:cubicBezTo>
                    <a:pt x="8846" y="16202"/>
                    <a:pt x="9667" y="16202"/>
                    <a:pt x="10518" y="16141"/>
                  </a:cubicBezTo>
                  <a:lnTo>
                    <a:pt x="10518" y="16141"/>
                  </a:lnTo>
                  <a:cubicBezTo>
                    <a:pt x="10244" y="16931"/>
                    <a:pt x="9211" y="17509"/>
                    <a:pt x="7995" y="17509"/>
                  </a:cubicBezTo>
                  <a:cubicBezTo>
                    <a:pt x="6779" y="17509"/>
                    <a:pt x="5746" y="16931"/>
                    <a:pt x="5472" y="16141"/>
                  </a:cubicBezTo>
                  <a:close/>
                  <a:moveTo>
                    <a:pt x="14105" y="14135"/>
                  </a:moveTo>
                  <a:cubicBezTo>
                    <a:pt x="14530" y="14864"/>
                    <a:pt x="15168" y="15411"/>
                    <a:pt x="15928" y="15776"/>
                  </a:cubicBezTo>
                  <a:cubicBezTo>
                    <a:pt x="15412" y="16354"/>
                    <a:pt x="14712" y="17387"/>
                    <a:pt x="14257" y="19089"/>
                  </a:cubicBezTo>
                  <a:cubicBezTo>
                    <a:pt x="13801" y="17296"/>
                    <a:pt x="13071" y="16262"/>
                    <a:pt x="12524" y="15685"/>
                  </a:cubicBezTo>
                  <a:cubicBezTo>
                    <a:pt x="13193" y="15320"/>
                    <a:pt x="13740" y="14803"/>
                    <a:pt x="14105" y="14135"/>
                  </a:cubicBezTo>
                  <a:close/>
                  <a:moveTo>
                    <a:pt x="16871" y="16080"/>
                  </a:moveTo>
                  <a:cubicBezTo>
                    <a:pt x="17053" y="16110"/>
                    <a:pt x="17266" y="16110"/>
                    <a:pt x="17448" y="16141"/>
                  </a:cubicBezTo>
                  <a:cubicBezTo>
                    <a:pt x="18330" y="16171"/>
                    <a:pt x="19211" y="16202"/>
                    <a:pt x="20093" y="16202"/>
                  </a:cubicBezTo>
                  <a:lnTo>
                    <a:pt x="20093" y="21521"/>
                  </a:lnTo>
                  <a:lnTo>
                    <a:pt x="16779" y="21521"/>
                  </a:lnTo>
                  <a:cubicBezTo>
                    <a:pt x="16931" y="20943"/>
                    <a:pt x="17083" y="20518"/>
                    <a:pt x="17083" y="20518"/>
                  </a:cubicBezTo>
                  <a:cubicBezTo>
                    <a:pt x="17144" y="20275"/>
                    <a:pt x="17053" y="20032"/>
                    <a:pt x="16810" y="19940"/>
                  </a:cubicBezTo>
                  <a:cubicBezTo>
                    <a:pt x="16755" y="19920"/>
                    <a:pt x="16700" y="19910"/>
                    <a:pt x="16647" y="19910"/>
                  </a:cubicBezTo>
                  <a:cubicBezTo>
                    <a:pt x="16465" y="19910"/>
                    <a:pt x="16303" y="20025"/>
                    <a:pt x="16232" y="20214"/>
                  </a:cubicBezTo>
                  <a:cubicBezTo>
                    <a:pt x="16202" y="20244"/>
                    <a:pt x="15837" y="21278"/>
                    <a:pt x="15746" y="22494"/>
                  </a:cubicBezTo>
                  <a:lnTo>
                    <a:pt x="14712" y="22494"/>
                  </a:lnTo>
                  <a:cubicBezTo>
                    <a:pt x="14804" y="18329"/>
                    <a:pt x="16323" y="16566"/>
                    <a:pt x="16871" y="16080"/>
                  </a:cubicBezTo>
                  <a:close/>
                  <a:moveTo>
                    <a:pt x="24196" y="16080"/>
                  </a:moveTo>
                  <a:cubicBezTo>
                    <a:pt x="24439" y="16293"/>
                    <a:pt x="24865" y="16749"/>
                    <a:pt x="25260" y="17539"/>
                  </a:cubicBezTo>
                  <a:cubicBezTo>
                    <a:pt x="25929" y="18846"/>
                    <a:pt x="26293" y="20487"/>
                    <a:pt x="26354" y="22494"/>
                  </a:cubicBezTo>
                  <a:lnTo>
                    <a:pt x="25321" y="22494"/>
                  </a:lnTo>
                  <a:cubicBezTo>
                    <a:pt x="25229" y="21278"/>
                    <a:pt x="24834" y="20244"/>
                    <a:pt x="24834" y="20214"/>
                  </a:cubicBezTo>
                  <a:cubicBezTo>
                    <a:pt x="24764" y="20025"/>
                    <a:pt x="24583" y="19910"/>
                    <a:pt x="24407" y="19910"/>
                  </a:cubicBezTo>
                  <a:cubicBezTo>
                    <a:pt x="24356" y="19910"/>
                    <a:pt x="24305" y="19920"/>
                    <a:pt x="24257" y="19940"/>
                  </a:cubicBezTo>
                  <a:cubicBezTo>
                    <a:pt x="24014" y="20032"/>
                    <a:pt x="23892" y="20275"/>
                    <a:pt x="23983" y="20518"/>
                  </a:cubicBezTo>
                  <a:cubicBezTo>
                    <a:pt x="23983" y="20518"/>
                    <a:pt x="24135" y="20943"/>
                    <a:pt x="24257" y="21521"/>
                  </a:cubicBezTo>
                  <a:lnTo>
                    <a:pt x="20974" y="21521"/>
                  </a:lnTo>
                  <a:lnTo>
                    <a:pt x="20974" y="16202"/>
                  </a:lnTo>
                  <a:cubicBezTo>
                    <a:pt x="21855" y="16202"/>
                    <a:pt x="22737" y="16171"/>
                    <a:pt x="23618" y="16141"/>
                  </a:cubicBezTo>
                  <a:cubicBezTo>
                    <a:pt x="23801" y="16110"/>
                    <a:pt x="23983" y="16110"/>
                    <a:pt x="24196" y="16080"/>
                  </a:cubicBezTo>
                  <a:close/>
                  <a:moveTo>
                    <a:pt x="3162" y="23375"/>
                  </a:moveTo>
                  <a:cubicBezTo>
                    <a:pt x="3162" y="23649"/>
                    <a:pt x="3132" y="23983"/>
                    <a:pt x="3162" y="24378"/>
                  </a:cubicBezTo>
                  <a:cubicBezTo>
                    <a:pt x="2933" y="24416"/>
                    <a:pt x="2720" y="24433"/>
                    <a:pt x="2540" y="24433"/>
                  </a:cubicBezTo>
                  <a:cubicBezTo>
                    <a:pt x="2292" y="24433"/>
                    <a:pt x="2108" y="24401"/>
                    <a:pt x="2037" y="24348"/>
                  </a:cubicBezTo>
                  <a:cubicBezTo>
                    <a:pt x="1916" y="24226"/>
                    <a:pt x="1946" y="23770"/>
                    <a:pt x="2037" y="23375"/>
                  </a:cubicBezTo>
                  <a:close/>
                  <a:moveTo>
                    <a:pt x="13953" y="23375"/>
                  </a:moveTo>
                  <a:cubicBezTo>
                    <a:pt x="14074" y="23861"/>
                    <a:pt x="14044" y="24257"/>
                    <a:pt x="13953" y="24348"/>
                  </a:cubicBezTo>
                  <a:cubicBezTo>
                    <a:pt x="13882" y="24401"/>
                    <a:pt x="13698" y="24433"/>
                    <a:pt x="13450" y="24433"/>
                  </a:cubicBezTo>
                  <a:cubicBezTo>
                    <a:pt x="13270" y="24433"/>
                    <a:pt x="13057" y="24416"/>
                    <a:pt x="12828" y="24378"/>
                  </a:cubicBezTo>
                  <a:cubicBezTo>
                    <a:pt x="12828" y="23983"/>
                    <a:pt x="12828" y="23649"/>
                    <a:pt x="12828" y="23375"/>
                  </a:cubicBezTo>
                  <a:close/>
                  <a:moveTo>
                    <a:pt x="26476" y="23375"/>
                  </a:moveTo>
                  <a:cubicBezTo>
                    <a:pt x="26597" y="23861"/>
                    <a:pt x="26567" y="24257"/>
                    <a:pt x="26476" y="24348"/>
                  </a:cubicBezTo>
                  <a:cubicBezTo>
                    <a:pt x="26405" y="24401"/>
                    <a:pt x="26221" y="24433"/>
                    <a:pt x="25979" y="24433"/>
                  </a:cubicBezTo>
                  <a:cubicBezTo>
                    <a:pt x="25804" y="24433"/>
                    <a:pt x="25598" y="24416"/>
                    <a:pt x="25381" y="24378"/>
                  </a:cubicBezTo>
                  <a:cubicBezTo>
                    <a:pt x="25381" y="23983"/>
                    <a:pt x="25381" y="23649"/>
                    <a:pt x="25351" y="23375"/>
                  </a:cubicBezTo>
                  <a:close/>
                  <a:moveTo>
                    <a:pt x="15716" y="23375"/>
                  </a:moveTo>
                  <a:cubicBezTo>
                    <a:pt x="15685" y="23649"/>
                    <a:pt x="15685" y="23983"/>
                    <a:pt x="15685" y="24378"/>
                  </a:cubicBezTo>
                  <a:cubicBezTo>
                    <a:pt x="15381" y="24439"/>
                    <a:pt x="15077" y="24439"/>
                    <a:pt x="14864" y="24439"/>
                  </a:cubicBezTo>
                  <a:cubicBezTo>
                    <a:pt x="14956" y="24074"/>
                    <a:pt x="14925" y="23709"/>
                    <a:pt x="14864" y="23375"/>
                  </a:cubicBezTo>
                  <a:close/>
                  <a:moveTo>
                    <a:pt x="4378" y="16019"/>
                  </a:moveTo>
                  <a:cubicBezTo>
                    <a:pt x="4439" y="16050"/>
                    <a:pt x="4469" y="16050"/>
                    <a:pt x="4530" y="16080"/>
                  </a:cubicBezTo>
                  <a:cubicBezTo>
                    <a:pt x="4621" y="16688"/>
                    <a:pt x="4986" y="17235"/>
                    <a:pt x="5594" y="17691"/>
                  </a:cubicBezTo>
                  <a:cubicBezTo>
                    <a:pt x="6111" y="18086"/>
                    <a:pt x="6810" y="18329"/>
                    <a:pt x="7539" y="18390"/>
                  </a:cubicBezTo>
                  <a:lnTo>
                    <a:pt x="7539" y="28299"/>
                  </a:lnTo>
                  <a:lnTo>
                    <a:pt x="4621" y="28299"/>
                  </a:lnTo>
                  <a:cubicBezTo>
                    <a:pt x="3162" y="24378"/>
                    <a:pt x="4530" y="20518"/>
                    <a:pt x="4530" y="20518"/>
                  </a:cubicBezTo>
                  <a:cubicBezTo>
                    <a:pt x="4621" y="20275"/>
                    <a:pt x="4500" y="20032"/>
                    <a:pt x="4287" y="19940"/>
                  </a:cubicBezTo>
                  <a:cubicBezTo>
                    <a:pt x="4232" y="19920"/>
                    <a:pt x="4176" y="19910"/>
                    <a:pt x="4121" y="19910"/>
                  </a:cubicBezTo>
                  <a:cubicBezTo>
                    <a:pt x="3931" y="19910"/>
                    <a:pt x="3756" y="20025"/>
                    <a:pt x="3709" y="20214"/>
                  </a:cubicBezTo>
                  <a:cubicBezTo>
                    <a:pt x="3679" y="20244"/>
                    <a:pt x="3284" y="21278"/>
                    <a:pt x="3223" y="22494"/>
                  </a:cubicBezTo>
                  <a:lnTo>
                    <a:pt x="2189" y="22494"/>
                  </a:lnTo>
                  <a:cubicBezTo>
                    <a:pt x="2281" y="18238"/>
                    <a:pt x="3831" y="16506"/>
                    <a:pt x="4378" y="16019"/>
                  </a:cubicBezTo>
                  <a:close/>
                  <a:moveTo>
                    <a:pt x="11612" y="16019"/>
                  </a:moveTo>
                  <a:cubicBezTo>
                    <a:pt x="11855" y="16262"/>
                    <a:pt x="12311" y="16718"/>
                    <a:pt x="12737" y="17539"/>
                  </a:cubicBezTo>
                  <a:cubicBezTo>
                    <a:pt x="13405" y="18846"/>
                    <a:pt x="13770" y="20487"/>
                    <a:pt x="13801" y="22494"/>
                  </a:cubicBezTo>
                  <a:lnTo>
                    <a:pt x="12767" y="22494"/>
                  </a:lnTo>
                  <a:cubicBezTo>
                    <a:pt x="12706" y="21278"/>
                    <a:pt x="12311" y="20244"/>
                    <a:pt x="12281" y="20214"/>
                  </a:cubicBezTo>
                  <a:cubicBezTo>
                    <a:pt x="12210" y="20025"/>
                    <a:pt x="12048" y="19910"/>
                    <a:pt x="11866" y="19910"/>
                  </a:cubicBezTo>
                  <a:cubicBezTo>
                    <a:pt x="11813" y="19910"/>
                    <a:pt x="11758" y="19920"/>
                    <a:pt x="11703" y="19940"/>
                  </a:cubicBezTo>
                  <a:cubicBezTo>
                    <a:pt x="11491" y="20032"/>
                    <a:pt x="11369" y="20275"/>
                    <a:pt x="11460" y="20518"/>
                  </a:cubicBezTo>
                  <a:cubicBezTo>
                    <a:pt x="11460" y="20518"/>
                    <a:pt x="12798" y="25290"/>
                    <a:pt x="11369" y="28299"/>
                  </a:cubicBezTo>
                  <a:lnTo>
                    <a:pt x="8451" y="28299"/>
                  </a:lnTo>
                  <a:lnTo>
                    <a:pt x="8451" y="18390"/>
                  </a:lnTo>
                  <a:cubicBezTo>
                    <a:pt x="9180" y="18329"/>
                    <a:pt x="9849" y="18086"/>
                    <a:pt x="10396" y="17691"/>
                  </a:cubicBezTo>
                  <a:cubicBezTo>
                    <a:pt x="11004" y="17235"/>
                    <a:pt x="11369" y="16688"/>
                    <a:pt x="11460" y="16080"/>
                  </a:cubicBezTo>
                  <a:cubicBezTo>
                    <a:pt x="11521" y="16050"/>
                    <a:pt x="11551" y="16050"/>
                    <a:pt x="11612" y="16019"/>
                  </a:cubicBezTo>
                  <a:close/>
                  <a:moveTo>
                    <a:pt x="7539" y="29211"/>
                  </a:moveTo>
                  <a:lnTo>
                    <a:pt x="7539" y="29697"/>
                  </a:lnTo>
                  <a:lnTo>
                    <a:pt x="4682" y="29697"/>
                  </a:lnTo>
                  <a:cubicBezTo>
                    <a:pt x="4864" y="29393"/>
                    <a:pt x="5168" y="29211"/>
                    <a:pt x="5533" y="29211"/>
                  </a:cubicBezTo>
                  <a:close/>
                  <a:moveTo>
                    <a:pt x="10457" y="29211"/>
                  </a:moveTo>
                  <a:cubicBezTo>
                    <a:pt x="10822" y="29211"/>
                    <a:pt x="11126" y="29393"/>
                    <a:pt x="11278" y="29697"/>
                  </a:cubicBezTo>
                  <a:lnTo>
                    <a:pt x="8451" y="29697"/>
                  </a:lnTo>
                  <a:lnTo>
                    <a:pt x="8451" y="29211"/>
                  </a:lnTo>
                  <a:close/>
                  <a:moveTo>
                    <a:pt x="19363" y="29211"/>
                  </a:moveTo>
                  <a:lnTo>
                    <a:pt x="19363" y="29697"/>
                  </a:lnTo>
                  <a:lnTo>
                    <a:pt x="16506" y="29697"/>
                  </a:lnTo>
                  <a:cubicBezTo>
                    <a:pt x="16658" y="29393"/>
                    <a:pt x="16962" y="29211"/>
                    <a:pt x="17327" y="29211"/>
                  </a:cubicBezTo>
                  <a:close/>
                  <a:moveTo>
                    <a:pt x="23740" y="29211"/>
                  </a:moveTo>
                  <a:cubicBezTo>
                    <a:pt x="24074" y="29211"/>
                    <a:pt x="24409" y="29393"/>
                    <a:pt x="24561" y="29697"/>
                  </a:cubicBezTo>
                  <a:lnTo>
                    <a:pt x="21704" y="29697"/>
                  </a:lnTo>
                  <a:lnTo>
                    <a:pt x="21704" y="29211"/>
                  </a:lnTo>
                  <a:close/>
                  <a:moveTo>
                    <a:pt x="7995" y="1"/>
                  </a:moveTo>
                  <a:cubicBezTo>
                    <a:pt x="6870" y="1"/>
                    <a:pt x="5898" y="761"/>
                    <a:pt x="5594" y="1825"/>
                  </a:cubicBezTo>
                  <a:cubicBezTo>
                    <a:pt x="4560" y="2068"/>
                    <a:pt x="3679" y="2463"/>
                    <a:pt x="3010" y="3040"/>
                  </a:cubicBezTo>
                  <a:cubicBezTo>
                    <a:pt x="2828" y="3192"/>
                    <a:pt x="2797" y="3466"/>
                    <a:pt x="2949" y="3679"/>
                  </a:cubicBezTo>
                  <a:cubicBezTo>
                    <a:pt x="3032" y="3777"/>
                    <a:pt x="3150" y="3832"/>
                    <a:pt x="3274" y="3832"/>
                  </a:cubicBezTo>
                  <a:cubicBezTo>
                    <a:pt x="3380" y="3832"/>
                    <a:pt x="3490" y="3793"/>
                    <a:pt x="3588" y="3709"/>
                  </a:cubicBezTo>
                  <a:cubicBezTo>
                    <a:pt x="4560" y="2888"/>
                    <a:pt x="6050" y="2493"/>
                    <a:pt x="7995" y="2493"/>
                  </a:cubicBezTo>
                  <a:lnTo>
                    <a:pt x="8025" y="2493"/>
                  </a:lnTo>
                  <a:cubicBezTo>
                    <a:pt x="10396" y="2493"/>
                    <a:pt x="12068" y="3101"/>
                    <a:pt x="13010" y="4317"/>
                  </a:cubicBezTo>
                  <a:cubicBezTo>
                    <a:pt x="14044" y="5654"/>
                    <a:pt x="13922" y="7417"/>
                    <a:pt x="13831" y="8177"/>
                  </a:cubicBezTo>
                  <a:cubicBezTo>
                    <a:pt x="13071" y="8086"/>
                    <a:pt x="12311" y="7691"/>
                    <a:pt x="11582" y="7022"/>
                  </a:cubicBezTo>
                  <a:cubicBezTo>
                    <a:pt x="10943" y="6414"/>
                    <a:pt x="10579" y="5806"/>
                    <a:pt x="10579" y="5806"/>
                  </a:cubicBezTo>
                  <a:cubicBezTo>
                    <a:pt x="10518" y="5715"/>
                    <a:pt x="10396" y="5624"/>
                    <a:pt x="10275" y="5594"/>
                  </a:cubicBezTo>
                  <a:cubicBezTo>
                    <a:pt x="10244" y="5586"/>
                    <a:pt x="10214" y="5582"/>
                    <a:pt x="10184" y="5582"/>
                  </a:cubicBezTo>
                  <a:cubicBezTo>
                    <a:pt x="10092" y="5582"/>
                    <a:pt x="10001" y="5616"/>
                    <a:pt x="9910" y="5685"/>
                  </a:cubicBezTo>
                  <a:cubicBezTo>
                    <a:pt x="7387" y="7539"/>
                    <a:pt x="3436" y="8025"/>
                    <a:pt x="2189" y="8147"/>
                  </a:cubicBezTo>
                  <a:cubicBezTo>
                    <a:pt x="2098" y="7509"/>
                    <a:pt x="2007" y="6171"/>
                    <a:pt x="2585" y="4986"/>
                  </a:cubicBezTo>
                  <a:cubicBezTo>
                    <a:pt x="2706" y="4743"/>
                    <a:pt x="2615" y="4469"/>
                    <a:pt x="2402" y="4378"/>
                  </a:cubicBezTo>
                  <a:cubicBezTo>
                    <a:pt x="2330" y="4342"/>
                    <a:pt x="2257" y="4324"/>
                    <a:pt x="2188" y="4324"/>
                  </a:cubicBezTo>
                  <a:cubicBezTo>
                    <a:pt x="2025" y="4324"/>
                    <a:pt x="1880" y="4420"/>
                    <a:pt x="1794" y="4591"/>
                  </a:cubicBezTo>
                  <a:cubicBezTo>
                    <a:pt x="1095" y="5989"/>
                    <a:pt x="1186" y="7509"/>
                    <a:pt x="1308" y="8238"/>
                  </a:cubicBezTo>
                  <a:cubicBezTo>
                    <a:pt x="548" y="8481"/>
                    <a:pt x="1" y="9150"/>
                    <a:pt x="1" y="9971"/>
                  </a:cubicBezTo>
                  <a:cubicBezTo>
                    <a:pt x="1" y="10822"/>
                    <a:pt x="578" y="11521"/>
                    <a:pt x="1369" y="11734"/>
                  </a:cubicBezTo>
                  <a:cubicBezTo>
                    <a:pt x="1369" y="11977"/>
                    <a:pt x="1399" y="12189"/>
                    <a:pt x="1399" y="12433"/>
                  </a:cubicBezTo>
                  <a:cubicBezTo>
                    <a:pt x="1460" y="13861"/>
                    <a:pt x="2281" y="15047"/>
                    <a:pt x="3466" y="15685"/>
                  </a:cubicBezTo>
                  <a:cubicBezTo>
                    <a:pt x="2615" y="16566"/>
                    <a:pt x="1308" y="18664"/>
                    <a:pt x="1278" y="22858"/>
                  </a:cubicBezTo>
                  <a:cubicBezTo>
                    <a:pt x="1156" y="23223"/>
                    <a:pt x="791" y="24378"/>
                    <a:pt x="1399" y="24986"/>
                  </a:cubicBezTo>
                  <a:cubicBezTo>
                    <a:pt x="1673" y="25260"/>
                    <a:pt x="2129" y="25320"/>
                    <a:pt x="2524" y="25320"/>
                  </a:cubicBezTo>
                  <a:cubicBezTo>
                    <a:pt x="2767" y="25320"/>
                    <a:pt x="2980" y="25320"/>
                    <a:pt x="3162" y="25290"/>
                  </a:cubicBezTo>
                  <a:cubicBezTo>
                    <a:pt x="3253" y="26415"/>
                    <a:pt x="3436" y="27752"/>
                    <a:pt x="3861" y="28907"/>
                  </a:cubicBezTo>
                  <a:cubicBezTo>
                    <a:pt x="3892" y="28998"/>
                    <a:pt x="3952" y="29059"/>
                    <a:pt x="4013" y="29089"/>
                  </a:cubicBezTo>
                  <a:cubicBezTo>
                    <a:pt x="3800" y="29393"/>
                    <a:pt x="3679" y="29758"/>
                    <a:pt x="3679" y="30153"/>
                  </a:cubicBezTo>
                  <a:cubicBezTo>
                    <a:pt x="3679" y="30396"/>
                    <a:pt x="3892" y="30609"/>
                    <a:pt x="4135" y="30609"/>
                  </a:cubicBezTo>
                  <a:lnTo>
                    <a:pt x="11855" y="30609"/>
                  </a:lnTo>
                  <a:cubicBezTo>
                    <a:pt x="12098" y="30609"/>
                    <a:pt x="12311" y="30396"/>
                    <a:pt x="12311" y="30153"/>
                  </a:cubicBezTo>
                  <a:cubicBezTo>
                    <a:pt x="12311" y="29758"/>
                    <a:pt x="12190" y="29393"/>
                    <a:pt x="11977" y="29089"/>
                  </a:cubicBezTo>
                  <a:cubicBezTo>
                    <a:pt x="12038" y="29059"/>
                    <a:pt x="12068" y="28998"/>
                    <a:pt x="12098" y="28907"/>
                  </a:cubicBezTo>
                  <a:cubicBezTo>
                    <a:pt x="12554" y="27752"/>
                    <a:pt x="12737" y="26415"/>
                    <a:pt x="12798" y="25290"/>
                  </a:cubicBezTo>
                  <a:cubicBezTo>
                    <a:pt x="13010" y="25320"/>
                    <a:pt x="13223" y="25320"/>
                    <a:pt x="13466" y="25320"/>
                  </a:cubicBezTo>
                  <a:cubicBezTo>
                    <a:pt x="13740" y="25320"/>
                    <a:pt x="14013" y="25290"/>
                    <a:pt x="14257" y="25199"/>
                  </a:cubicBezTo>
                  <a:cubicBezTo>
                    <a:pt x="14469" y="25290"/>
                    <a:pt x="14743" y="25320"/>
                    <a:pt x="15047" y="25320"/>
                  </a:cubicBezTo>
                  <a:lnTo>
                    <a:pt x="15442" y="25320"/>
                  </a:lnTo>
                  <a:cubicBezTo>
                    <a:pt x="15533" y="25290"/>
                    <a:pt x="15624" y="25290"/>
                    <a:pt x="15716" y="25260"/>
                  </a:cubicBezTo>
                  <a:cubicBezTo>
                    <a:pt x="15776" y="26293"/>
                    <a:pt x="15928" y="27539"/>
                    <a:pt x="16293" y="28633"/>
                  </a:cubicBezTo>
                  <a:cubicBezTo>
                    <a:pt x="15807" y="28937"/>
                    <a:pt x="15503" y="29515"/>
                    <a:pt x="15503" y="30153"/>
                  </a:cubicBezTo>
                  <a:cubicBezTo>
                    <a:pt x="15503" y="30396"/>
                    <a:pt x="15685" y="30609"/>
                    <a:pt x="15928" y="30609"/>
                  </a:cubicBezTo>
                  <a:lnTo>
                    <a:pt x="19789" y="30609"/>
                  </a:lnTo>
                  <a:cubicBezTo>
                    <a:pt x="20032" y="30609"/>
                    <a:pt x="20245" y="30396"/>
                    <a:pt x="20245" y="30153"/>
                  </a:cubicBezTo>
                  <a:lnTo>
                    <a:pt x="20245" y="28755"/>
                  </a:lnTo>
                  <a:cubicBezTo>
                    <a:pt x="20245" y="28725"/>
                    <a:pt x="20245" y="28694"/>
                    <a:pt x="20245" y="28664"/>
                  </a:cubicBezTo>
                  <a:cubicBezTo>
                    <a:pt x="20062" y="27874"/>
                    <a:pt x="19849" y="25776"/>
                    <a:pt x="20518" y="24560"/>
                  </a:cubicBezTo>
                  <a:cubicBezTo>
                    <a:pt x="20700" y="24864"/>
                    <a:pt x="20822" y="25260"/>
                    <a:pt x="20913" y="25716"/>
                  </a:cubicBezTo>
                  <a:cubicBezTo>
                    <a:pt x="20941" y="25938"/>
                    <a:pt x="21147" y="26084"/>
                    <a:pt x="21368" y="26084"/>
                  </a:cubicBezTo>
                  <a:cubicBezTo>
                    <a:pt x="21389" y="26084"/>
                    <a:pt x="21409" y="26083"/>
                    <a:pt x="21430" y="26080"/>
                  </a:cubicBezTo>
                  <a:cubicBezTo>
                    <a:pt x="21673" y="26019"/>
                    <a:pt x="21825" y="25807"/>
                    <a:pt x="21795" y="25564"/>
                  </a:cubicBezTo>
                  <a:cubicBezTo>
                    <a:pt x="21643" y="24682"/>
                    <a:pt x="21339" y="23983"/>
                    <a:pt x="20852" y="23497"/>
                  </a:cubicBezTo>
                  <a:cubicBezTo>
                    <a:pt x="20761" y="23436"/>
                    <a:pt x="20640" y="23375"/>
                    <a:pt x="20518" y="23375"/>
                  </a:cubicBezTo>
                  <a:cubicBezTo>
                    <a:pt x="20396" y="23375"/>
                    <a:pt x="20305" y="23436"/>
                    <a:pt x="20214" y="23497"/>
                  </a:cubicBezTo>
                  <a:cubicBezTo>
                    <a:pt x="18937" y="24773"/>
                    <a:pt x="19120" y="27205"/>
                    <a:pt x="19272" y="28299"/>
                  </a:cubicBezTo>
                  <a:lnTo>
                    <a:pt x="17144" y="28299"/>
                  </a:lnTo>
                  <a:cubicBezTo>
                    <a:pt x="16384" y="26019"/>
                    <a:pt x="16627" y="22585"/>
                    <a:pt x="16658" y="22402"/>
                  </a:cubicBezTo>
                  <a:lnTo>
                    <a:pt x="24409" y="22402"/>
                  </a:lnTo>
                  <a:cubicBezTo>
                    <a:pt x="24439" y="22585"/>
                    <a:pt x="24682" y="26019"/>
                    <a:pt x="23922" y="28299"/>
                  </a:cubicBezTo>
                  <a:lnTo>
                    <a:pt x="21795" y="28299"/>
                  </a:lnTo>
                  <a:cubicBezTo>
                    <a:pt x="21825" y="28086"/>
                    <a:pt x="21855" y="27782"/>
                    <a:pt x="21886" y="27448"/>
                  </a:cubicBezTo>
                  <a:cubicBezTo>
                    <a:pt x="21886" y="27205"/>
                    <a:pt x="21704" y="26992"/>
                    <a:pt x="21460" y="26992"/>
                  </a:cubicBezTo>
                  <a:cubicBezTo>
                    <a:pt x="21442" y="26990"/>
                    <a:pt x="21425" y="26989"/>
                    <a:pt x="21407" y="26989"/>
                  </a:cubicBezTo>
                  <a:cubicBezTo>
                    <a:pt x="21187" y="26989"/>
                    <a:pt x="21002" y="27162"/>
                    <a:pt x="20974" y="27387"/>
                  </a:cubicBezTo>
                  <a:cubicBezTo>
                    <a:pt x="20944" y="28117"/>
                    <a:pt x="20822" y="28664"/>
                    <a:pt x="20822" y="28664"/>
                  </a:cubicBezTo>
                  <a:cubicBezTo>
                    <a:pt x="20822" y="28694"/>
                    <a:pt x="20822" y="28725"/>
                    <a:pt x="20822" y="28755"/>
                  </a:cubicBezTo>
                  <a:lnTo>
                    <a:pt x="20822" y="30153"/>
                  </a:lnTo>
                  <a:cubicBezTo>
                    <a:pt x="20822" y="30396"/>
                    <a:pt x="21004" y="30609"/>
                    <a:pt x="21248" y="30609"/>
                  </a:cubicBezTo>
                  <a:lnTo>
                    <a:pt x="25108" y="30609"/>
                  </a:lnTo>
                  <a:cubicBezTo>
                    <a:pt x="25381" y="30609"/>
                    <a:pt x="25564" y="30396"/>
                    <a:pt x="25564" y="30153"/>
                  </a:cubicBezTo>
                  <a:cubicBezTo>
                    <a:pt x="25564" y="29515"/>
                    <a:pt x="25260" y="28937"/>
                    <a:pt x="24743" y="28633"/>
                  </a:cubicBezTo>
                  <a:cubicBezTo>
                    <a:pt x="25138" y="27539"/>
                    <a:pt x="25290" y="26323"/>
                    <a:pt x="25351" y="25290"/>
                  </a:cubicBezTo>
                  <a:cubicBezTo>
                    <a:pt x="25533" y="25320"/>
                    <a:pt x="25777" y="25320"/>
                    <a:pt x="25989" y="25320"/>
                  </a:cubicBezTo>
                  <a:cubicBezTo>
                    <a:pt x="26415" y="25320"/>
                    <a:pt x="26840" y="25260"/>
                    <a:pt x="27114" y="24986"/>
                  </a:cubicBezTo>
                  <a:cubicBezTo>
                    <a:pt x="27722" y="24378"/>
                    <a:pt x="27387" y="23223"/>
                    <a:pt x="27236" y="22858"/>
                  </a:cubicBezTo>
                  <a:cubicBezTo>
                    <a:pt x="27236" y="18785"/>
                    <a:pt x="25959" y="16688"/>
                    <a:pt x="25138" y="15776"/>
                  </a:cubicBezTo>
                  <a:cubicBezTo>
                    <a:pt x="26506" y="15138"/>
                    <a:pt x="27479" y="13800"/>
                    <a:pt x="27539" y="12220"/>
                  </a:cubicBezTo>
                  <a:cubicBezTo>
                    <a:pt x="27570" y="11946"/>
                    <a:pt x="27570" y="11673"/>
                    <a:pt x="27570" y="11399"/>
                  </a:cubicBezTo>
                  <a:cubicBezTo>
                    <a:pt x="28421" y="11217"/>
                    <a:pt x="29059" y="10457"/>
                    <a:pt x="29059" y="9575"/>
                  </a:cubicBezTo>
                  <a:cubicBezTo>
                    <a:pt x="29059" y="8664"/>
                    <a:pt x="28421" y="7904"/>
                    <a:pt x="27539" y="7721"/>
                  </a:cubicBezTo>
                  <a:cubicBezTo>
                    <a:pt x="27539" y="7569"/>
                    <a:pt x="27539" y="7417"/>
                    <a:pt x="27509" y="7265"/>
                  </a:cubicBezTo>
                  <a:cubicBezTo>
                    <a:pt x="27904" y="6506"/>
                    <a:pt x="27965" y="4864"/>
                    <a:pt x="27448" y="3557"/>
                  </a:cubicBezTo>
                  <a:cubicBezTo>
                    <a:pt x="27144" y="2767"/>
                    <a:pt x="26628" y="2189"/>
                    <a:pt x="26020" y="1916"/>
                  </a:cubicBezTo>
                  <a:cubicBezTo>
                    <a:pt x="24773" y="700"/>
                    <a:pt x="22798" y="1"/>
                    <a:pt x="20518" y="1"/>
                  </a:cubicBezTo>
                  <a:cubicBezTo>
                    <a:pt x="18269" y="1"/>
                    <a:pt x="16263" y="700"/>
                    <a:pt x="15047" y="1916"/>
                  </a:cubicBezTo>
                  <a:cubicBezTo>
                    <a:pt x="14409" y="2189"/>
                    <a:pt x="13892" y="2767"/>
                    <a:pt x="13588" y="3618"/>
                  </a:cubicBezTo>
                  <a:cubicBezTo>
                    <a:pt x="12858" y="2736"/>
                    <a:pt x="11795" y="2129"/>
                    <a:pt x="10427" y="1825"/>
                  </a:cubicBezTo>
                  <a:cubicBezTo>
                    <a:pt x="10123" y="761"/>
                    <a:pt x="9150" y="1"/>
                    <a:pt x="79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89;p29">
              <a:extLst>
                <a:ext uri="{FF2B5EF4-FFF2-40B4-BE49-F238E27FC236}">
                  <a16:creationId xmlns:a16="http://schemas.microsoft.com/office/drawing/2014/main" id="{7AB7E7E8-53B6-E795-244E-9B0811A8F626}"/>
                </a:ext>
              </a:extLst>
            </p:cNvPr>
            <p:cNvSpPr/>
            <p:nvPr/>
          </p:nvSpPr>
          <p:spPr>
            <a:xfrm>
              <a:off x="4658414" y="2433770"/>
              <a:ext cx="65214" cy="98562"/>
            </a:xfrm>
            <a:custGeom>
              <a:avLst/>
              <a:gdLst/>
              <a:ahLst/>
              <a:cxnLst/>
              <a:rect l="l" t="t" r="r" b="b"/>
              <a:pathLst>
                <a:path w="1187" h="1794" extrusionOk="0">
                  <a:moveTo>
                    <a:pt x="578" y="0"/>
                  </a:moveTo>
                  <a:cubicBezTo>
                    <a:pt x="244" y="0"/>
                    <a:pt x="1" y="395"/>
                    <a:pt x="1" y="882"/>
                  </a:cubicBezTo>
                  <a:cubicBezTo>
                    <a:pt x="1" y="1368"/>
                    <a:pt x="244" y="1794"/>
                    <a:pt x="578" y="1794"/>
                  </a:cubicBezTo>
                  <a:cubicBezTo>
                    <a:pt x="912" y="1794"/>
                    <a:pt x="1186" y="1368"/>
                    <a:pt x="1186" y="882"/>
                  </a:cubicBezTo>
                  <a:cubicBezTo>
                    <a:pt x="1186" y="395"/>
                    <a:pt x="912" y="0"/>
                    <a:pt x="5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90;p29">
              <a:extLst>
                <a:ext uri="{FF2B5EF4-FFF2-40B4-BE49-F238E27FC236}">
                  <a16:creationId xmlns:a16="http://schemas.microsoft.com/office/drawing/2014/main" id="{F88779C0-D9E7-DE03-8495-6947DD30C08D}"/>
                </a:ext>
              </a:extLst>
            </p:cNvPr>
            <p:cNvSpPr/>
            <p:nvPr/>
          </p:nvSpPr>
          <p:spPr>
            <a:xfrm>
              <a:off x="4995767" y="2433770"/>
              <a:ext cx="65159" cy="98562"/>
            </a:xfrm>
            <a:custGeom>
              <a:avLst/>
              <a:gdLst/>
              <a:ahLst/>
              <a:cxnLst/>
              <a:rect l="l" t="t" r="r" b="b"/>
              <a:pathLst>
                <a:path w="1186" h="1794" extrusionOk="0">
                  <a:moveTo>
                    <a:pt x="578" y="0"/>
                  </a:moveTo>
                  <a:cubicBezTo>
                    <a:pt x="274" y="0"/>
                    <a:pt x="1" y="395"/>
                    <a:pt x="1" y="882"/>
                  </a:cubicBezTo>
                  <a:cubicBezTo>
                    <a:pt x="1" y="1368"/>
                    <a:pt x="274" y="1794"/>
                    <a:pt x="578" y="1794"/>
                  </a:cubicBezTo>
                  <a:cubicBezTo>
                    <a:pt x="912" y="1794"/>
                    <a:pt x="1186" y="1368"/>
                    <a:pt x="1186" y="882"/>
                  </a:cubicBezTo>
                  <a:cubicBezTo>
                    <a:pt x="1186" y="395"/>
                    <a:pt x="912" y="0"/>
                    <a:pt x="5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91;p29">
              <a:extLst>
                <a:ext uri="{FF2B5EF4-FFF2-40B4-BE49-F238E27FC236}">
                  <a16:creationId xmlns:a16="http://schemas.microsoft.com/office/drawing/2014/main" id="{CB5E77DB-4E87-1966-B79E-CE423484440E}"/>
                </a:ext>
              </a:extLst>
            </p:cNvPr>
            <p:cNvSpPr/>
            <p:nvPr/>
          </p:nvSpPr>
          <p:spPr>
            <a:xfrm>
              <a:off x="4756928" y="2622225"/>
              <a:ext cx="205476" cy="95486"/>
            </a:xfrm>
            <a:custGeom>
              <a:avLst/>
              <a:gdLst/>
              <a:ahLst/>
              <a:cxnLst/>
              <a:rect l="l" t="t" r="r" b="b"/>
              <a:pathLst>
                <a:path w="3740" h="1738" extrusionOk="0">
                  <a:moveTo>
                    <a:pt x="510" y="0"/>
                  </a:moveTo>
                  <a:cubicBezTo>
                    <a:pt x="451" y="0"/>
                    <a:pt x="391" y="12"/>
                    <a:pt x="335" y="35"/>
                  </a:cubicBezTo>
                  <a:cubicBezTo>
                    <a:pt x="92" y="157"/>
                    <a:pt x="1" y="430"/>
                    <a:pt x="123" y="643"/>
                  </a:cubicBezTo>
                  <a:cubicBezTo>
                    <a:pt x="426" y="1312"/>
                    <a:pt x="1126" y="1738"/>
                    <a:pt x="1855" y="1738"/>
                  </a:cubicBezTo>
                  <a:cubicBezTo>
                    <a:pt x="2615" y="1738"/>
                    <a:pt x="3314" y="1312"/>
                    <a:pt x="3618" y="643"/>
                  </a:cubicBezTo>
                  <a:cubicBezTo>
                    <a:pt x="3740" y="430"/>
                    <a:pt x="3618" y="157"/>
                    <a:pt x="3405" y="35"/>
                  </a:cubicBezTo>
                  <a:cubicBezTo>
                    <a:pt x="3350" y="12"/>
                    <a:pt x="3290" y="0"/>
                    <a:pt x="3230" y="0"/>
                  </a:cubicBezTo>
                  <a:cubicBezTo>
                    <a:pt x="3060" y="0"/>
                    <a:pt x="2887" y="91"/>
                    <a:pt x="2797" y="248"/>
                  </a:cubicBezTo>
                  <a:cubicBezTo>
                    <a:pt x="2645" y="613"/>
                    <a:pt x="2281" y="856"/>
                    <a:pt x="1855" y="856"/>
                  </a:cubicBezTo>
                  <a:cubicBezTo>
                    <a:pt x="1460" y="856"/>
                    <a:pt x="1095" y="613"/>
                    <a:pt x="913" y="248"/>
                  </a:cubicBezTo>
                  <a:cubicBezTo>
                    <a:pt x="845" y="91"/>
                    <a:pt x="679" y="0"/>
                    <a:pt x="5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92;p29">
              <a:extLst>
                <a:ext uri="{FF2B5EF4-FFF2-40B4-BE49-F238E27FC236}">
                  <a16:creationId xmlns:a16="http://schemas.microsoft.com/office/drawing/2014/main" id="{1024D42A-ABA1-473A-0109-1C54DB0E2D87}"/>
                </a:ext>
              </a:extLst>
            </p:cNvPr>
            <p:cNvSpPr/>
            <p:nvPr/>
          </p:nvSpPr>
          <p:spPr>
            <a:xfrm>
              <a:off x="4073926" y="2613874"/>
              <a:ext cx="193718" cy="93838"/>
            </a:xfrm>
            <a:custGeom>
              <a:avLst/>
              <a:gdLst/>
              <a:ahLst/>
              <a:cxnLst/>
              <a:rect l="l" t="t" r="r" b="b"/>
              <a:pathLst>
                <a:path w="3526" h="1708" extrusionOk="0">
                  <a:moveTo>
                    <a:pt x="493" y="0"/>
                  </a:moveTo>
                  <a:cubicBezTo>
                    <a:pt x="431" y="0"/>
                    <a:pt x="368" y="12"/>
                    <a:pt x="304" y="35"/>
                  </a:cubicBezTo>
                  <a:cubicBezTo>
                    <a:pt x="91" y="157"/>
                    <a:pt x="0" y="431"/>
                    <a:pt x="91" y="643"/>
                  </a:cubicBezTo>
                  <a:cubicBezTo>
                    <a:pt x="395" y="1282"/>
                    <a:pt x="1064" y="1707"/>
                    <a:pt x="1763" y="1707"/>
                  </a:cubicBezTo>
                  <a:cubicBezTo>
                    <a:pt x="2462" y="1707"/>
                    <a:pt x="3131" y="1282"/>
                    <a:pt x="3435" y="643"/>
                  </a:cubicBezTo>
                  <a:cubicBezTo>
                    <a:pt x="3526" y="431"/>
                    <a:pt x="3435" y="157"/>
                    <a:pt x="3222" y="35"/>
                  </a:cubicBezTo>
                  <a:cubicBezTo>
                    <a:pt x="3158" y="12"/>
                    <a:pt x="3095" y="0"/>
                    <a:pt x="3034" y="0"/>
                  </a:cubicBezTo>
                  <a:cubicBezTo>
                    <a:pt x="2860" y="0"/>
                    <a:pt x="2704" y="91"/>
                    <a:pt x="2614" y="248"/>
                  </a:cubicBezTo>
                  <a:cubicBezTo>
                    <a:pt x="2462" y="582"/>
                    <a:pt x="2128" y="795"/>
                    <a:pt x="1763" y="795"/>
                  </a:cubicBezTo>
                  <a:cubicBezTo>
                    <a:pt x="1398" y="795"/>
                    <a:pt x="1064" y="582"/>
                    <a:pt x="912" y="248"/>
                  </a:cubicBezTo>
                  <a:cubicBezTo>
                    <a:pt x="822" y="91"/>
                    <a:pt x="666" y="0"/>
                    <a:pt x="4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93;p29">
              <a:extLst>
                <a:ext uri="{FF2B5EF4-FFF2-40B4-BE49-F238E27FC236}">
                  <a16:creationId xmlns:a16="http://schemas.microsoft.com/office/drawing/2014/main" id="{0C63BC5D-5450-15E8-BAC5-7F5ADE943A3A}"/>
                </a:ext>
              </a:extLst>
            </p:cNvPr>
            <p:cNvSpPr/>
            <p:nvPr/>
          </p:nvSpPr>
          <p:spPr>
            <a:xfrm>
              <a:off x="4297711" y="2477175"/>
              <a:ext cx="61807" cy="91915"/>
            </a:xfrm>
            <a:custGeom>
              <a:avLst/>
              <a:gdLst/>
              <a:ahLst/>
              <a:cxnLst/>
              <a:rect l="l" t="t" r="r" b="b"/>
              <a:pathLst>
                <a:path w="1125" h="1673" extrusionOk="0">
                  <a:moveTo>
                    <a:pt x="547" y="1"/>
                  </a:moveTo>
                  <a:cubicBezTo>
                    <a:pt x="243" y="1"/>
                    <a:pt x="0" y="365"/>
                    <a:pt x="0" y="821"/>
                  </a:cubicBezTo>
                  <a:cubicBezTo>
                    <a:pt x="0" y="1308"/>
                    <a:pt x="243" y="1672"/>
                    <a:pt x="547" y="1672"/>
                  </a:cubicBezTo>
                  <a:cubicBezTo>
                    <a:pt x="882" y="1672"/>
                    <a:pt x="1125" y="1308"/>
                    <a:pt x="1125" y="821"/>
                  </a:cubicBezTo>
                  <a:cubicBezTo>
                    <a:pt x="1125" y="365"/>
                    <a:pt x="882" y="1"/>
                    <a:pt x="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94;p29">
              <a:extLst>
                <a:ext uri="{FF2B5EF4-FFF2-40B4-BE49-F238E27FC236}">
                  <a16:creationId xmlns:a16="http://schemas.microsoft.com/office/drawing/2014/main" id="{2DE78B08-1BDE-308D-5644-B0B2A2967889}"/>
                </a:ext>
              </a:extLst>
            </p:cNvPr>
            <p:cNvSpPr/>
            <p:nvPr/>
          </p:nvSpPr>
          <p:spPr>
            <a:xfrm>
              <a:off x="4249251" y="3290499"/>
              <a:ext cx="131966" cy="50160"/>
            </a:xfrm>
            <a:custGeom>
              <a:avLst/>
              <a:gdLst/>
              <a:ahLst/>
              <a:cxnLst/>
              <a:rect l="l" t="t" r="r" b="b"/>
              <a:pathLst>
                <a:path w="2402" h="913" extrusionOk="0">
                  <a:moveTo>
                    <a:pt x="457" y="0"/>
                  </a:moveTo>
                  <a:cubicBezTo>
                    <a:pt x="213" y="0"/>
                    <a:pt x="1" y="213"/>
                    <a:pt x="1" y="456"/>
                  </a:cubicBezTo>
                  <a:cubicBezTo>
                    <a:pt x="1" y="699"/>
                    <a:pt x="213" y="912"/>
                    <a:pt x="457" y="912"/>
                  </a:cubicBezTo>
                  <a:lnTo>
                    <a:pt x="1946" y="912"/>
                  </a:lnTo>
                  <a:cubicBezTo>
                    <a:pt x="2189" y="912"/>
                    <a:pt x="2402" y="699"/>
                    <a:pt x="2402" y="456"/>
                  </a:cubicBezTo>
                  <a:cubicBezTo>
                    <a:pt x="2402" y="213"/>
                    <a:pt x="2189" y="0"/>
                    <a:pt x="19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95;p29">
              <a:extLst>
                <a:ext uri="{FF2B5EF4-FFF2-40B4-BE49-F238E27FC236}">
                  <a16:creationId xmlns:a16="http://schemas.microsoft.com/office/drawing/2014/main" id="{702680C4-F0A7-D87E-E064-6C9D84EC695E}"/>
                </a:ext>
              </a:extLst>
            </p:cNvPr>
            <p:cNvSpPr/>
            <p:nvPr/>
          </p:nvSpPr>
          <p:spPr>
            <a:xfrm>
              <a:off x="3960358" y="3290499"/>
              <a:ext cx="131966" cy="50160"/>
            </a:xfrm>
            <a:custGeom>
              <a:avLst/>
              <a:gdLst/>
              <a:ahLst/>
              <a:cxnLst/>
              <a:rect l="l" t="t" r="r" b="b"/>
              <a:pathLst>
                <a:path w="2402" h="913" extrusionOk="0">
                  <a:moveTo>
                    <a:pt x="456" y="0"/>
                  </a:moveTo>
                  <a:cubicBezTo>
                    <a:pt x="213" y="0"/>
                    <a:pt x="0" y="213"/>
                    <a:pt x="0" y="456"/>
                  </a:cubicBezTo>
                  <a:cubicBezTo>
                    <a:pt x="0" y="699"/>
                    <a:pt x="213" y="912"/>
                    <a:pt x="456" y="912"/>
                  </a:cubicBezTo>
                  <a:lnTo>
                    <a:pt x="1946" y="912"/>
                  </a:lnTo>
                  <a:cubicBezTo>
                    <a:pt x="2189" y="912"/>
                    <a:pt x="2401" y="699"/>
                    <a:pt x="2401" y="456"/>
                  </a:cubicBezTo>
                  <a:cubicBezTo>
                    <a:pt x="2401" y="213"/>
                    <a:pt x="2189" y="0"/>
                    <a:pt x="19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49681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E985E-ACE1-B34D-28B7-027A73169343}"/>
              </a:ext>
            </a:extLst>
          </p:cNvPr>
          <p:cNvSpPr>
            <a:spLocks noGrp="1"/>
          </p:cNvSpPr>
          <p:nvPr>
            <p:ph type="title"/>
          </p:nvPr>
        </p:nvSpPr>
        <p:spPr>
          <a:xfrm>
            <a:off x="311700" y="362719"/>
            <a:ext cx="5553319" cy="755700"/>
          </a:xfrm>
        </p:spPr>
        <p:txBody>
          <a:bodyPr/>
          <a:lstStyle/>
          <a:p>
            <a:r>
              <a:rPr lang="en-IN" b="1" dirty="0">
                <a:latin typeface="Times New Roman" panose="02020603050405020304" pitchFamily="18" charset="0"/>
                <a:cs typeface="Times New Roman" panose="02020603050405020304" pitchFamily="18" charset="0"/>
              </a:rPr>
              <a:t>Hospital - Functionalities</a:t>
            </a:r>
          </a:p>
        </p:txBody>
      </p:sp>
      <p:sp>
        <p:nvSpPr>
          <p:cNvPr id="3" name="Text Placeholder 2">
            <a:extLst>
              <a:ext uri="{FF2B5EF4-FFF2-40B4-BE49-F238E27FC236}">
                <a16:creationId xmlns:a16="http://schemas.microsoft.com/office/drawing/2014/main" id="{3CC4350A-E958-413F-B21E-E69BE0C37C61}"/>
              </a:ext>
            </a:extLst>
          </p:cNvPr>
          <p:cNvSpPr>
            <a:spLocks noGrp="1"/>
          </p:cNvSpPr>
          <p:nvPr>
            <p:ph type="body" idx="1"/>
          </p:nvPr>
        </p:nvSpPr>
        <p:spPr>
          <a:xfrm>
            <a:off x="470836" y="1914836"/>
            <a:ext cx="3553069" cy="3179400"/>
          </a:xfrm>
        </p:spPr>
        <p:txBody>
          <a:bodyPr/>
          <a:lstStyle/>
          <a:p>
            <a:r>
              <a:rPr lang="en-IN" sz="1400" dirty="0">
                <a:latin typeface="Times New Roman" panose="02020603050405020304" pitchFamily="18" charset="0"/>
                <a:cs typeface="Times New Roman" panose="02020603050405020304" pitchFamily="18" charset="0"/>
              </a:rPr>
              <a:t>Login</a:t>
            </a:r>
          </a:p>
          <a:p>
            <a:r>
              <a:rPr lang="en-IN" sz="1400" dirty="0">
                <a:latin typeface="Times New Roman" panose="02020603050405020304" pitchFamily="18" charset="0"/>
                <a:cs typeface="Times New Roman" panose="02020603050405020304" pitchFamily="18" charset="0"/>
              </a:rPr>
              <a:t>Check appointments</a:t>
            </a:r>
          </a:p>
          <a:p>
            <a:r>
              <a:rPr lang="en-IN" sz="1400" dirty="0">
                <a:latin typeface="Times New Roman" panose="02020603050405020304" pitchFamily="18" charset="0"/>
                <a:cs typeface="Times New Roman" panose="02020603050405020304" pitchFamily="18" charset="0"/>
              </a:rPr>
              <a:t>Update status (accept/reject)</a:t>
            </a:r>
          </a:p>
          <a:p>
            <a:endParaRPr lang="en-IN" sz="1400" dirty="0">
              <a:latin typeface="Times New Roman" panose="02020603050405020304" pitchFamily="18" charset="0"/>
              <a:cs typeface="Times New Roman" panose="02020603050405020304" pitchFamily="18" charset="0"/>
            </a:endParaRPr>
          </a:p>
        </p:txBody>
      </p:sp>
      <p:sp>
        <p:nvSpPr>
          <p:cNvPr id="21" name="Google Shape;1243;p25">
            <a:extLst>
              <a:ext uri="{FF2B5EF4-FFF2-40B4-BE49-F238E27FC236}">
                <a16:creationId xmlns:a16="http://schemas.microsoft.com/office/drawing/2014/main" id="{EC0AAF69-BE49-C214-6A51-0FA17FA2F036}"/>
              </a:ext>
            </a:extLst>
          </p:cNvPr>
          <p:cNvSpPr/>
          <p:nvPr/>
        </p:nvSpPr>
        <p:spPr>
          <a:xfrm>
            <a:off x="4787145" y="1304090"/>
            <a:ext cx="3686176" cy="3350419"/>
          </a:xfrm>
          <a:prstGeom prst="roundRect">
            <a:avLst>
              <a:gd name="adj" fmla="val 16667"/>
            </a:avLst>
          </a:prstGeom>
          <a:solidFill>
            <a:srgbClr val="7400B8">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2" name="Google Shape;1245;p25">
            <a:extLst>
              <a:ext uri="{FF2B5EF4-FFF2-40B4-BE49-F238E27FC236}">
                <a16:creationId xmlns:a16="http://schemas.microsoft.com/office/drawing/2014/main" id="{367A5039-A28F-0830-9E64-AB65B3A64D79}"/>
              </a:ext>
            </a:extLst>
          </p:cNvPr>
          <p:cNvGrpSpPr/>
          <p:nvPr/>
        </p:nvGrpSpPr>
        <p:grpSpPr>
          <a:xfrm>
            <a:off x="5992465" y="1638598"/>
            <a:ext cx="1275535" cy="2681401"/>
            <a:chOff x="3783836" y="1574221"/>
            <a:chExt cx="1275535" cy="2681401"/>
          </a:xfrm>
        </p:grpSpPr>
        <p:sp>
          <p:nvSpPr>
            <p:cNvPr id="23" name="Google Shape;1246;p25">
              <a:extLst>
                <a:ext uri="{FF2B5EF4-FFF2-40B4-BE49-F238E27FC236}">
                  <a16:creationId xmlns:a16="http://schemas.microsoft.com/office/drawing/2014/main" id="{1183BF9D-2213-B27A-8F2B-FAE3EB53372A}"/>
                </a:ext>
              </a:extLst>
            </p:cNvPr>
            <p:cNvSpPr/>
            <p:nvPr/>
          </p:nvSpPr>
          <p:spPr>
            <a:xfrm>
              <a:off x="3867372" y="3031424"/>
              <a:ext cx="141404" cy="38583"/>
            </a:xfrm>
            <a:custGeom>
              <a:avLst/>
              <a:gdLst/>
              <a:ahLst/>
              <a:cxnLst/>
              <a:rect l="l" t="t" r="r" b="b"/>
              <a:pathLst>
                <a:path w="2342" h="639" extrusionOk="0">
                  <a:moveTo>
                    <a:pt x="1" y="1"/>
                  </a:moveTo>
                  <a:lnTo>
                    <a:pt x="1" y="639"/>
                  </a:lnTo>
                  <a:lnTo>
                    <a:pt x="2341" y="639"/>
                  </a:lnTo>
                  <a:lnTo>
                    <a:pt x="2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247;p25">
              <a:extLst>
                <a:ext uri="{FF2B5EF4-FFF2-40B4-BE49-F238E27FC236}">
                  <a16:creationId xmlns:a16="http://schemas.microsoft.com/office/drawing/2014/main" id="{39DC1DEB-D036-127C-9523-DFB009851400}"/>
                </a:ext>
              </a:extLst>
            </p:cNvPr>
            <p:cNvGrpSpPr/>
            <p:nvPr/>
          </p:nvGrpSpPr>
          <p:grpSpPr>
            <a:xfrm>
              <a:off x="3783836" y="1574221"/>
              <a:ext cx="1275535" cy="2681401"/>
              <a:chOff x="3783836" y="1574221"/>
              <a:chExt cx="1275535" cy="2681401"/>
            </a:xfrm>
          </p:grpSpPr>
          <p:sp>
            <p:nvSpPr>
              <p:cNvPr id="26" name="Google Shape;1248;p25">
                <a:extLst>
                  <a:ext uri="{FF2B5EF4-FFF2-40B4-BE49-F238E27FC236}">
                    <a16:creationId xmlns:a16="http://schemas.microsoft.com/office/drawing/2014/main" id="{408C295C-AF21-0D58-3972-C438BC471B49}"/>
                  </a:ext>
                </a:extLst>
              </p:cNvPr>
              <p:cNvSpPr/>
              <p:nvPr/>
            </p:nvSpPr>
            <p:spPr>
              <a:xfrm>
                <a:off x="4110550" y="4207862"/>
                <a:ext cx="247789" cy="42266"/>
              </a:xfrm>
              <a:custGeom>
                <a:avLst/>
                <a:gdLst/>
                <a:ahLst/>
                <a:cxnLst/>
                <a:rect l="l" t="t" r="r" b="b"/>
                <a:pathLst>
                  <a:path w="4104" h="700" extrusionOk="0">
                    <a:moveTo>
                      <a:pt x="0" y="0"/>
                    </a:moveTo>
                    <a:lnTo>
                      <a:pt x="0" y="699"/>
                    </a:lnTo>
                    <a:lnTo>
                      <a:pt x="4104" y="699"/>
                    </a:lnTo>
                    <a:lnTo>
                      <a:pt x="410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49;p25">
                <a:extLst>
                  <a:ext uri="{FF2B5EF4-FFF2-40B4-BE49-F238E27FC236}">
                    <a16:creationId xmlns:a16="http://schemas.microsoft.com/office/drawing/2014/main" id="{5966DEDF-7787-8072-9698-F0D4790BEDF6}"/>
                  </a:ext>
                </a:extLst>
              </p:cNvPr>
              <p:cNvSpPr/>
              <p:nvPr/>
            </p:nvSpPr>
            <p:spPr>
              <a:xfrm>
                <a:off x="4104995" y="4204178"/>
                <a:ext cx="257027" cy="51444"/>
              </a:xfrm>
              <a:custGeom>
                <a:avLst/>
                <a:gdLst/>
                <a:ahLst/>
                <a:cxnLst/>
                <a:rect l="l" t="t" r="r" b="b"/>
                <a:pathLst>
                  <a:path w="4257" h="852" extrusionOk="0">
                    <a:moveTo>
                      <a:pt x="4104" y="152"/>
                    </a:moveTo>
                    <a:lnTo>
                      <a:pt x="4104" y="700"/>
                    </a:lnTo>
                    <a:lnTo>
                      <a:pt x="153" y="700"/>
                    </a:lnTo>
                    <a:lnTo>
                      <a:pt x="153" y="152"/>
                    </a:lnTo>
                    <a:close/>
                    <a:moveTo>
                      <a:pt x="92" y="0"/>
                    </a:moveTo>
                    <a:cubicBezTo>
                      <a:pt x="31" y="0"/>
                      <a:pt x="1" y="31"/>
                      <a:pt x="1" y="61"/>
                    </a:cubicBezTo>
                    <a:lnTo>
                      <a:pt x="1" y="760"/>
                    </a:lnTo>
                    <a:cubicBezTo>
                      <a:pt x="1" y="821"/>
                      <a:pt x="31" y="852"/>
                      <a:pt x="92" y="852"/>
                    </a:cubicBezTo>
                    <a:lnTo>
                      <a:pt x="4196" y="852"/>
                    </a:lnTo>
                    <a:cubicBezTo>
                      <a:pt x="4226" y="852"/>
                      <a:pt x="4256" y="821"/>
                      <a:pt x="4256" y="760"/>
                    </a:cubicBezTo>
                    <a:lnTo>
                      <a:pt x="4256" y="61"/>
                    </a:lnTo>
                    <a:cubicBezTo>
                      <a:pt x="4256" y="31"/>
                      <a:pt x="4226" y="0"/>
                      <a:pt x="41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50;p25">
                <a:extLst>
                  <a:ext uri="{FF2B5EF4-FFF2-40B4-BE49-F238E27FC236}">
                    <a16:creationId xmlns:a16="http://schemas.microsoft.com/office/drawing/2014/main" id="{4A352162-A5C1-0565-D2B8-68BDF873F28B}"/>
                  </a:ext>
                </a:extLst>
              </p:cNvPr>
              <p:cNvSpPr/>
              <p:nvPr/>
            </p:nvSpPr>
            <p:spPr>
              <a:xfrm>
                <a:off x="4484904" y="4207862"/>
                <a:ext cx="247850" cy="42266"/>
              </a:xfrm>
              <a:custGeom>
                <a:avLst/>
                <a:gdLst/>
                <a:ahLst/>
                <a:cxnLst/>
                <a:rect l="l" t="t" r="r" b="b"/>
                <a:pathLst>
                  <a:path w="4105" h="700" extrusionOk="0">
                    <a:moveTo>
                      <a:pt x="1" y="0"/>
                    </a:moveTo>
                    <a:lnTo>
                      <a:pt x="1" y="699"/>
                    </a:lnTo>
                    <a:lnTo>
                      <a:pt x="4104" y="699"/>
                    </a:lnTo>
                    <a:lnTo>
                      <a:pt x="410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51;p25">
                <a:extLst>
                  <a:ext uri="{FF2B5EF4-FFF2-40B4-BE49-F238E27FC236}">
                    <a16:creationId xmlns:a16="http://schemas.microsoft.com/office/drawing/2014/main" id="{D3997416-E41A-DADA-3396-3093E3720C8C}"/>
                  </a:ext>
                </a:extLst>
              </p:cNvPr>
              <p:cNvSpPr/>
              <p:nvPr/>
            </p:nvSpPr>
            <p:spPr>
              <a:xfrm>
                <a:off x="4479409" y="4204178"/>
                <a:ext cx="257027" cy="51444"/>
              </a:xfrm>
              <a:custGeom>
                <a:avLst/>
                <a:gdLst/>
                <a:ahLst/>
                <a:cxnLst/>
                <a:rect l="l" t="t" r="r" b="b"/>
                <a:pathLst>
                  <a:path w="4257" h="852" extrusionOk="0">
                    <a:moveTo>
                      <a:pt x="4104" y="152"/>
                    </a:moveTo>
                    <a:lnTo>
                      <a:pt x="4104" y="700"/>
                    </a:lnTo>
                    <a:lnTo>
                      <a:pt x="153" y="700"/>
                    </a:lnTo>
                    <a:lnTo>
                      <a:pt x="153" y="152"/>
                    </a:lnTo>
                    <a:close/>
                    <a:moveTo>
                      <a:pt x="92" y="0"/>
                    </a:moveTo>
                    <a:cubicBezTo>
                      <a:pt x="31" y="0"/>
                      <a:pt x="1" y="31"/>
                      <a:pt x="1" y="61"/>
                    </a:cubicBezTo>
                    <a:lnTo>
                      <a:pt x="1" y="760"/>
                    </a:lnTo>
                    <a:cubicBezTo>
                      <a:pt x="1" y="821"/>
                      <a:pt x="31" y="852"/>
                      <a:pt x="92" y="852"/>
                    </a:cubicBezTo>
                    <a:lnTo>
                      <a:pt x="4195" y="852"/>
                    </a:lnTo>
                    <a:cubicBezTo>
                      <a:pt x="4226" y="852"/>
                      <a:pt x="4256" y="821"/>
                      <a:pt x="4256" y="760"/>
                    </a:cubicBezTo>
                    <a:lnTo>
                      <a:pt x="4256" y="61"/>
                    </a:lnTo>
                    <a:cubicBezTo>
                      <a:pt x="4256" y="31"/>
                      <a:pt x="4226" y="0"/>
                      <a:pt x="41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1252;p25">
                <a:extLst>
                  <a:ext uri="{FF2B5EF4-FFF2-40B4-BE49-F238E27FC236}">
                    <a16:creationId xmlns:a16="http://schemas.microsoft.com/office/drawing/2014/main" id="{B3D25CD2-D2F1-0703-7B7B-0AD6DFF5D495}"/>
                  </a:ext>
                </a:extLst>
              </p:cNvPr>
              <p:cNvGrpSpPr/>
              <p:nvPr/>
            </p:nvGrpSpPr>
            <p:grpSpPr>
              <a:xfrm>
                <a:off x="3783836" y="1574221"/>
                <a:ext cx="1275535" cy="2639210"/>
                <a:chOff x="3783836" y="1574221"/>
                <a:chExt cx="1275535" cy="2639210"/>
              </a:xfrm>
            </p:grpSpPr>
            <p:sp>
              <p:nvSpPr>
                <p:cNvPr id="31" name="Google Shape;1253;p25">
                  <a:extLst>
                    <a:ext uri="{FF2B5EF4-FFF2-40B4-BE49-F238E27FC236}">
                      <a16:creationId xmlns:a16="http://schemas.microsoft.com/office/drawing/2014/main" id="{A3172698-850A-B679-71BD-1F78633C5263}"/>
                    </a:ext>
                  </a:extLst>
                </p:cNvPr>
                <p:cNvSpPr/>
                <p:nvPr/>
              </p:nvSpPr>
              <p:spPr>
                <a:xfrm>
                  <a:off x="3783836" y="1574221"/>
                  <a:ext cx="1275535" cy="2639210"/>
                </a:xfrm>
                <a:custGeom>
                  <a:avLst/>
                  <a:gdLst/>
                  <a:ahLst/>
                  <a:cxnLst/>
                  <a:rect l="l" t="t" r="r" b="b"/>
                  <a:pathLst>
                    <a:path w="21126" h="43710" extrusionOk="0">
                      <a:moveTo>
                        <a:pt x="10548" y="153"/>
                      </a:moveTo>
                      <a:cubicBezTo>
                        <a:pt x="11399" y="153"/>
                        <a:pt x="12098" y="487"/>
                        <a:pt x="12676" y="1156"/>
                      </a:cubicBezTo>
                      <a:cubicBezTo>
                        <a:pt x="13557" y="2189"/>
                        <a:pt x="13831" y="3739"/>
                        <a:pt x="13679" y="4773"/>
                      </a:cubicBezTo>
                      <a:cubicBezTo>
                        <a:pt x="13527" y="5654"/>
                        <a:pt x="13223" y="6110"/>
                        <a:pt x="12980" y="6475"/>
                      </a:cubicBezTo>
                      <a:cubicBezTo>
                        <a:pt x="12767" y="6779"/>
                        <a:pt x="12585" y="7022"/>
                        <a:pt x="12585" y="7417"/>
                      </a:cubicBezTo>
                      <a:cubicBezTo>
                        <a:pt x="12585" y="7447"/>
                        <a:pt x="12585" y="7478"/>
                        <a:pt x="12615" y="7478"/>
                      </a:cubicBezTo>
                      <a:lnTo>
                        <a:pt x="14955" y="8420"/>
                      </a:lnTo>
                      <a:cubicBezTo>
                        <a:pt x="16506" y="9028"/>
                        <a:pt x="17782" y="10153"/>
                        <a:pt x="18573" y="11612"/>
                      </a:cubicBezTo>
                      <a:lnTo>
                        <a:pt x="18603" y="11672"/>
                      </a:lnTo>
                      <a:cubicBezTo>
                        <a:pt x="19880" y="14074"/>
                        <a:pt x="20457" y="15806"/>
                        <a:pt x="20700" y="18025"/>
                      </a:cubicBezTo>
                      <a:cubicBezTo>
                        <a:pt x="20974" y="20305"/>
                        <a:pt x="20609" y="21794"/>
                        <a:pt x="20305" y="23010"/>
                      </a:cubicBezTo>
                      <a:lnTo>
                        <a:pt x="20275" y="23132"/>
                      </a:lnTo>
                      <a:cubicBezTo>
                        <a:pt x="20062" y="23922"/>
                        <a:pt x="19697" y="24043"/>
                        <a:pt x="19697" y="24043"/>
                      </a:cubicBezTo>
                      <a:lnTo>
                        <a:pt x="17357" y="24043"/>
                      </a:lnTo>
                      <a:cubicBezTo>
                        <a:pt x="17296" y="23952"/>
                        <a:pt x="17022" y="23648"/>
                        <a:pt x="17022" y="23071"/>
                      </a:cubicBezTo>
                      <a:lnTo>
                        <a:pt x="17022" y="19028"/>
                      </a:lnTo>
                      <a:cubicBezTo>
                        <a:pt x="17022" y="17812"/>
                        <a:pt x="16080" y="15685"/>
                        <a:pt x="16050" y="15594"/>
                      </a:cubicBezTo>
                      <a:cubicBezTo>
                        <a:pt x="16050" y="15563"/>
                        <a:pt x="16019" y="15533"/>
                        <a:pt x="15958" y="15533"/>
                      </a:cubicBezTo>
                      <a:cubicBezTo>
                        <a:pt x="15928" y="15533"/>
                        <a:pt x="15898" y="15563"/>
                        <a:pt x="15898" y="15594"/>
                      </a:cubicBezTo>
                      <a:lnTo>
                        <a:pt x="15837" y="15867"/>
                      </a:lnTo>
                      <a:cubicBezTo>
                        <a:pt x="15594" y="16961"/>
                        <a:pt x="15624" y="20882"/>
                        <a:pt x="15655" y="22980"/>
                      </a:cubicBezTo>
                      <a:lnTo>
                        <a:pt x="15655" y="23557"/>
                      </a:lnTo>
                      <a:cubicBezTo>
                        <a:pt x="15655" y="24408"/>
                        <a:pt x="15776" y="28147"/>
                        <a:pt x="15867" y="32098"/>
                      </a:cubicBezTo>
                      <a:cubicBezTo>
                        <a:pt x="15958" y="36445"/>
                        <a:pt x="16080" y="40943"/>
                        <a:pt x="16080" y="41764"/>
                      </a:cubicBezTo>
                      <a:cubicBezTo>
                        <a:pt x="16080" y="43102"/>
                        <a:pt x="15746" y="43497"/>
                        <a:pt x="15685" y="43557"/>
                      </a:cubicBezTo>
                      <a:lnTo>
                        <a:pt x="11581" y="43557"/>
                      </a:lnTo>
                      <a:cubicBezTo>
                        <a:pt x="11521" y="43436"/>
                        <a:pt x="11278" y="42980"/>
                        <a:pt x="11186" y="42129"/>
                      </a:cubicBezTo>
                      <a:cubicBezTo>
                        <a:pt x="11034" y="41095"/>
                        <a:pt x="10639" y="28846"/>
                        <a:pt x="10639" y="28694"/>
                      </a:cubicBezTo>
                      <a:cubicBezTo>
                        <a:pt x="10639" y="28664"/>
                        <a:pt x="10609" y="28633"/>
                        <a:pt x="10548" y="28633"/>
                      </a:cubicBezTo>
                      <a:cubicBezTo>
                        <a:pt x="10518" y="28633"/>
                        <a:pt x="10487" y="28664"/>
                        <a:pt x="10487" y="28694"/>
                      </a:cubicBezTo>
                      <a:cubicBezTo>
                        <a:pt x="10487" y="28846"/>
                        <a:pt x="10062" y="41095"/>
                        <a:pt x="9940" y="42129"/>
                      </a:cubicBezTo>
                      <a:cubicBezTo>
                        <a:pt x="9849" y="42980"/>
                        <a:pt x="9575" y="43436"/>
                        <a:pt x="9515" y="43557"/>
                      </a:cubicBezTo>
                      <a:lnTo>
                        <a:pt x="5442" y="43557"/>
                      </a:lnTo>
                      <a:cubicBezTo>
                        <a:pt x="5350" y="43497"/>
                        <a:pt x="5016" y="43102"/>
                        <a:pt x="5016" y="41764"/>
                      </a:cubicBezTo>
                      <a:cubicBezTo>
                        <a:pt x="5016" y="40943"/>
                        <a:pt x="5138" y="36445"/>
                        <a:pt x="5259" y="32098"/>
                      </a:cubicBezTo>
                      <a:cubicBezTo>
                        <a:pt x="5350" y="28147"/>
                        <a:pt x="5442" y="24408"/>
                        <a:pt x="5442" y="23557"/>
                      </a:cubicBezTo>
                      <a:lnTo>
                        <a:pt x="5442" y="22980"/>
                      </a:lnTo>
                      <a:cubicBezTo>
                        <a:pt x="5472" y="20882"/>
                        <a:pt x="5502" y="16961"/>
                        <a:pt x="5259" y="15867"/>
                      </a:cubicBezTo>
                      <a:lnTo>
                        <a:pt x="5198" y="15594"/>
                      </a:lnTo>
                      <a:cubicBezTo>
                        <a:pt x="5198" y="15563"/>
                        <a:pt x="5168" y="15533"/>
                        <a:pt x="5138" y="15533"/>
                      </a:cubicBezTo>
                      <a:cubicBezTo>
                        <a:pt x="5107" y="15533"/>
                        <a:pt x="5077" y="15563"/>
                        <a:pt x="5046" y="15594"/>
                      </a:cubicBezTo>
                      <a:cubicBezTo>
                        <a:pt x="5016" y="15685"/>
                        <a:pt x="4104" y="17812"/>
                        <a:pt x="4104" y="19028"/>
                      </a:cubicBezTo>
                      <a:lnTo>
                        <a:pt x="4104" y="23071"/>
                      </a:lnTo>
                      <a:cubicBezTo>
                        <a:pt x="4104" y="23648"/>
                        <a:pt x="3831" y="23952"/>
                        <a:pt x="3739" y="24043"/>
                      </a:cubicBezTo>
                      <a:lnTo>
                        <a:pt x="1399" y="24043"/>
                      </a:lnTo>
                      <a:cubicBezTo>
                        <a:pt x="1399" y="24043"/>
                        <a:pt x="1034" y="23952"/>
                        <a:pt x="852" y="23132"/>
                      </a:cubicBezTo>
                      <a:lnTo>
                        <a:pt x="821" y="23010"/>
                      </a:lnTo>
                      <a:cubicBezTo>
                        <a:pt x="517" y="21794"/>
                        <a:pt x="153" y="20305"/>
                        <a:pt x="396" y="18025"/>
                      </a:cubicBezTo>
                      <a:cubicBezTo>
                        <a:pt x="669" y="15806"/>
                        <a:pt x="1217" y="14074"/>
                        <a:pt x="2493" y="11672"/>
                      </a:cubicBezTo>
                      <a:lnTo>
                        <a:pt x="2524" y="11612"/>
                      </a:lnTo>
                      <a:cubicBezTo>
                        <a:pt x="3314" y="10153"/>
                        <a:pt x="4590" y="9028"/>
                        <a:pt x="6141" y="8420"/>
                      </a:cubicBezTo>
                      <a:lnTo>
                        <a:pt x="8481" y="7478"/>
                      </a:lnTo>
                      <a:cubicBezTo>
                        <a:pt x="8512" y="7478"/>
                        <a:pt x="8542" y="7447"/>
                        <a:pt x="8542" y="7417"/>
                      </a:cubicBezTo>
                      <a:cubicBezTo>
                        <a:pt x="8512" y="7022"/>
                        <a:pt x="8360" y="6779"/>
                        <a:pt x="8147" y="6475"/>
                      </a:cubicBezTo>
                      <a:cubicBezTo>
                        <a:pt x="7904" y="6110"/>
                        <a:pt x="7569" y="5654"/>
                        <a:pt x="7417" y="4773"/>
                      </a:cubicBezTo>
                      <a:cubicBezTo>
                        <a:pt x="7265" y="3739"/>
                        <a:pt x="7569" y="2189"/>
                        <a:pt x="8420" y="1156"/>
                      </a:cubicBezTo>
                      <a:cubicBezTo>
                        <a:pt x="8998" y="487"/>
                        <a:pt x="9727" y="153"/>
                        <a:pt x="10548" y="153"/>
                      </a:cubicBezTo>
                      <a:close/>
                      <a:moveTo>
                        <a:pt x="10548" y="1"/>
                      </a:moveTo>
                      <a:cubicBezTo>
                        <a:pt x="9667" y="1"/>
                        <a:pt x="8907" y="365"/>
                        <a:pt x="8329" y="1064"/>
                      </a:cubicBezTo>
                      <a:cubicBezTo>
                        <a:pt x="7417" y="2098"/>
                        <a:pt x="7113" y="3739"/>
                        <a:pt x="7265" y="4773"/>
                      </a:cubicBezTo>
                      <a:cubicBezTo>
                        <a:pt x="7417" y="5715"/>
                        <a:pt x="7752" y="6201"/>
                        <a:pt x="8025" y="6566"/>
                      </a:cubicBezTo>
                      <a:cubicBezTo>
                        <a:pt x="8208" y="6840"/>
                        <a:pt x="8360" y="7052"/>
                        <a:pt x="8360" y="7356"/>
                      </a:cubicBezTo>
                      <a:lnTo>
                        <a:pt x="6080" y="8268"/>
                      </a:lnTo>
                      <a:cubicBezTo>
                        <a:pt x="4499" y="8906"/>
                        <a:pt x="3192" y="10062"/>
                        <a:pt x="2402" y="11551"/>
                      </a:cubicBezTo>
                      <a:lnTo>
                        <a:pt x="2372" y="11612"/>
                      </a:lnTo>
                      <a:cubicBezTo>
                        <a:pt x="1095" y="14013"/>
                        <a:pt x="517" y="15745"/>
                        <a:pt x="244" y="18025"/>
                      </a:cubicBezTo>
                      <a:cubicBezTo>
                        <a:pt x="1" y="20305"/>
                        <a:pt x="365" y="21825"/>
                        <a:pt x="669" y="23040"/>
                      </a:cubicBezTo>
                      <a:lnTo>
                        <a:pt x="700" y="23192"/>
                      </a:lnTo>
                      <a:cubicBezTo>
                        <a:pt x="913" y="24074"/>
                        <a:pt x="1369" y="24195"/>
                        <a:pt x="1399" y="24195"/>
                      </a:cubicBezTo>
                      <a:lnTo>
                        <a:pt x="3770" y="24195"/>
                      </a:lnTo>
                      <a:cubicBezTo>
                        <a:pt x="3800" y="24195"/>
                        <a:pt x="3831" y="24195"/>
                        <a:pt x="3831" y="24165"/>
                      </a:cubicBezTo>
                      <a:cubicBezTo>
                        <a:pt x="3861" y="24165"/>
                        <a:pt x="4256" y="23831"/>
                        <a:pt x="4256" y="23071"/>
                      </a:cubicBezTo>
                      <a:lnTo>
                        <a:pt x="4256" y="19028"/>
                      </a:lnTo>
                      <a:cubicBezTo>
                        <a:pt x="4256" y="18056"/>
                        <a:pt x="4864" y="16445"/>
                        <a:pt x="5107" y="15867"/>
                      </a:cubicBezTo>
                      <a:lnTo>
                        <a:pt x="5107" y="15897"/>
                      </a:lnTo>
                      <a:cubicBezTo>
                        <a:pt x="5350" y="16961"/>
                        <a:pt x="5320" y="20882"/>
                        <a:pt x="5290" y="22980"/>
                      </a:cubicBezTo>
                      <a:lnTo>
                        <a:pt x="5290" y="23557"/>
                      </a:lnTo>
                      <a:cubicBezTo>
                        <a:pt x="5290" y="24408"/>
                        <a:pt x="5198" y="28147"/>
                        <a:pt x="5107" y="32098"/>
                      </a:cubicBezTo>
                      <a:cubicBezTo>
                        <a:pt x="4986" y="36445"/>
                        <a:pt x="4864" y="40943"/>
                        <a:pt x="4864" y="41764"/>
                      </a:cubicBezTo>
                      <a:cubicBezTo>
                        <a:pt x="4864" y="43375"/>
                        <a:pt x="5350" y="43679"/>
                        <a:pt x="5350" y="43709"/>
                      </a:cubicBezTo>
                      <a:lnTo>
                        <a:pt x="9545" y="43709"/>
                      </a:lnTo>
                      <a:cubicBezTo>
                        <a:pt x="9575" y="43709"/>
                        <a:pt x="9606" y="43709"/>
                        <a:pt x="9606" y="43679"/>
                      </a:cubicBezTo>
                      <a:cubicBezTo>
                        <a:pt x="9636" y="43649"/>
                        <a:pt x="9971" y="43193"/>
                        <a:pt x="10092" y="42159"/>
                      </a:cubicBezTo>
                      <a:cubicBezTo>
                        <a:pt x="10183" y="41369"/>
                        <a:pt x="10426" y="34591"/>
                        <a:pt x="10548" y="30974"/>
                      </a:cubicBezTo>
                      <a:cubicBezTo>
                        <a:pt x="10670" y="34591"/>
                        <a:pt x="10913" y="41369"/>
                        <a:pt x="11004" y="42159"/>
                      </a:cubicBezTo>
                      <a:cubicBezTo>
                        <a:pt x="11156" y="43193"/>
                        <a:pt x="11490" y="43649"/>
                        <a:pt x="11490" y="43679"/>
                      </a:cubicBezTo>
                      <a:cubicBezTo>
                        <a:pt x="11490" y="43709"/>
                        <a:pt x="11521" y="43709"/>
                        <a:pt x="11551" y="43709"/>
                      </a:cubicBezTo>
                      <a:lnTo>
                        <a:pt x="15746" y="43709"/>
                      </a:lnTo>
                      <a:cubicBezTo>
                        <a:pt x="15776" y="43679"/>
                        <a:pt x="16232" y="43375"/>
                        <a:pt x="16232" y="41764"/>
                      </a:cubicBezTo>
                      <a:cubicBezTo>
                        <a:pt x="16232" y="40943"/>
                        <a:pt x="16141" y="36445"/>
                        <a:pt x="16019" y="32098"/>
                      </a:cubicBezTo>
                      <a:cubicBezTo>
                        <a:pt x="15928" y="28147"/>
                        <a:pt x="15806" y="24408"/>
                        <a:pt x="15806" y="23557"/>
                      </a:cubicBezTo>
                      <a:lnTo>
                        <a:pt x="15806" y="22980"/>
                      </a:lnTo>
                      <a:cubicBezTo>
                        <a:pt x="15776" y="20882"/>
                        <a:pt x="15746" y="16961"/>
                        <a:pt x="15989" y="15897"/>
                      </a:cubicBezTo>
                      <a:lnTo>
                        <a:pt x="15989" y="15867"/>
                      </a:lnTo>
                      <a:cubicBezTo>
                        <a:pt x="16232" y="16445"/>
                        <a:pt x="16870" y="18056"/>
                        <a:pt x="16870" y="19028"/>
                      </a:cubicBezTo>
                      <a:lnTo>
                        <a:pt x="16870" y="23071"/>
                      </a:lnTo>
                      <a:cubicBezTo>
                        <a:pt x="16870" y="23831"/>
                        <a:pt x="17265" y="24165"/>
                        <a:pt x="17296" y="24165"/>
                      </a:cubicBezTo>
                      <a:cubicBezTo>
                        <a:pt x="17296" y="24195"/>
                        <a:pt x="17296" y="24195"/>
                        <a:pt x="17326" y="24195"/>
                      </a:cubicBezTo>
                      <a:lnTo>
                        <a:pt x="19728" y="24195"/>
                      </a:lnTo>
                      <a:cubicBezTo>
                        <a:pt x="19758" y="24195"/>
                        <a:pt x="20183" y="24074"/>
                        <a:pt x="20427" y="23192"/>
                      </a:cubicBezTo>
                      <a:lnTo>
                        <a:pt x="20457" y="23040"/>
                      </a:lnTo>
                      <a:cubicBezTo>
                        <a:pt x="20761" y="21825"/>
                        <a:pt x="21126" y="20305"/>
                        <a:pt x="20852" y="18025"/>
                      </a:cubicBezTo>
                      <a:cubicBezTo>
                        <a:pt x="20609" y="15745"/>
                        <a:pt x="20031" y="14013"/>
                        <a:pt x="18755" y="11612"/>
                      </a:cubicBezTo>
                      <a:lnTo>
                        <a:pt x="18724" y="11551"/>
                      </a:lnTo>
                      <a:cubicBezTo>
                        <a:pt x="17904" y="10062"/>
                        <a:pt x="16597" y="8906"/>
                        <a:pt x="15016" y="8268"/>
                      </a:cubicBezTo>
                      <a:lnTo>
                        <a:pt x="12737" y="7356"/>
                      </a:lnTo>
                      <a:cubicBezTo>
                        <a:pt x="12767" y="7052"/>
                        <a:pt x="12919" y="6840"/>
                        <a:pt x="13101" y="6566"/>
                      </a:cubicBezTo>
                      <a:cubicBezTo>
                        <a:pt x="13344" y="6201"/>
                        <a:pt x="13679" y="5715"/>
                        <a:pt x="13831" y="4773"/>
                      </a:cubicBezTo>
                      <a:cubicBezTo>
                        <a:pt x="14013" y="3739"/>
                        <a:pt x="13709" y="2128"/>
                        <a:pt x="12797" y="1064"/>
                      </a:cubicBezTo>
                      <a:cubicBezTo>
                        <a:pt x="12189" y="365"/>
                        <a:pt x="11430" y="1"/>
                        <a:pt x="10548"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54;p25">
                  <a:extLst>
                    <a:ext uri="{FF2B5EF4-FFF2-40B4-BE49-F238E27FC236}">
                      <a16:creationId xmlns:a16="http://schemas.microsoft.com/office/drawing/2014/main" id="{D94718FB-7CD1-3E51-49EF-4821C2D54A6F}"/>
                    </a:ext>
                  </a:extLst>
                </p:cNvPr>
                <p:cNvSpPr/>
                <p:nvPr/>
              </p:nvSpPr>
              <p:spPr>
                <a:xfrm>
                  <a:off x="4295916" y="1689848"/>
                  <a:ext cx="249601" cy="321222"/>
                </a:xfrm>
                <a:custGeom>
                  <a:avLst/>
                  <a:gdLst/>
                  <a:ahLst/>
                  <a:cxnLst/>
                  <a:rect l="l" t="t" r="r" b="b"/>
                  <a:pathLst>
                    <a:path w="4134" h="5320" extrusionOk="0">
                      <a:moveTo>
                        <a:pt x="2067" y="152"/>
                      </a:moveTo>
                      <a:cubicBezTo>
                        <a:pt x="3192" y="152"/>
                        <a:pt x="3982" y="1125"/>
                        <a:pt x="3982" y="2493"/>
                      </a:cubicBezTo>
                      <a:cubicBezTo>
                        <a:pt x="3982" y="3982"/>
                        <a:pt x="3131" y="5168"/>
                        <a:pt x="2067" y="5168"/>
                      </a:cubicBezTo>
                      <a:cubicBezTo>
                        <a:pt x="1003" y="5168"/>
                        <a:pt x="152" y="3982"/>
                        <a:pt x="152" y="2493"/>
                      </a:cubicBezTo>
                      <a:cubicBezTo>
                        <a:pt x="152" y="1125"/>
                        <a:pt x="942" y="152"/>
                        <a:pt x="2067" y="152"/>
                      </a:cubicBezTo>
                      <a:close/>
                      <a:moveTo>
                        <a:pt x="2067" y="0"/>
                      </a:moveTo>
                      <a:cubicBezTo>
                        <a:pt x="851" y="0"/>
                        <a:pt x="0" y="1034"/>
                        <a:pt x="0" y="2493"/>
                      </a:cubicBezTo>
                      <a:cubicBezTo>
                        <a:pt x="0" y="4074"/>
                        <a:pt x="942" y="5320"/>
                        <a:pt x="2067" y="5320"/>
                      </a:cubicBezTo>
                      <a:cubicBezTo>
                        <a:pt x="3222" y="5320"/>
                        <a:pt x="4134" y="4074"/>
                        <a:pt x="4134" y="2493"/>
                      </a:cubicBezTo>
                      <a:cubicBezTo>
                        <a:pt x="4134" y="1034"/>
                        <a:pt x="3283" y="0"/>
                        <a:pt x="206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55;p25">
                  <a:extLst>
                    <a:ext uri="{FF2B5EF4-FFF2-40B4-BE49-F238E27FC236}">
                      <a16:creationId xmlns:a16="http://schemas.microsoft.com/office/drawing/2014/main" id="{BEF23BE3-FC85-E660-C26D-2211AE4B4907}"/>
                    </a:ext>
                  </a:extLst>
                </p:cNvPr>
                <p:cNvSpPr/>
                <p:nvPr/>
              </p:nvSpPr>
              <p:spPr>
                <a:xfrm>
                  <a:off x="4020584" y="2150968"/>
                  <a:ext cx="106506" cy="370311"/>
                </a:xfrm>
                <a:custGeom>
                  <a:avLst/>
                  <a:gdLst/>
                  <a:ahLst/>
                  <a:cxnLst/>
                  <a:rect l="l" t="t" r="r" b="b"/>
                  <a:pathLst>
                    <a:path w="1764" h="6133" extrusionOk="0">
                      <a:moveTo>
                        <a:pt x="107" y="0"/>
                      </a:moveTo>
                      <a:cubicBezTo>
                        <a:pt x="92" y="0"/>
                        <a:pt x="77" y="8"/>
                        <a:pt x="62" y="23"/>
                      </a:cubicBezTo>
                      <a:cubicBezTo>
                        <a:pt x="1" y="54"/>
                        <a:pt x="1" y="84"/>
                        <a:pt x="31" y="114"/>
                      </a:cubicBezTo>
                      <a:cubicBezTo>
                        <a:pt x="1399" y="2029"/>
                        <a:pt x="1612" y="4613"/>
                        <a:pt x="1125" y="6042"/>
                      </a:cubicBezTo>
                      <a:cubicBezTo>
                        <a:pt x="1125" y="6072"/>
                        <a:pt x="1156" y="6133"/>
                        <a:pt x="1186" y="6133"/>
                      </a:cubicBezTo>
                      <a:lnTo>
                        <a:pt x="1217" y="6133"/>
                      </a:lnTo>
                      <a:cubicBezTo>
                        <a:pt x="1247" y="6133"/>
                        <a:pt x="1277" y="6102"/>
                        <a:pt x="1277" y="6072"/>
                      </a:cubicBezTo>
                      <a:cubicBezTo>
                        <a:pt x="1764" y="4613"/>
                        <a:pt x="1551" y="1999"/>
                        <a:pt x="153" y="23"/>
                      </a:cubicBezTo>
                      <a:cubicBezTo>
                        <a:pt x="138" y="8"/>
                        <a:pt x="122" y="0"/>
                        <a:pt x="10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56;p25">
                  <a:extLst>
                    <a:ext uri="{FF2B5EF4-FFF2-40B4-BE49-F238E27FC236}">
                      <a16:creationId xmlns:a16="http://schemas.microsoft.com/office/drawing/2014/main" id="{69D7042B-2B0E-D83B-F1C9-4D170AB5387A}"/>
                    </a:ext>
                  </a:extLst>
                </p:cNvPr>
                <p:cNvSpPr/>
                <p:nvPr/>
              </p:nvSpPr>
              <p:spPr>
                <a:xfrm>
                  <a:off x="4800569" y="2567105"/>
                  <a:ext cx="108378" cy="139538"/>
                </a:xfrm>
                <a:custGeom>
                  <a:avLst/>
                  <a:gdLst/>
                  <a:ahLst/>
                  <a:cxnLst/>
                  <a:rect l="l" t="t" r="r" b="b"/>
                  <a:pathLst>
                    <a:path w="1795" h="2311" extrusionOk="0">
                      <a:moveTo>
                        <a:pt x="1642" y="1"/>
                      </a:moveTo>
                      <a:cubicBezTo>
                        <a:pt x="1612" y="61"/>
                        <a:pt x="457" y="882"/>
                        <a:pt x="1" y="2219"/>
                      </a:cubicBezTo>
                      <a:cubicBezTo>
                        <a:pt x="1" y="2250"/>
                        <a:pt x="1" y="2311"/>
                        <a:pt x="62" y="2311"/>
                      </a:cubicBezTo>
                      <a:lnTo>
                        <a:pt x="92" y="2311"/>
                      </a:lnTo>
                      <a:cubicBezTo>
                        <a:pt x="123" y="2311"/>
                        <a:pt x="153" y="2311"/>
                        <a:pt x="153" y="2250"/>
                      </a:cubicBezTo>
                      <a:cubicBezTo>
                        <a:pt x="578" y="973"/>
                        <a:pt x="1734" y="153"/>
                        <a:pt x="1734" y="153"/>
                      </a:cubicBezTo>
                      <a:cubicBezTo>
                        <a:pt x="1794" y="122"/>
                        <a:pt x="1794" y="61"/>
                        <a:pt x="1764" y="31"/>
                      </a:cubicBezTo>
                      <a:cubicBezTo>
                        <a:pt x="1734" y="1"/>
                        <a:pt x="1703" y="1"/>
                        <a:pt x="164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57;p25">
                  <a:extLst>
                    <a:ext uri="{FF2B5EF4-FFF2-40B4-BE49-F238E27FC236}">
                      <a16:creationId xmlns:a16="http://schemas.microsoft.com/office/drawing/2014/main" id="{267B012E-49AE-479E-D833-D87024751017}"/>
                    </a:ext>
                  </a:extLst>
                </p:cNvPr>
                <p:cNvSpPr/>
                <p:nvPr/>
              </p:nvSpPr>
              <p:spPr>
                <a:xfrm>
                  <a:off x="4714347" y="2150968"/>
                  <a:ext cx="106506" cy="370311"/>
                </a:xfrm>
                <a:custGeom>
                  <a:avLst/>
                  <a:gdLst/>
                  <a:ahLst/>
                  <a:cxnLst/>
                  <a:rect l="l" t="t" r="r" b="b"/>
                  <a:pathLst>
                    <a:path w="1764" h="6133" extrusionOk="0">
                      <a:moveTo>
                        <a:pt x="1672" y="0"/>
                      </a:moveTo>
                      <a:cubicBezTo>
                        <a:pt x="1649" y="0"/>
                        <a:pt x="1627" y="8"/>
                        <a:pt x="1611" y="23"/>
                      </a:cubicBezTo>
                      <a:cubicBezTo>
                        <a:pt x="213" y="1999"/>
                        <a:pt x="0" y="4613"/>
                        <a:pt x="487" y="6072"/>
                      </a:cubicBezTo>
                      <a:cubicBezTo>
                        <a:pt x="517" y="6102"/>
                        <a:pt x="547" y="6133"/>
                        <a:pt x="578" y="6133"/>
                      </a:cubicBezTo>
                      <a:lnTo>
                        <a:pt x="608" y="6133"/>
                      </a:lnTo>
                      <a:cubicBezTo>
                        <a:pt x="639" y="6133"/>
                        <a:pt x="669" y="6072"/>
                        <a:pt x="639" y="6042"/>
                      </a:cubicBezTo>
                      <a:cubicBezTo>
                        <a:pt x="152" y="4613"/>
                        <a:pt x="395" y="2029"/>
                        <a:pt x="1763" y="114"/>
                      </a:cubicBezTo>
                      <a:cubicBezTo>
                        <a:pt x="1763" y="84"/>
                        <a:pt x="1763" y="54"/>
                        <a:pt x="1733" y="23"/>
                      </a:cubicBezTo>
                      <a:cubicBezTo>
                        <a:pt x="1718" y="8"/>
                        <a:pt x="1695" y="0"/>
                        <a:pt x="1672"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58;p25">
                  <a:extLst>
                    <a:ext uri="{FF2B5EF4-FFF2-40B4-BE49-F238E27FC236}">
                      <a16:creationId xmlns:a16="http://schemas.microsoft.com/office/drawing/2014/main" id="{919E9FCE-0EFD-9082-E08B-E9BB1E4447B0}"/>
                    </a:ext>
                  </a:extLst>
                </p:cNvPr>
                <p:cNvSpPr/>
                <p:nvPr/>
              </p:nvSpPr>
              <p:spPr>
                <a:xfrm>
                  <a:off x="4417037" y="2001830"/>
                  <a:ext cx="9238" cy="1125121"/>
                </a:xfrm>
                <a:custGeom>
                  <a:avLst/>
                  <a:gdLst/>
                  <a:ahLst/>
                  <a:cxnLst/>
                  <a:rect l="l" t="t" r="r" b="b"/>
                  <a:pathLst>
                    <a:path w="153" h="18634" extrusionOk="0">
                      <a:moveTo>
                        <a:pt x="61" y="1"/>
                      </a:moveTo>
                      <a:cubicBezTo>
                        <a:pt x="31" y="1"/>
                        <a:pt x="0" y="31"/>
                        <a:pt x="0" y="62"/>
                      </a:cubicBezTo>
                      <a:lnTo>
                        <a:pt x="0" y="18542"/>
                      </a:lnTo>
                      <a:cubicBezTo>
                        <a:pt x="0" y="18603"/>
                        <a:pt x="31" y="18633"/>
                        <a:pt x="61" y="18633"/>
                      </a:cubicBezTo>
                      <a:cubicBezTo>
                        <a:pt x="122" y="18633"/>
                        <a:pt x="152" y="18603"/>
                        <a:pt x="152" y="18542"/>
                      </a:cubicBezTo>
                      <a:lnTo>
                        <a:pt x="152" y="62"/>
                      </a:lnTo>
                      <a:cubicBezTo>
                        <a:pt x="152" y="31"/>
                        <a:pt x="122" y="1"/>
                        <a:pt x="6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259;p25">
                  <a:extLst>
                    <a:ext uri="{FF2B5EF4-FFF2-40B4-BE49-F238E27FC236}">
                      <a16:creationId xmlns:a16="http://schemas.microsoft.com/office/drawing/2014/main" id="{4A7AF77C-DAF9-39A3-04D6-EE250DC0F32C}"/>
                    </a:ext>
                  </a:extLst>
                </p:cNvPr>
                <p:cNvSpPr/>
                <p:nvPr/>
              </p:nvSpPr>
              <p:spPr>
                <a:xfrm>
                  <a:off x="3933487" y="2567105"/>
                  <a:ext cx="108317" cy="139538"/>
                </a:xfrm>
                <a:custGeom>
                  <a:avLst/>
                  <a:gdLst/>
                  <a:ahLst/>
                  <a:cxnLst/>
                  <a:rect l="l" t="t" r="r" b="b"/>
                  <a:pathLst>
                    <a:path w="1794" h="2311" extrusionOk="0">
                      <a:moveTo>
                        <a:pt x="122" y="1"/>
                      </a:moveTo>
                      <a:cubicBezTo>
                        <a:pt x="91" y="1"/>
                        <a:pt x="31" y="1"/>
                        <a:pt x="0" y="31"/>
                      </a:cubicBezTo>
                      <a:cubicBezTo>
                        <a:pt x="0" y="61"/>
                        <a:pt x="0" y="122"/>
                        <a:pt x="31" y="153"/>
                      </a:cubicBezTo>
                      <a:cubicBezTo>
                        <a:pt x="31" y="153"/>
                        <a:pt x="1186" y="973"/>
                        <a:pt x="1611" y="2250"/>
                      </a:cubicBezTo>
                      <a:cubicBezTo>
                        <a:pt x="1642" y="2311"/>
                        <a:pt x="1672" y="2311"/>
                        <a:pt x="1702" y="2311"/>
                      </a:cubicBezTo>
                      <a:lnTo>
                        <a:pt x="1733" y="2311"/>
                      </a:lnTo>
                      <a:cubicBezTo>
                        <a:pt x="1763" y="2311"/>
                        <a:pt x="1794" y="2250"/>
                        <a:pt x="1763" y="2219"/>
                      </a:cubicBezTo>
                      <a:cubicBezTo>
                        <a:pt x="1307" y="882"/>
                        <a:pt x="183" y="61"/>
                        <a:pt x="122"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 name="Google Shape;1260;p25">
              <a:extLst>
                <a:ext uri="{FF2B5EF4-FFF2-40B4-BE49-F238E27FC236}">
                  <a16:creationId xmlns:a16="http://schemas.microsoft.com/office/drawing/2014/main" id="{E1A245D4-E0BD-DCBF-A5C1-34E51D042894}"/>
                </a:ext>
              </a:extLst>
            </p:cNvPr>
            <p:cNvSpPr/>
            <p:nvPr/>
          </p:nvSpPr>
          <p:spPr>
            <a:xfrm>
              <a:off x="4830910" y="3031424"/>
              <a:ext cx="141404" cy="38583"/>
            </a:xfrm>
            <a:custGeom>
              <a:avLst/>
              <a:gdLst/>
              <a:ahLst/>
              <a:cxnLst/>
              <a:rect l="l" t="t" r="r" b="b"/>
              <a:pathLst>
                <a:path w="2342" h="639" extrusionOk="0">
                  <a:moveTo>
                    <a:pt x="1" y="1"/>
                  </a:moveTo>
                  <a:lnTo>
                    <a:pt x="1" y="639"/>
                  </a:lnTo>
                  <a:lnTo>
                    <a:pt x="2341" y="639"/>
                  </a:lnTo>
                  <a:lnTo>
                    <a:pt x="23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04435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D698-EF41-C259-DD91-7E9F918263CD}"/>
              </a:ext>
            </a:extLst>
          </p:cNvPr>
          <p:cNvSpPr>
            <a:spLocks noGrp="1"/>
          </p:cNvSpPr>
          <p:nvPr>
            <p:ph type="title"/>
          </p:nvPr>
        </p:nvSpPr>
        <p:spPr>
          <a:xfrm>
            <a:off x="311699" y="555600"/>
            <a:ext cx="8403675" cy="755700"/>
          </a:xfrm>
        </p:spPr>
        <p:txBody>
          <a:bodyPr/>
          <a:lstStyle/>
          <a:p>
            <a:pPr algn="ctr"/>
            <a:r>
              <a:rPr lang="en-IN" b="1" dirty="0">
                <a:latin typeface="Times New Roman" panose="02020603050405020304" pitchFamily="18" charset="0"/>
                <a:cs typeface="Times New Roman" panose="02020603050405020304" pitchFamily="18" charset="0"/>
              </a:rPr>
              <a:t>Advantages</a:t>
            </a:r>
          </a:p>
        </p:txBody>
      </p:sp>
      <p:sp>
        <p:nvSpPr>
          <p:cNvPr id="3" name="Text Placeholder 2">
            <a:extLst>
              <a:ext uri="{FF2B5EF4-FFF2-40B4-BE49-F238E27FC236}">
                <a16:creationId xmlns:a16="http://schemas.microsoft.com/office/drawing/2014/main" id="{AED8746B-871F-B8F0-5502-12C14D8F3A95}"/>
              </a:ext>
            </a:extLst>
          </p:cNvPr>
          <p:cNvSpPr>
            <a:spLocks noGrp="1"/>
          </p:cNvSpPr>
          <p:nvPr>
            <p:ph type="body" idx="1"/>
          </p:nvPr>
        </p:nvSpPr>
        <p:spPr>
          <a:xfrm>
            <a:off x="311699" y="1544231"/>
            <a:ext cx="8403675" cy="3179400"/>
          </a:xfrm>
        </p:spPr>
        <p:txBody>
          <a:bodyPr/>
          <a:lstStyle/>
          <a:p>
            <a:pPr algn="l"/>
            <a:r>
              <a:rPr lang="en-US" sz="1800" b="0" i="0" dirty="0">
                <a:solidFill>
                  <a:srgbClr val="212529"/>
                </a:solidFill>
                <a:effectLst/>
                <a:latin typeface="Times New Roman" panose="02020603050405020304" pitchFamily="18" charset="0"/>
                <a:cs typeface="Times New Roman" panose="02020603050405020304" pitchFamily="18" charset="0"/>
              </a:rPr>
              <a:t>Minimize manual data entry.</a:t>
            </a:r>
          </a:p>
          <a:p>
            <a:pPr algn="l"/>
            <a:r>
              <a:rPr lang="en-US" sz="1800" b="0" i="0" dirty="0">
                <a:solidFill>
                  <a:srgbClr val="212529"/>
                </a:solidFill>
                <a:effectLst/>
                <a:latin typeface="Times New Roman" panose="02020603050405020304" pitchFamily="18" charset="0"/>
                <a:cs typeface="Times New Roman" panose="02020603050405020304" pitchFamily="18" charset="0"/>
              </a:rPr>
              <a:t>Minimum time needed for the various processing.</a:t>
            </a:r>
          </a:p>
          <a:p>
            <a:pPr algn="l"/>
            <a:r>
              <a:rPr lang="en-US" sz="1800" b="0" i="0" dirty="0">
                <a:solidFill>
                  <a:srgbClr val="212529"/>
                </a:solidFill>
                <a:effectLst/>
                <a:latin typeface="Times New Roman" panose="02020603050405020304" pitchFamily="18" charset="0"/>
                <a:cs typeface="Times New Roman" panose="02020603050405020304" pitchFamily="18" charset="0"/>
              </a:rPr>
              <a:t>Better service.</a:t>
            </a:r>
          </a:p>
          <a:p>
            <a:pPr algn="l"/>
            <a:r>
              <a:rPr lang="en-US" sz="1800" b="0" i="0" dirty="0">
                <a:solidFill>
                  <a:srgbClr val="212529"/>
                </a:solidFill>
                <a:effectLst/>
                <a:latin typeface="Times New Roman" panose="02020603050405020304" pitchFamily="18" charset="0"/>
                <a:cs typeface="Times New Roman" panose="02020603050405020304" pitchFamily="18" charset="0"/>
              </a:rPr>
              <a:t>User friendliness and interactive.</a:t>
            </a:r>
          </a:p>
          <a:p>
            <a:pPr algn="l"/>
            <a:r>
              <a:rPr lang="en-US" sz="1800" b="0" i="0" dirty="0">
                <a:solidFill>
                  <a:srgbClr val="212529"/>
                </a:solidFill>
                <a:effectLst/>
                <a:latin typeface="Times New Roman" panose="02020603050405020304" pitchFamily="18" charset="0"/>
                <a:cs typeface="Times New Roman" panose="02020603050405020304" pitchFamily="18" charset="0"/>
              </a:rPr>
              <a:t>Minimum time required.</a:t>
            </a:r>
          </a:p>
          <a:p>
            <a:pPr algn="l"/>
            <a:r>
              <a:rPr lang="en-US" sz="1800" dirty="0">
                <a:solidFill>
                  <a:srgbClr val="212529"/>
                </a:solidFill>
                <a:latin typeface="Times New Roman" panose="02020603050405020304" pitchFamily="18" charset="0"/>
                <a:cs typeface="Times New Roman" panose="02020603050405020304" pitchFamily="18" charset="0"/>
              </a:rPr>
              <a:t>Minimum chance of spreading infection</a:t>
            </a:r>
          </a:p>
          <a:p>
            <a:pPr algn="l"/>
            <a:r>
              <a:rPr lang="en-US" sz="1800" b="0" i="0" dirty="0">
                <a:solidFill>
                  <a:srgbClr val="212529"/>
                </a:solidFill>
                <a:effectLst/>
                <a:latin typeface="Times New Roman" panose="02020603050405020304" pitchFamily="18" charset="0"/>
                <a:cs typeface="Times New Roman" panose="02020603050405020304" pitchFamily="18" charset="0"/>
              </a:rPr>
              <a:t>Reduces physical interaction</a:t>
            </a:r>
          </a:p>
          <a:p>
            <a:endParaRPr lang="en-IN" dirty="0"/>
          </a:p>
        </p:txBody>
      </p:sp>
    </p:spTree>
    <p:extLst>
      <p:ext uri="{BB962C8B-B14F-4D97-AF65-F5344CB8AC3E}">
        <p14:creationId xmlns:p14="http://schemas.microsoft.com/office/powerpoint/2010/main" val="3530474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B2D51-1EB5-0AC0-8E98-CD4C1811218A}"/>
              </a:ext>
            </a:extLst>
          </p:cNvPr>
          <p:cNvSpPr>
            <a:spLocks noGrp="1"/>
          </p:cNvSpPr>
          <p:nvPr>
            <p:ph type="title"/>
          </p:nvPr>
        </p:nvSpPr>
        <p:spPr>
          <a:xfrm>
            <a:off x="133105" y="764382"/>
            <a:ext cx="5753345" cy="2093118"/>
          </a:xfrm>
        </p:spPr>
        <p:txBody>
          <a:bodyPr/>
          <a:lstStyle/>
          <a:p>
            <a:r>
              <a:rPr lang="en-IN" sz="6000" b="1" dirty="0">
                <a:latin typeface="Times New Roman" panose="02020603050405020304" pitchFamily="18" charset="0"/>
                <a:cs typeface="Times New Roman" panose="02020603050405020304" pitchFamily="18" charset="0"/>
              </a:rPr>
              <a:t>DATA FLOW DIAGRAM</a:t>
            </a:r>
          </a:p>
        </p:txBody>
      </p:sp>
      <p:pic>
        <p:nvPicPr>
          <p:cNvPr id="9" name="Picture 8">
            <a:extLst>
              <a:ext uri="{FF2B5EF4-FFF2-40B4-BE49-F238E27FC236}">
                <a16:creationId xmlns:a16="http://schemas.microsoft.com/office/drawing/2014/main" id="{0B8CEA71-6863-8CD7-DDA9-2A66A2EEC2FE}"/>
              </a:ext>
            </a:extLst>
          </p:cNvPr>
          <p:cNvPicPr>
            <a:picLocks noChangeAspect="1"/>
          </p:cNvPicPr>
          <p:nvPr/>
        </p:nvPicPr>
        <p:blipFill>
          <a:blip r:embed="rId2"/>
          <a:stretch>
            <a:fillRect/>
          </a:stretch>
        </p:blipFill>
        <p:spPr>
          <a:xfrm>
            <a:off x="3097268" y="1621631"/>
            <a:ext cx="5913627" cy="3414713"/>
          </a:xfrm>
          <a:prstGeom prst="rect">
            <a:avLst/>
          </a:prstGeom>
        </p:spPr>
      </p:pic>
    </p:spTree>
    <p:extLst>
      <p:ext uri="{BB962C8B-B14F-4D97-AF65-F5344CB8AC3E}">
        <p14:creationId xmlns:p14="http://schemas.microsoft.com/office/powerpoint/2010/main" val="2605371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1933-A922-69BB-EC8D-B5E170C9C326}"/>
              </a:ext>
            </a:extLst>
          </p:cNvPr>
          <p:cNvSpPr>
            <a:spLocks noGrp="1"/>
          </p:cNvSpPr>
          <p:nvPr>
            <p:ph type="title"/>
          </p:nvPr>
        </p:nvSpPr>
        <p:spPr>
          <a:xfrm>
            <a:off x="311700" y="555600"/>
            <a:ext cx="8539406" cy="755700"/>
          </a:xfrm>
        </p:spPr>
        <p:txBody>
          <a:bodyPr/>
          <a:lstStyle/>
          <a:p>
            <a:pPr algn="ctr"/>
            <a:r>
              <a:rPr lang="en-IN" b="1" dirty="0">
                <a:latin typeface="Times New Roman" panose="02020603050405020304" pitchFamily="18" charset="0"/>
                <a:cs typeface="Times New Roman" panose="02020603050405020304" pitchFamily="18" charset="0"/>
              </a:rPr>
              <a:t>DFD of Project</a:t>
            </a:r>
          </a:p>
        </p:txBody>
      </p:sp>
      <p:sp>
        <p:nvSpPr>
          <p:cNvPr id="3" name="Text Placeholder 2">
            <a:extLst>
              <a:ext uri="{FF2B5EF4-FFF2-40B4-BE49-F238E27FC236}">
                <a16:creationId xmlns:a16="http://schemas.microsoft.com/office/drawing/2014/main" id="{6C1B985D-B3E8-1402-F39D-B620870C357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3088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8B13-D5EC-7515-83CF-17A425456C47}"/>
              </a:ext>
            </a:extLst>
          </p:cNvPr>
          <p:cNvSpPr>
            <a:spLocks noGrp="1"/>
          </p:cNvSpPr>
          <p:nvPr>
            <p:ph type="title"/>
          </p:nvPr>
        </p:nvSpPr>
        <p:spPr>
          <a:xfrm>
            <a:off x="85727" y="521494"/>
            <a:ext cx="5357812" cy="2507457"/>
          </a:xfrm>
        </p:spPr>
        <p:txBody>
          <a:bodyPr/>
          <a:lstStyle/>
          <a:p>
            <a:pPr algn="ctr"/>
            <a:r>
              <a:rPr lang="en-IN" sz="7000" dirty="0">
                <a:latin typeface="Times New Roman" panose="02020603050405020304" pitchFamily="18" charset="0"/>
                <a:cs typeface="Times New Roman" panose="02020603050405020304" pitchFamily="18" charset="0"/>
              </a:rPr>
              <a:t>Technology Used</a:t>
            </a:r>
          </a:p>
        </p:txBody>
      </p:sp>
      <p:pic>
        <p:nvPicPr>
          <p:cNvPr id="5" name="Picture 4">
            <a:extLst>
              <a:ext uri="{FF2B5EF4-FFF2-40B4-BE49-F238E27FC236}">
                <a16:creationId xmlns:a16="http://schemas.microsoft.com/office/drawing/2014/main" id="{31E96353-1E07-3B7D-001C-8DF0B42D6D71}"/>
              </a:ext>
            </a:extLst>
          </p:cNvPr>
          <p:cNvPicPr>
            <a:picLocks noChangeAspect="1"/>
          </p:cNvPicPr>
          <p:nvPr/>
        </p:nvPicPr>
        <p:blipFill rotWithShape="1">
          <a:blip r:embed="rId2"/>
          <a:srcRect l="32948" t="27017" r="28675" b="13194"/>
          <a:stretch/>
        </p:blipFill>
        <p:spPr>
          <a:xfrm>
            <a:off x="5222081" y="1868232"/>
            <a:ext cx="3429000" cy="3075244"/>
          </a:xfrm>
          <a:prstGeom prst="rect">
            <a:avLst/>
          </a:prstGeom>
        </p:spPr>
      </p:pic>
    </p:spTree>
    <p:extLst>
      <p:ext uri="{BB962C8B-B14F-4D97-AF65-F5344CB8AC3E}">
        <p14:creationId xmlns:p14="http://schemas.microsoft.com/office/powerpoint/2010/main" val="2437516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5"/>
        <p:cNvGrpSpPr/>
        <p:nvPr/>
      </p:nvGrpSpPr>
      <p:grpSpPr>
        <a:xfrm>
          <a:off x="0" y="0"/>
          <a:ext cx="0" cy="0"/>
          <a:chOff x="0" y="0"/>
          <a:chExt cx="0" cy="0"/>
        </a:xfrm>
      </p:grpSpPr>
      <p:grpSp>
        <p:nvGrpSpPr>
          <p:cNvPr id="2106" name="Google Shape;2106;p33"/>
          <p:cNvGrpSpPr/>
          <p:nvPr/>
        </p:nvGrpSpPr>
        <p:grpSpPr>
          <a:xfrm>
            <a:off x="729425" y="1407650"/>
            <a:ext cx="3842700" cy="1380000"/>
            <a:chOff x="729425" y="1407650"/>
            <a:chExt cx="3842700" cy="1380000"/>
          </a:xfrm>
        </p:grpSpPr>
        <p:sp>
          <p:nvSpPr>
            <p:cNvPr id="2107" name="Google Shape;2107;p33"/>
            <p:cNvSpPr/>
            <p:nvPr/>
          </p:nvSpPr>
          <p:spPr>
            <a:xfrm>
              <a:off x="729425" y="1407650"/>
              <a:ext cx="3842700" cy="1380000"/>
            </a:xfrm>
            <a:prstGeom prst="roundRect">
              <a:avLst>
                <a:gd name="adj" fmla="val 20996"/>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3"/>
            <p:cNvSpPr txBox="1"/>
            <p:nvPr/>
          </p:nvSpPr>
          <p:spPr>
            <a:xfrm>
              <a:off x="1278171" y="1906351"/>
              <a:ext cx="1094850" cy="42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1. HTML</a:t>
              </a:r>
              <a:endParaRPr b="1"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grpSp>
        <p:nvGrpSpPr>
          <p:cNvPr id="2113" name="Google Shape;2113;p33"/>
          <p:cNvGrpSpPr/>
          <p:nvPr/>
        </p:nvGrpSpPr>
        <p:grpSpPr>
          <a:xfrm>
            <a:off x="4571875" y="1407650"/>
            <a:ext cx="3842700" cy="1380000"/>
            <a:chOff x="4571950" y="1407650"/>
            <a:chExt cx="3842700" cy="1380000"/>
          </a:xfrm>
        </p:grpSpPr>
        <p:sp>
          <p:nvSpPr>
            <p:cNvPr id="2114" name="Google Shape;2114;p33"/>
            <p:cNvSpPr/>
            <p:nvPr/>
          </p:nvSpPr>
          <p:spPr>
            <a:xfrm>
              <a:off x="4571950" y="1407650"/>
              <a:ext cx="3842700" cy="1380000"/>
            </a:xfrm>
            <a:prstGeom prst="roundRect">
              <a:avLst>
                <a:gd name="adj" fmla="val 17246"/>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3"/>
            <p:cNvSpPr txBox="1"/>
            <p:nvPr/>
          </p:nvSpPr>
          <p:spPr>
            <a:xfrm>
              <a:off x="6461379" y="1889648"/>
              <a:ext cx="1107750" cy="42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2. CSS</a:t>
              </a:r>
              <a:endParaRPr b="1" dirty="0">
                <a:latin typeface="Times New Roman" panose="02020603050405020304" pitchFamily="18" charset="0"/>
                <a:cs typeface="Times New Roman" panose="02020603050405020304" pitchFamily="18" charset="0"/>
              </a:endParaRPr>
            </a:p>
          </p:txBody>
        </p:sp>
      </p:grpSp>
      <p:grpSp>
        <p:nvGrpSpPr>
          <p:cNvPr id="2120" name="Google Shape;2120;p33"/>
          <p:cNvGrpSpPr/>
          <p:nvPr/>
        </p:nvGrpSpPr>
        <p:grpSpPr>
          <a:xfrm>
            <a:off x="4571875" y="3069875"/>
            <a:ext cx="3842700" cy="1380000"/>
            <a:chOff x="4571950" y="3069875"/>
            <a:chExt cx="3842700" cy="1380000"/>
          </a:xfrm>
        </p:grpSpPr>
        <p:sp>
          <p:nvSpPr>
            <p:cNvPr id="2121" name="Google Shape;2121;p33"/>
            <p:cNvSpPr/>
            <p:nvPr/>
          </p:nvSpPr>
          <p:spPr>
            <a:xfrm>
              <a:off x="4571950" y="3069875"/>
              <a:ext cx="3842700" cy="1380000"/>
            </a:xfrm>
            <a:prstGeom prst="roundRect">
              <a:avLst>
                <a:gd name="adj" fmla="val 17246"/>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3"/>
            <p:cNvSpPr txBox="1"/>
            <p:nvPr/>
          </p:nvSpPr>
          <p:spPr>
            <a:xfrm>
              <a:off x="6084862" y="3547175"/>
              <a:ext cx="1944613" cy="42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4. BOOTSTRAP</a:t>
              </a:r>
              <a:endParaRPr b="1" dirty="0">
                <a:latin typeface="Times New Roman" panose="02020603050405020304" pitchFamily="18" charset="0"/>
                <a:cs typeface="Times New Roman" panose="02020603050405020304" pitchFamily="18" charset="0"/>
              </a:endParaRPr>
            </a:p>
          </p:txBody>
        </p:sp>
      </p:grpSp>
      <p:grpSp>
        <p:nvGrpSpPr>
          <p:cNvPr id="2127" name="Google Shape;2127;p33"/>
          <p:cNvGrpSpPr/>
          <p:nvPr/>
        </p:nvGrpSpPr>
        <p:grpSpPr>
          <a:xfrm>
            <a:off x="729250" y="3069875"/>
            <a:ext cx="3842700" cy="1380000"/>
            <a:chOff x="729250" y="3069875"/>
            <a:chExt cx="3842700" cy="1380000"/>
          </a:xfrm>
        </p:grpSpPr>
        <p:sp>
          <p:nvSpPr>
            <p:cNvPr id="2128" name="Google Shape;2128;p33"/>
            <p:cNvSpPr/>
            <p:nvPr/>
          </p:nvSpPr>
          <p:spPr>
            <a:xfrm>
              <a:off x="729250" y="3069875"/>
              <a:ext cx="3842700" cy="1380000"/>
            </a:xfrm>
            <a:prstGeom prst="roundRect">
              <a:avLst>
                <a:gd name="adj" fmla="val 20996"/>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3"/>
            <p:cNvSpPr txBox="1"/>
            <p:nvPr/>
          </p:nvSpPr>
          <p:spPr>
            <a:xfrm>
              <a:off x="981687" y="3568956"/>
              <a:ext cx="1993523" cy="42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chemeClr val="accent5"/>
                  </a:solidFill>
                  <a:latin typeface="Times New Roman" panose="02020603050405020304" pitchFamily="18" charset="0"/>
                  <a:ea typeface="Roboto"/>
                  <a:cs typeface="Times New Roman" panose="02020603050405020304" pitchFamily="18" charset="0"/>
                  <a:sym typeface="Roboto"/>
                </a:rPr>
                <a:t>3. JAVASCRIPT</a:t>
              </a:r>
              <a:endParaRPr b="1"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grpSp>
        <p:nvGrpSpPr>
          <p:cNvPr id="2134" name="Google Shape;2134;p33"/>
          <p:cNvGrpSpPr/>
          <p:nvPr/>
        </p:nvGrpSpPr>
        <p:grpSpPr>
          <a:xfrm>
            <a:off x="2899932" y="1259887"/>
            <a:ext cx="3343888" cy="3343688"/>
            <a:chOff x="2900050" y="1259888"/>
            <a:chExt cx="3343888" cy="3343688"/>
          </a:xfrm>
        </p:grpSpPr>
        <p:sp>
          <p:nvSpPr>
            <p:cNvPr id="2135" name="Google Shape;2135;p33"/>
            <p:cNvSpPr/>
            <p:nvPr/>
          </p:nvSpPr>
          <p:spPr>
            <a:xfrm>
              <a:off x="2900050" y="1260075"/>
              <a:ext cx="3343800" cy="33435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3"/>
            <p:cNvSpPr/>
            <p:nvPr/>
          </p:nvSpPr>
          <p:spPr>
            <a:xfrm>
              <a:off x="2900100" y="1259888"/>
              <a:ext cx="3343800" cy="3343500"/>
            </a:xfrm>
            <a:prstGeom prst="blockArc">
              <a:avLst>
                <a:gd name="adj1" fmla="val 10790887"/>
                <a:gd name="adj2" fmla="val 16203471"/>
                <a:gd name="adj3" fmla="val 14454"/>
              </a:avLst>
            </a:prstGeom>
            <a:solidFill>
              <a:srgbClr val="5E60CE">
                <a:alpha val="12500"/>
              </a:srgbClr>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3"/>
            <p:cNvSpPr/>
            <p:nvPr/>
          </p:nvSpPr>
          <p:spPr>
            <a:xfrm flipH="1">
              <a:off x="2900138" y="1260063"/>
              <a:ext cx="3343800" cy="3343500"/>
            </a:xfrm>
            <a:prstGeom prst="blockArc">
              <a:avLst>
                <a:gd name="adj1" fmla="val 10800000"/>
                <a:gd name="adj2" fmla="val 16196638"/>
                <a:gd name="adj3" fmla="val 14449"/>
              </a:avLst>
            </a:prstGeom>
            <a:solidFill>
              <a:srgbClr val="5E60CE">
                <a:alpha val="848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3"/>
            <p:cNvSpPr/>
            <p:nvPr/>
          </p:nvSpPr>
          <p:spPr>
            <a:xfrm rot="10800000">
              <a:off x="2900050" y="1259888"/>
              <a:ext cx="3343800" cy="3343500"/>
            </a:xfrm>
            <a:prstGeom prst="blockArc">
              <a:avLst>
                <a:gd name="adj1" fmla="val 10800000"/>
                <a:gd name="adj2" fmla="val 16230861"/>
                <a:gd name="adj3" fmla="val 14436"/>
              </a:avLst>
            </a:prstGeom>
            <a:solidFill>
              <a:srgbClr val="48BFE3">
                <a:alpha val="1473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3"/>
            <p:cNvSpPr/>
            <p:nvPr/>
          </p:nvSpPr>
          <p:spPr>
            <a:xfrm rot="10800000" flipH="1">
              <a:off x="2900138" y="1259888"/>
              <a:ext cx="3343800" cy="3343500"/>
            </a:xfrm>
            <a:prstGeom prst="blockArc">
              <a:avLst>
                <a:gd name="adj1" fmla="val 10809113"/>
                <a:gd name="adj2" fmla="val 16168886"/>
                <a:gd name="adj3" fmla="val 14436"/>
              </a:avLst>
            </a:prstGeom>
            <a:solidFill>
              <a:srgbClr val="72EFDD">
                <a:alpha val="12950"/>
              </a:srgbClr>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0" name="Google Shape;2140;p33"/>
            <p:cNvGrpSpPr/>
            <p:nvPr/>
          </p:nvGrpSpPr>
          <p:grpSpPr>
            <a:xfrm>
              <a:off x="3742145" y="2294334"/>
              <a:ext cx="1659611" cy="1274627"/>
              <a:chOff x="720000" y="1854230"/>
              <a:chExt cx="2562709" cy="1968231"/>
            </a:xfrm>
          </p:grpSpPr>
          <p:sp>
            <p:nvSpPr>
              <p:cNvPr id="2141" name="Google Shape;2141;p33"/>
              <p:cNvSpPr/>
              <p:nvPr/>
            </p:nvSpPr>
            <p:spPr>
              <a:xfrm>
                <a:off x="1130855" y="1942614"/>
                <a:ext cx="1892516" cy="1189002"/>
              </a:xfrm>
              <a:custGeom>
                <a:avLst/>
                <a:gdLst/>
                <a:ahLst/>
                <a:cxnLst/>
                <a:rect l="l" t="t" r="r" b="b"/>
                <a:pathLst>
                  <a:path w="55007" h="34559" fill="none" extrusionOk="0">
                    <a:moveTo>
                      <a:pt x="53706" y="34558"/>
                    </a:moveTo>
                    <a:lnTo>
                      <a:pt x="1302" y="34558"/>
                    </a:lnTo>
                    <a:cubicBezTo>
                      <a:pt x="601" y="34558"/>
                      <a:pt x="1" y="33991"/>
                      <a:pt x="1" y="33257"/>
                    </a:cubicBezTo>
                    <a:lnTo>
                      <a:pt x="1" y="1301"/>
                    </a:lnTo>
                    <a:cubicBezTo>
                      <a:pt x="1" y="567"/>
                      <a:pt x="601" y="0"/>
                      <a:pt x="1302" y="0"/>
                    </a:cubicBezTo>
                    <a:lnTo>
                      <a:pt x="53706" y="0"/>
                    </a:lnTo>
                    <a:cubicBezTo>
                      <a:pt x="54439" y="0"/>
                      <a:pt x="55007" y="567"/>
                      <a:pt x="55007" y="1301"/>
                    </a:cubicBezTo>
                    <a:lnTo>
                      <a:pt x="55007" y="33257"/>
                    </a:lnTo>
                    <a:cubicBezTo>
                      <a:pt x="55007" y="33991"/>
                      <a:pt x="54439" y="34558"/>
                      <a:pt x="53706" y="34558"/>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3"/>
              <p:cNvSpPr/>
              <p:nvPr/>
            </p:nvSpPr>
            <p:spPr>
              <a:xfrm>
                <a:off x="1192817" y="2004576"/>
                <a:ext cx="1768589" cy="1065041"/>
              </a:xfrm>
              <a:custGeom>
                <a:avLst/>
                <a:gdLst/>
                <a:ahLst/>
                <a:cxnLst/>
                <a:rect l="l" t="t" r="r" b="b"/>
                <a:pathLst>
                  <a:path w="51405" h="30956" fill="none" extrusionOk="0">
                    <a:moveTo>
                      <a:pt x="1" y="30489"/>
                    </a:moveTo>
                    <a:lnTo>
                      <a:pt x="1" y="501"/>
                    </a:lnTo>
                    <a:cubicBezTo>
                      <a:pt x="1" y="234"/>
                      <a:pt x="234" y="0"/>
                      <a:pt x="501" y="0"/>
                    </a:cubicBezTo>
                    <a:lnTo>
                      <a:pt x="50937" y="0"/>
                    </a:lnTo>
                    <a:cubicBezTo>
                      <a:pt x="51204" y="0"/>
                      <a:pt x="51404" y="234"/>
                      <a:pt x="51404" y="501"/>
                    </a:cubicBezTo>
                    <a:lnTo>
                      <a:pt x="51404" y="30489"/>
                    </a:lnTo>
                    <a:cubicBezTo>
                      <a:pt x="51404" y="30756"/>
                      <a:pt x="51204" y="30956"/>
                      <a:pt x="50937" y="30956"/>
                    </a:cubicBezTo>
                    <a:lnTo>
                      <a:pt x="501" y="30956"/>
                    </a:lnTo>
                    <a:cubicBezTo>
                      <a:pt x="234" y="30956"/>
                      <a:pt x="1" y="30756"/>
                      <a:pt x="1" y="30489"/>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3"/>
              <p:cNvSpPr/>
              <p:nvPr/>
            </p:nvSpPr>
            <p:spPr>
              <a:xfrm>
                <a:off x="1783847" y="3131551"/>
                <a:ext cx="587637" cy="347766"/>
              </a:xfrm>
              <a:custGeom>
                <a:avLst/>
                <a:gdLst/>
                <a:ahLst/>
                <a:cxnLst/>
                <a:rect l="l" t="t" r="r" b="b"/>
                <a:pathLst>
                  <a:path w="17080" h="10108" fill="none" extrusionOk="0">
                    <a:moveTo>
                      <a:pt x="1" y="0"/>
                    </a:moveTo>
                    <a:lnTo>
                      <a:pt x="17080" y="0"/>
                    </a:lnTo>
                    <a:lnTo>
                      <a:pt x="17080" y="10107"/>
                    </a:lnTo>
                    <a:lnTo>
                      <a:pt x="1" y="10107"/>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3"/>
              <p:cNvSpPr/>
              <p:nvPr/>
            </p:nvSpPr>
            <p:spPr>
              <a:xfrm>
                <a:off x="1491205" y="3479274"/>
                <a:ext cx="1172935" cy="123961"/>
              </a:xfrm>
              <a:custGeom>
                <a:avLst/>
                <a:gdLst/>
                <a:ahLst/>
                <a:cxnLst/>
                <a:rect l="l" t="t" r="r" b="b"/>
                <a:pathLst>
                  <a:path w="34092" h="3603" fill="none" extrusionOk="0">
                    <a:moveTo>
                      <a:pt x="34092" y="3603"/>
                    </a:moveTo>
                    <a:lnTo>
                      <a:pt x="1" y="3603"/>
                    </a:lnTo>
                    <a:lnTo>
                      <a:pt x="1" y="3603"/>
                    </a:lnTo>
                    <a:cubicBezTo>
                      <a:pt x="1" y="1602"/>
                      <a:pt x="1602" y="0"/>
                      <a:pt x="3603" y="0"/>
                    </a:cubicBezTo>
                    <a:lnTo>
                      <a:pt x="30489" y="0"/>
                    </a:lnTo>
                    <a:cubicBezTo>
                      <a:pt x="32491" y="0"/>
                      <a:pt x="34092" y="1602"/>
                      <a:pt x="34092" y="3603"/>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3"/>
              <p:cNvSpPr/>
              <p:nvPr/>
            </p:nvSpPr>
            <p:spPr>
              <a:xfrm>
                <a:off x="2878691" y="3569929"/>
                <a:ext cx="404018" cy="252533"/>
              </a:xfrm>
              <a:custGeom>
                <a:avLst/>
                <a:gdLst/>
                <a:ahLst/>
                <a:cxnLst/>
                <a:rect l="l" t="t" r="r" b="b"/>
                <a:pathLst>
                  <a:path w="11743" h="7340" fill="none" extrusionOk="0">
                    <a:moveTo>
                      <a:pt x="5871" y="1"/>
                    </a:moveTo>
                    <a:lnTo>
                      <a:pt x="5871" y="1"/>
                    </a:lnTo>
                    <a:cubicBezTo>
                      <a:pt x="2636" y="1"/>
                      <a:pt x="1" y="2636"/>
                      <a:pt x="1" y="5871"/>
                    </a:cubicBezTo>
                    <a:lnTo>
                      <a:pt x="1" y="7339"/>
                    </a:lnTo>
                    <a:lnTo>
                      <a:pt x="11742" y="7339"/>
                    </a:lnTo>
                    <a:lnTo>
                      <a:pt x="11742" y="5871"/>
                    </a:lnTo>
                    <a:cubicBezTo>
                      <a:pt x="11742" y="2636"/>
                      <a:pt x="9107" y="1"/>
                      <a:pt x="5871" y="1"/>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3"/>
              <p:cNvSpPr/>
              <p:nvPr/>
            </p:nvSpPr>
            <p:spPr>
              <a:xfrm>
                <a:off x="876092" y="3754713"/>
                <a:ext cx="1892516" cy="67743"/>
              </a:xfrm>
              <a:custGeom>
                <a:avLst/>
                <a:gdLst/>
                <a:ahLst/>
                <a:cxnLst/>
                <a:rect l="l" t="t" r="r" b="b"/>
                <a:pathLst>
                  <a:path w="55007" h="1969" fill="none" extrusionOk="0">
                    <a:moveTo>
                      <a:pt x="55006" y="1968"/>
                    </a:moveTo>
                    <a:lnTo>
                      <a:pt x="0" y="1968"/>
                    </a:lnTo>
                    <a:lnTo>
                      <a:pt x="0" y="1968"/>
                    </a:lnTo>
                    <a:cubicBezTo>
                      <a:pt x="0" y="867"/>
                      <a:pt x="901" y="0"/>
                      <a:pt x="1968" y="0"/>
                    </a:cubicBezTo>
                    <a:lnTo>
                      <a:pt x="53038" y="0"/>
                    </a:lnTo>
                    <a:cubicBezTo>
                      <a:pt x="54139" y="0"/>
                      <a:pt x="55006" y="867"/>
                      <a:pt x="55006" y="1968"/>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3"/>
              <p:cNvSpPr/>
              <p:nvPr/>
            </p:nvSpPr>
            <p:spPr>
              <a:xfrm>
                <a:off x="997745"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3"/>
              <p:cNvSpPr/>
              <p:nvPr/>
            </p:nvSpPr>
            <p:spPr>
              <a:xfrm>
                <a:off x="1166429"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3"/>
              <p:cNvSpPr/>
              <p:nvPr/>
            </p:nvSpPr>
            <p:spPr>
              <a:xfrm>
                <a:off x="1335147"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3"/>
              <p:cNvSpPr/>
              <p:nvPr/>
            </p:nvSpPr>
            <p:spPr>
              <a:xfrm>
                <a:off x="1505001"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3"/>
              <p:cNvSpPr/>
              <p:nvPr/>
            </p:nvSpPr>
            <p:spPr>
              <a:xfrm>
                <a:off x="1673684"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3"/>
              <p:cNvSpPr/>
              <p:nvPr/>
            </p:nvSpPr>
            <p:spPr>
              <a:xfrm>
                <a:off x="1842403"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3"/>
              <p:cNvSpPr/>
              <p:nvPr/>
            </p:nvSpPr>
            <p:spPr>
              <a:xfrm>
                <a:off x="2012222"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3"/>
              <p:cNvSpPr/>
              <p:nvPr/>
            </p:nvSpPr>
            <p:spPr>
              <a:xfrm>
                <a:off x="2180940"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3"/>
              <p:cNvSpPr/>
              <p:nvPr/>
            </p:nvSpPr>
            <p:spPr>
              <a:xfrm>
                <a:off x="2349624" y="3717969"/>
                <a:ext cx="128571" cy="36779"/>
              </a:xfrm>
              <a:custGeom>
                <a:avLst/>
                <a:gdLst/>
                <a:ahLst/>
                <a:cxnLst/>
                <a:rect l="l" t="t" r="r" b="b"/>
                <a:pathLst>
                  <a:path w="3737" h="1069" fill="none" extrusionOk="0">
                    <a:moveTo>
                      <a:pt x="1" y="1"/>
                    </a:moveTo>
                    <a:lnTo>
                      <a:pt x="3737" y="1"/>
                    </a:lnTo>
                    <a:lnTo>
                      <a:pt x="3737" y="1068"/>
                    </a:lnTo>
                    <a:lnTo>
                      <a:pt x="1"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3"/>
              <p:cNvSpPr/>
              <p:nvPr/>
            </p:nvSpPr>
            <p:spPr>
              <a:xfrm>
                <a:off x="2518342" y="3717969"/>
                <a:ext cx="128571" cy="36779"/>
              </a:xfrm>
              <a:custGeom>
                <a:avLst/>
                <a:gdLst/>
                <a:ahLst/>
                <a:cxnLst/>
                <a:rect l="l" t="t" r="r" b="b"/>
                <a:pathLst>
                  <a:path w="3737" h="1069" fill="none" extrusionOk="0">
                    <a:moveTo>
                      <a:pt x="0" y="1"/>
                    </a:moveTo>
                    <a:lnTo>
                      <a:pt x="3736" y="1"/>
                    </a:lnTo>
                    <a:lnTo>
                      <a:pt x="3736" y="1068"/>
                    </a:lnTo>
                    <a:lnTo>
                      <a:pt x="0" y="1068"/>
                    </a:ln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3"/>
              <p:cNvSpPr/>
              <p:nvPr/>
            </p:nvSpPr>
            <p:spPr>
              <a:xfrm>
                <a:off x="1475138" y="2004576"/>
                <a:ext cx="778138" cy="1065041"/>
              </a:xfrm>
              <a:custGeom>
                <a:avLst/>
                <a:gdLst/>
                <a:ahLst/>
                <a:cxnLst/>
                <a:rect l="l" t="t" r="r" b="b"/>
                <a:pathLst>
                  <a:path w="22617" h="30956" fill="none" extrusionOk="0">
                    <a:moveTo>
                      <a:pt x="22617" y="0"/>
                    </a:moveTo>
                    <a:lnTo>
                      <a:pt x="1" y="30956"/>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3"/>
              <p:cNvSpPr/>
              <p:nvPr/>
            </p:nvSpPr>
            <p:spPr>
              <a:xfrm>
                <a:off x="1348909" y="2004576"/>
                <a:ext cx="778138" cy="1065041"/>
              </a:xfrm>
              <a:custGeom>
                <a:avLst/>
                <a:gdLst/>
                <a:ahLst/>
                <a:cxnLst/>
                <a:rect l="l" t="t" r="r" b="b"/>
                <a:pathLst>
                  <a:path w="22617" h="30956" fill="none" extrusionOk="0">
                    <a:moveTo>
                      <a:pt x="22617" y="0"/>
                    </a:moveTo>
                    <a:lnTo>
                      <a:pt x="0" y="30956"/>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3"/>
              <p:cNvSpPr/>
              <p:nvPr/>
            </p:nvSpPr>
            <p:spPr>
              <a:xfrm>
                <a:off x="2257833" y="2713817"/>
                <a:ext cx="260549" cy="355782"/>
              </a:xfrm>
              <a:custGeom>
                <a:avLst/>
                <a:gdLst/>
                <a:ahLst/>
                <a:cxnLst/>
                <a:rect l="l" t="t" r="r" b="b"/>
                <a:pathLst>
                  <a:path w="7573" h="10341" fill="none" extrusionOk="0">
                    <a:moveTo>
                      <a:pt x="7572" y="0"/>
                    </a:moveTo>
                    <a:lnTo>
                      <a:pt x="0" y="10341"/>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33"/>
              <p:cNvSpPr/>
              <p:nvPr/>
            </p:nvSpPr>
            <p:spPr>
              <a:xfrm>
                <a:off x="2625064" y="2390177"/>
                <a:ext cx="129707" cy="177908"/>
              </a:xfrm>
              <a:custGeom>
                <a:avLst/>
                <a:gdLst/>
                <a:ahLst/>
                <a:cxnLst/>
                <a:rect l="l" t="t" r="r" b="b"/>
                <a:pathLst>
                  <a:path w="3770" h="5171" fill="none" extrusionOk="0">
                    <a:moveTo>
                      <a:pt x="3770" y="0"/>
                    </a:moveTo>
                    <a:lnTo>
                      <a:pt x="1" y="5171"/>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33"/>
              <p:cNvSpPr/>
              <p:nvPr/>
            </p:nvSpPr>
            <p:spPr>
              <a:xfrm>
                <a:off x="1505001" y="2682818"/>
                <a:ext cx="1558546" cy="976689"/>
              </a:xfrm>
              <a:custGeom>
                <a:avLst/>
                <a:gdLst/>
                <a:ahLst/>
                <a:cxnLst/>
                <a:rect l="l" t="t" r="r" b="b"/>
                <a:pathLst>
                  <a:path w="45300" h="28388" fill="none" extrusionOk="0">
                    <a:moveTo>
                      <a:pt x="45299" y="28387"/>
                    </a:moveTo>
                    <a:lnTo>
                      <a:pt x="0" y="0"/>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3"/>
              <p:cNvSpPr/>
              <p:nvPr/>
            </p:nvSpPr>
            <p:spPr>
              <a:xfrm>
                <a:off x="3023292" y="3620434"/>
                <a:ext cx="79235" cy="78065"/>
              </a:xfrm>
              <a:custGeom>
                <a:avLst/>
                <a:gdLst/>
                <a:ahLst/>
                <a:cxnLst/>
                <a:rect l="l" t="t" r="r" b="b"/>
                <a:pathLst>
                  <a:path w="2303" h="2269" fill="none" extrusionOk="0">
                    <a:moveTo>
                      <a:pt x="2302" y="1134"/>
                    </a:moveTo>
                    <a:cubicBezTo>
                      <a:pt x="2302" y="1768"/>
                      <a:pt x="1802" y="2269"/>
                      <a:pt x="1168" y="2269"/>
                    </a:cubicBezTo>
                    <a:cubicBezTo>
                      <a:pt x="534" y="2269"/>
                      <a:pt x="1" y="1768"/>
                      <a:pt x="1" y="1134"/>
                    </a:cubicBezTo>
                    <a:cubicBezTo>
                      <a:pt x="1" y="501"/>
                      <a:pt x="534" y="0"/>
                      <a:pt x="1168" y="0"/>
                    </a:cubicBezTo>
                    <a:cubicBezTo>
                      <a:pt x="1802" y="0"/>
                      <a:pt x="2302" y="501"/>
                      <a:pt x="2302" y="1134"/>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3"/>
              <p:cNvSpPr/>
              <p:nvPr/>
            </p:nvSpPr>
            <p:spPr>
              <a:xfrm>
                <a:off x="720000" y="1854230"/>
                <a:ext cx="945725" cy="945690"/>
              </a:xfrm>
              <a:custGeom>
                <a:avLst/>
                <a:gdLst/>
                <a:ahLst/>
                <a:cxnLst/>
                <a:rect l="l" t="t" r="r" b="b"/>
                <a:pathLst>
                  <a:path w="27488" h="27487" extrusionOk="0">
                    <a:moveTo>
                      <a:pt x="13744" y="1"/>
                    </a:moveTo>
                    <a:cubicBezTo>
                      <a:pt x="6172" y="1"/>
                      <a:pt x="1" y="6138"/>
                      <a:pt x="1" y="13744"/>
                    </a:cubicBezTo>
                    <a:cubicBezTo>
                      <a:pt x="1" y="21316"/>
                      <a:pt x="6172" y="27487"/>
                      <a:pt x="13744" y="27487"/>
                    </a:cubicBezTo>
                    <a:cubicBezTo>
                      <a:pt x="21349" y="27487"/>
                      <a:pt x="27487" y="21316"/>
                      <a:pt x="27487" y="13744"/>
                    </a:cubicBezTo>
                    <a:cubicBezTo>
                      <a:pt x="27487" y="6138"/>
                      <a:pt x="21349" y="1"/>
                      <a:pt x="13744" y="1"/>
                    </a:cubicBezTo>
                    <a:close/>
                  </a:path>
                </a:pathLst>
              </a:custGeom>
              <a:solidFill>
                <a:srgbClr val="FFFFFF"/>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3"/>
              <p:cNvSpPr/>
              <p:nvPr/>
            </p:nvSpPr>
            <p:spPr>
              <a:xfrm>
                <a:off x="1104467" y="2503779"/>
                <a:ext cx="63168" cy="26423"/>
              </a:xfrm>
              <a:custGeom>
                <a:avLst/>
                <a:gdLst/>
                <a:ahLst/>
                <a:cxnLst/>
                <a:rect l="l" t="t" r="r" b="b"/>
                <a:pathLst>
                  <a:path w="1836" h="768" fill="none" extrusionOk="0">
                    <a:moveTo>
                      <a:pt x="1835" y="768"/>
                    </a:moveTo>
                    <a:cubicBezTo>
                      <a:pt x="1168" y="635"/>
                      <a:pt x="567" y="368"/>
                      <a:pt x="0" y="1"/>
                    </a:cubicBezTo>
                    <a:lnTo>
                      <a:pt x="0" y="1"/>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3"/>
              <p:cNvSpPr/>
              <p:nvPr/>
            </p:nvSpPr>
            <p:spPr>
              <a:xfrm>
                <a:off x="1025268" y="2247882"/>
                <a:ext cx="25288" cy="63133"/>
              </a:xfrm>
              <a:custGeom>
                <a:avLst/>
                <a:gdLst/>
                <a:ahLst/>
                <a:cxnLst/>
                <a:rect l="l" t="t" r="r" b="b"/>
                <a:pathLst>
                  <a:path w="735" h="1835" fill="none" extrusionOk="0">
                    <a:moveTo>
                      <a:pt x="1" y="1835"/>
                    </a:moveTo>
                    <a:lnTo>
                      <a:pt x="1" y="1835"/>
                    </a:lnTo>
                    <a:cubicBezTo>
                      <a:pt x="134" y="1168"/>
                      <a:pt x="401" y="534"/>
                      <a:pt x="735" y="0"/>
                    </a:cubicBezTo>
                    <a:lnTo>
                      <a:pt x="735" y="0"/>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3"/>
              <p:cNvSpPr/>
              <p:nvPr/>
            </p:nvSpPr>
            <p:spPr>
              <a:xfrm>
                <a:off x="1243322" y="2167548"/>
                <a:ext cx="63168" cy="26423"/>
              </a:xfrm>
              <a:custGeom>
                <a:avLst/>
                <a:gdLst/>
                <a:ahLst/>
                <a:cxnLst/>
                <a:rect l="l" t="t" r="r" b="b"/>
                <a:pathLst>
                  <a:path w="1836" h="768" fill="none" extrusionOk="0">
                    <a:moveTo>
                      <a:pt x="1" y="0"/>
                    </a:moveTo>
                    <a:lnTo>
                      <a:pt x="1" y="0"/>
                    </a:lnTo>
                    <a:cubicBezTo>
                      <a:pt x="668" y="134"/>
                      <a:pt x="1302" y="400"/>
                      <a:pt x="1835" y="767"/>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3"/>
              <p:cNvSpPr/>
              <p:nvPr/>
            </p:nvSpPr>
            <p:spPr>
              <a:xfrm>
                <a:off x="1360400" y="2386737"/>
                <a:ext cx="26423" cy="63133"/>
              </a:xfrm>
              <a:custGeom>
                <a:avLst/>
                <a:gdLst/>
                <a:ahLst/>
                <a:cxnLst/>
                <a:rect l="l" t="t" r="r" b="b"/>
                <a:pathLst>
                  <a:path w="768" h="1835" fill="none" extrusionOk="0">
                    <a:moveTo>
                      <a:pt x="767" y="0"/>
                    </a:moveTo>
                    <a:lnTo>
                      <a:pt x="767" y="0"/>
                    </a:lnTo>
                    <a:cubicBezTo>
                      <a:pt x="634" y="667"/>
                      <a:pt x="367" y="1268"/>
                      <a:pt x="0" y="1835"/>
                    </a:cubicBezTo>
                    <a:lnTo>
                      <a:pt x="0" y="1835"/>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3"/>
              <p:cNvSpPr/>
              <p:nvPr/>
            </p:nvSpPr>
            <p:spPr>
              <a:xfrm>
                <a:off x="1243322" y="2503779"/>
                <a:ext cx="63168" cy="26423"/>
              </a:xfrm>
              <a:custGeom>
                <a:avLst/>
                <a:gdLst/>
                <a:ahLst/>
                <a:cxnLst/>
                <a:rect l="l" t="t" r="r" b="b"/>
                <a:pathLst>
                  <a:path w="1836" h="768" fill="none" extrusionOk="0">
                    <a:moveTo>
                      <a:pt x="1835" y="1"/>
                    </a:moveTo>
                    <a:lnTo>
                      <a:pt x="1835" y="1"/>
                    </a:lnTo>
                    <a:cubicBezTo>
                      <a:pt x="1302" y="368"/>
                      <a:pt x="668" y="635"/>
                      <a:pt x="1" y="768"/>
                    </a:cubicBezTo>
                    <a:lnTo>
                      <a:pt x="1" y="768"/>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3"/>
              <p:cNvSpPr/>
              <p:nvPr/>
            </p:nvSpPr>
            <p:spPr>
              <a:xfrm>
                <a:off x="1360400" y="2247882"/>
                <a:ext cx="26423" cy="63133"/>
              </a:xfrm>
              <a:custGeom>
                <a:avLst/>
                <a:gdLst/>
                <a:ahLst/>
                <a:cxnLst/>
                <a:rect l="l" t="t" r="r" b="b"/>
                <a:pathLst>
                  <a:path w="768" h="1835" fill="none" extrusionOk="0">
                    <a:moveTo>
                      <a:pt x="767" y="1835"/>
                    </a:moveTo>
                    <a:lnTo>
                      <a:pt x="767" y="1835"/>
                    </a:lnTo>
                    <a:cubicBezTo>
                      <a:pt x="634" y="1168"/>
                      <a:pt x="367" y="534"/>
                      <a:pt x="0" y="0"/>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3"/>
              <p:cNvSpPr/>
              <p:nvPr/>
            </p:nvSpPr>
            <p:spPr>
              <a:xfrm>
                <a:off x="1104467" y="2167548"/>
                <a:ext cx="63168" cy="26423"/>
              </a:xfrm>
              <a:custGeom>
                <a:avLst/>
                <a:gdLst/>
                <a:ahLst/>
                <a:cxnLst/>
                <a:rect l="l" t="t" r="r" b="b"/>
                <a:pathLst>
                  <a:path w="1836" h="768" fill="none" extrusionOk="0">
                    <a:moveTo>
                      <a:pt x="1835" y="0"/>
                    </a:moveTo>
                    <a:lnTo>
                      <a:pt x="1835" y="0"/>
                    </a:lnTo>
                    <a:cubicBezTo>
                      <a:pt x="1168" y="134"/>
                      <a:pt x="567" y="400"/>
                      <a:pt x="0" y="767"/>
                    </a:cubicBezTo>
                    <a:lnTo>
                      <a:pt x="0" y="767"/>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3"/>
              <p:cNvSpPr/>
              <p:nvPr/>
            </p:nvSpPr>
            <p:spPr>
              <a:xfrm>
                <a:off x="1025268" y="2386737"/>
                <a:ext cx="25288" cy="63133"/>
              </a:xfrm>
              <a:custGeom>
                <a:avLst/>
                <a:gdLst/>
                <a:ahLst/>
                <a:cxnLst/>
                <a:rect l="l" t="t" r="r" b="b"/>
                <a:pathLst>
                  <a:path w="735" h="1835" fill="none" extrusionOk="0">
                    <a:moveTo>
                      <a:pt x="1" y="0"/>
                    </a:moveTo>
                    <a:lnTo>
                      <a:pt x="1" y="0"/>
                    </a:lnTo>
                    <a:cubicBezTo>
                      <a:pt x="134" y="667"/>
                      <a:pt x="368" y="1268"/>
                      <a:pt x="735" y="1835"/>
                    </a:cubicBezTo>
                    <a:lnTo>
                      <a:pt x="735" y="1835"/>
                    </a:ln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3"/>
              <p:cNvSpPr/>
              <p:nvPr/>
            </p:nvSpPr>
            <p:spPr>
              <a:xfrm>
                <a:off x="1150362" y="2098671"/>
                <a:ext cx="111369" cy="73489"/>
              </a:xfrm>
              <a:custGeom>
                <a:avLst/>
                <a:gdLst/>
                <a:ahLst/>
                <a:cxnLst/>
                <a:rect l="l" t="t" r="r" b="b"/>
                <a:pathLst>
                  <a:path w="3237" h="2136" fill="none" extrusionOk="0">
                    <a:moveTo>
                      <a:pt x="3236" y="2136"/>
                    </a:moveTo>
                    <a:cubicBezTo>
                      <a:pt x="2336" y="2136"/>
                      <a:pt x="1602" y="901"/>
                      <a:pt x="1602" y="1"/>
                    </a:cubicBezTo>
                    <a:cubicBezTo>
                      <a:pt x="1602" y="901"/>
                      <a:pt x="901" y="2136"/>
                      <a:pt x="1" y="2136"/>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3"/>
              <p:cNvSpPr/>
              <p:nvPr/>
            </p:nvSpPr>
            <p:spPr>
              <a:xfrm>
                <a:off x="1028709" y="2172124"/>
                <a:ext cx="91861" cy="91861"/>
              </a:xfrm>
              <a:custGeom>
                <a:avLst/>
                <a:gdLst/>
                <a:ahLst/>
                <a:cxnLst/>
                <a:rect l="l" t="t" r="r" b="b"/>
                <a:pathLst>
                  <a:path w="2670" h="2670" fill="none" extrusionOk="0">
                    <a:moveTo>
                      <a:pt x="2669" y="367"/>
                    </a:moveTo>
                    <a:cubicBezTo>
                      <a:pt x="2036" y="1001"/>
                      <a:pt x="635" y="634"/>
                      <a:pt x="1" y="1"/>
                    </a:cubicBezTo>
                    <a:cubicBezTo>
                      <a:pt x="635" y="634"/>
                      <a:pt x="1002" y="2035"/>
                      <a:pt x="368" y="2669"/>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3"/>
              <p:cNvSpPr/>
              <p:nvPr/>
            </p:nvSpPr>
            <p:spPr>
              <a:xfrm>
                <a:off x="956426" y="2292641"/>
                <a:ext cx="73489" cy="111335"/>
              </a:xfrm>
              <a:custGeom>
                <a:avLst/>
                <a:gdLst/>
                <a:ahLst/>
                <a:cxnLst/>
                <a:rect l="l" t="t" r="r" b="b"/>
                <a:pathLst>
                  <a:path w="2136" h="3236" fill="none" extrusionOk="0">
                    <a:moveTo>
                      <a:pt x="2135" y="0"/>
                    </a:moveTo>
                    <a:cubicBezTo>
                      <a:pt x="2135" y="901"/>
                      <a:pt x="868" y="1635"/>
                      <a:pt x="0" y="1635"/>
                    </a:cubicBezTo>
                    <a:cubicBezTo>
                      <a:pt x="901" y="1635"/>
                      <a:pt x="2135" y="2368"/>
                      <a:pt x="2135" y="3236"/>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3"/>
              <p:cNvSpPr/>
              <p:nvPr/>
            </p:nvSpPr>
            <p:spPr>
              <a:xfrm>
                <a:off x="1028709" y="2433767"/>
                <a:ext cx="91861" cy="91861"/>
              </a:xfrm>
              <a:custGeom>
                <a:avLst/>
                <a:gdLst/>
                <a:ahLst/>
                <a:cxnLst/>
                <a:rect l="l" t="t" r="r" b="b"/>
                <a:pathLst>
                  <a:path w="2670" h="2670" fill="none" extrusionOk="0">
                    <a:moveTo>
                      <a:pt x="368" y="1"/>
                    </a:moveTo>
                    <a:cubicBezTo>
                      <a:pt x="1002" y="635"/>
                      <a:pt x="635" y="2036"/>
                      <a:pt x="1" y="2670"/>
                    </a:cubicBezTo>
                    <a:cubicBezTo>
                      <a:pt x="635" y="2036"/>
                      <a:pt x="2036" y="1669"/>
                      <a:pt x="2669" y="2303"/>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3"/>
              <p:cNvSpPr/>
              <p:nvPr/>
            </p:nvSpPr>
            <p:spPr>
              <a:xfrm>
                <a:off x="1150362" y="2525592"/>
                <a:ext cx="111369" cy="73489"/>
              </a:xfrm>
              <a:custGeom>
                <a:avLst/>
                <a:gdLst/>
                <a:ahLst/>
                <a:cxnLst/>
                <a:rect l="l" t="t" r="r" b="b"/>
                <a:pathLst>
                  <a:path w="3237" h="2136" fill="none" extrusionOk="0">
                    <a:moveTo>
                      <a:pt x="1" y="1"/>
                    </a:moveTo>
                    <a:cubicBezTo>
                      <a:pt x="901" y="1"/>
                      <a:pt x="1602" y="1235"/>
                      <a:pt x="1602" y="2135"/>
                    </a:cubicBezTo>
                    <a:cubicBezTo>
                      <a:pt x="1602" y="1235"/>
                      <a:pt x="2336" y="1"/>
                      <a:pt x="3236" y="1"/>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3"/>
              <p:cNvSpPr/>
              <p:nvPr/>
            </p:nvSpPr>
            <p:spPr>
              <a:xfrm>
                <a:off x="1291523" y="2433767"/>
                <a:ext cx="90692" cy="91861"/>
              </a:xfrm>
              <a:custGeom>
                <a:avLst/>
                <a:gdLst/>
                <a:ahLst/>
                <a:cxnLst/>
                <a:rect l="l" t="t" r="r" b="b"/>
                <a:pathLst>
                  <a:path w="2636" h="2670" fill="none" extrusionOk="0">
                    <a:moveTo>
                      <a:pt x="1" y="2303"/>
                    </a:moveTo>
                    <a:cubicBezTo>
                      <a:pt x="634" y="1669"/>
                      <a:pt x="2002" y="2036"/>
                      <a:pt x="2636" y="2670"/>
                    </a:cubicBezTo>
                    <a:cubicBezTo>
                      <a:pt x="2002" y="2036"/>
                      <a:pt x="1635" y="635"/>
                      <a:pt x="2269" y="1"/>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3"/>
              <p:cNvSpPr/>
              <p:nvPr/>
            </p:nvSpPr>
            <p:spPr>
              <a:xfrm>
                <a:off x="1382178" y="2292641"/>
                <a:ext cx="73489" cy="112504"/>
              </a:xfrm>
              <a:custGeom>
                <a:avLst/>
                <a:gdLst/>
                <a:ahLst/>
                <a:cxnLst/>
                <a:rect l="l" t="t" r="r" b="b"/>
                <a:pathLst>
                  <a:path w="2136" h="3270" fill="none" extrusionOk="0">
                    <a:moveTo>
                      <a:pt x="1" y="3269"/>
                    </a:moveTo>
                    <a:cubicBezTo>
                      <a:pt x="1" y="2368"/>
                      <a:pt x="1235" y="1635"/>
                      <a:pt x="2136" y="1635"/>
                    </a:cubicBezTo>
                    <a:cubicBezTo>
                      <a:pt x="1235" y="1635"/>
                      <a:pt x="1" y="901"/>
                      <a:pt x="1" y="0"/>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3"/>
              <p:cNvSpPr/>
              <p:nvPr/>
            </p:nvSpPr>
            <p:spPr>
              <a:xfrm>
                <a:off x="1291523" y="2172124"/>
                <a:ext cx="90692" cy="91861"/>
              </a:xfrm>
              <a:custGeom>
                <a:avLst/>
                <a:gdLst/>
                <a:ahLst/>
                <a:cxnLst/>
                <a:rect l="l" t="t" r="r" b="b"/>
                <a:pathLst>
                  <a:path w="2636" h="2670" fill="none" extrusionOk="0">
                    <a:moveTo>
                      <a:pt x="2269" y="2669"/>
                    </a:moveTo>
                    <a:cubicBezTo>
                      <a:pt x="1635" y="2035"/>
                      <a:pt x="2002" y="634"/>
                      <a:pt x="2636" y="1"/>
                    </a:cubicBezTo>
                    <a:cubicBezTo>
                      <a:pt x="2002" y="634"/>
                      <a:pt x="634" y="1001"/>
                      <a:pt x="1" y="367"/>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3"/>
              <p:cNvSpPr/>
              <p:nvPr/>
            </p:nvSpPr>
            <p:spPr>
              <a:xfrm>
                <a:off x="1114788" y="2235255"/>
                <a:ext cx="103318" cy="73489"/>
              </a:xfrm>
              <a:custGeom>
                <a:avLst/>
                <a:gdLst/>
                <a:ahLst/>
                <a:cxnLst/>
                <a:rect l="l" t="t" r="r" b="b"/>
                <a:pathLst>
                  <a:path w="3003" h="2136" fill="none" extrusionOk="0">
                    <a:moveTo>
                      <a:pt x="3003" y="834"/>
                    </a:moveTo>
                    <a:cubicBezTo>
                      <a:pt x="2169" y="1201"/>
                      <a:pt x="1235" y="834"/>
                      <a:pt x="868" y="0"/>
                    </a:cubicBezTo>
                    <a:cubicBezTo>
                      <a:pt x="1235" y="801"/>
                      <a:pt x="835" y="1768"/>
                      <a:pt x="1" y="2135"/>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3"/>
              <p:cNvSpPr/>
              <p:nvPr/>
            </p:nvSpPr>
            <p:spPr>
              <a:xfrm>
                <a:off x="1130855" y="2379856"/>
                <a:ext cx="91861" cy="78065"/>
              </a:xfrm>
              <a:custGeom>
                <a:avLst/>
                <a:gdLst/>
                <a:ahLst/>
                <a:cxnLst/>
                <a:rect l="l" t="t" r="r" b="b"/>
                <a:pathLst>
                  <a:path w="2670" h="2269" fill="none" extrusionOk="0">
                    <a:moveTo>
                      <a:pt x="1" y="0"/>
                    </a:moveTo>
                    <a:cubicBezTo>
                      <a:pt x="768" y="501"/>
                      <a:pt x="935" y="1535"/>
                      <a:pt x="434" y="2268"/>
                    </a:cubicBezTo>
                    <a:cubicBezTo>
                      <a:pt x="935" y="1535"/>
                      <a:pt x="1935" y="1334"/>
                      <a:pt x="2669" y="1835"/>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3"/>
              <p:cNvSpPr/>
              <p:nvPr/>
            </p:nvSpPr>
            <p:spPr>
              <a:xfrm>
                <a:off x="1272015" y="2293777"/>
                <a:ext cx="59727" cy="110199"/>
              </a:xfrm>
              <a:custGeom>
                <a:avLst/>
                <a:gdLst/>
                <a:ahLst/>
                <a:cxnLst/>
                <a:rect l="l" t="t" r="r" b="b"/>
                <a:pathLst>
                  <a:path w="1736" h="3203" fill="none" extrusionOk="0">
                    <a:moveTo>
                      <a:pt x="1" y="3203"/>
                    </a:moveTo>
                    <a:cubicBezTo>
                      <a:pt x="67" y="2335"/>
                      <a:pt x="868" y="1668"/>
                      <a:pt x="1735" y="1735"/>
                    </a:cubicBezTo>
                    <a:cubicBezTo>
                      <a:pt x="868" y="1668"/>
                      <a:pt x="201" y="868"/>
                      <a:pt x="267" y="0"/>
                    </a:cubicBezTo>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3"/>
              <p:cNvSpPr/>
              <p:nvPr/>
            </p:nvSpPr>
            <p:spPr>
              <a:xfrm>
                <a:off x="1074638" y="2069978"/>
                <a:ext cx="9186" cy="9221"/>
              </a:xfrm>
              <a:custGeom>
                <a:avLst/>
                <a:gdLst/>
                <a:ahLst/>
                <a:cxnLst/>
                <a:rect l="l" t="t" r="r" b="b"/>
                <a:pathLst>
                  <a:path w="267" h="268" fill="none" extrusionOk="0">
                    <a:moveTo>
                      <a:pt x="267" y="134"/>
                    </a:moveTo>
                    <a:cubicBezTo>
                      <a:pt x="267" y="234"/>
                      <a:pt x="200" y="268"/>
                      <a:pt x="134" y="268"/>
                    </a:cubicBezTo>
                    <a:cubicBezTo>
                      <a:pt x="67" y="268"/>
                      <a:pt x="0" y="234"/>
                      <a:pt x="0" y="134"/>
                    </a:cubicBezTo>
                    <a:cubicBezTo>
                      <a:pt x="0" y="67"/>
                      <a:pt x="67" y="1"/>
                      <a:pt x="134" y="1"/>
                    </a:cubicBezTo>
                    <a:cubicBezTo>
                      <a:pt x="200" y="1"/>
                      <a:pt x="267" y="67"/>
                      <a:pt x="267" y="134"/>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3"/>
              <p:cNvSpPr/>
              <p:nvPr/>
            </p:nvSpPr>
            <p:spPr>
              <a:xfrm>
                <a:off x="1074638" y="2632313"/>
                <a:ext cx="13796" cy="12661"/>
              </a:xfrm>
              <a:custGeom>
                <a:avLst/>
                <a:gdLst/>
                <a:ahLst/>
                <a:cxnLst/>
                <a:rect l="l" t="t" r="r" b="b"/>
                <a:pathLst>
                  <a:path w="401" h="368" fill="none" extrusionOk="0">
                    <a:moveTo>
                      <a:pt x="400" y="201"/>
                    </a:moveTo>
                    <a:cubicBezTo>
                      <a:pt x="400" y="67"/>
                      <a:pt x="300" y="1"/>
                      <a:pt x="200" y="1"/>
                    </a:cubicBezTo>
                    <a:cubicBezTo>
                      <a:pt x="100" y="1"/>
                      <a:pt x="0" y="67"/>
                      <a:pt x="0" y="201"/>
                    </a:cubicBezTo>
                    <a:cubicBezTo>
                      <a:pt x="0" y="301"/>
                      <a:pt x="100" y="368"/>
                      <a:pt x="200" y="368"/>
                    </a:cubicBezTo>
                    <a:cubicBezTo>
                      <a:pt x="300" y="368"/>
                      <a:pt x="400" y="301"/>
                      <a:pt x="400" y="201"/>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3"/>
              <p:cNvSpPr/>
              <p:nvPr/>
            </p:nvSpPr>
            <p:spPr>
              <a:xfrm>
                <a:off x="1157243" y="1982763"/>
                <a:ext cx="10390" cy="11526"/>
              </a:xfrm>
              <a:custGeom>
                <a:avLst/>
                <a:gdLst/>
                <a:ahLst/>
                <a:cxnLst/>
                <a:rect l="l" t="t" r="r" b="b"/>
                <a:pathLst>
                  <a:path w="302" h="335" fill="none" extrusionOk="0">
                    <a:moveTo>
                      <a:pt x="301" y="167"/>
                    </a:moveTo>
                    <a:cubicBezTo>
                      <a:pt x="301" y="267"/>
                      <a:pt x="234" y="334"/>
                      <a:pt x="134" y="334"/>
                    </a:cubicBezTo>
                    <a:cubicBezTo>
                      <a:pt x="68" y="334"/>
                      <a:pt x="1" y="267"/>
                      <a:pt x="1" y="167"/>
                    </a:cubicBezTo>
                    <a:cubicBezTo>
                      <a:pt x="1" y="67"/>
                      <a:pt x="68" y="1"/>
                      <a:pt x="134" y="1"/>
                    </a:cubicBezTo>
                    <a:cubicBezTo>
                      <a:pt x="234" y="1"/>
                      <a:pt x="301" y="67"/>
                      <a:pt x="301" y="167"/>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6" name="Google Shape;2186;p33"/>
            <p:cNvSpPr/>
            <p:nvPr/>
          </p:nvSpPr>
          <p:spPr>
            <a:xfrm>
              <a:off x="4038628" y="2862570"/>
              <a:ext cx="8206" cy="9103"/>
            </a:xfrm>
            <a:custGeom>
              <a:avLst/>
              <a:gdLst/>
              <a:ahLst/>
              <a:cxnLst/>
              <a:rect l="l" t="t" r="r" b="b"/>
              <a:pathLst>
                <a:path w="302" h="335" fill="none" extrusionOk="0">
                  <a:moveTo>
                    <a:pt x="301" y="167"/>
                  </a:moveTo>
                  <a:cubicBezTo>
                    <a:pt x="301" y="267"/>
                    <a:pt x="234" y="334"/>
                    <a:pt x="134" y="334"/>
                  </a:cubicBezTo>
                  <a:cubicBezTo>
                    <a:pt x="68" y="334"/>
                    <a:pt x="1" y="267"/>
                    <a:pt x="1" y="167"/>
                  </a:cubicBezTo>
                  <a:cubicBezTo>
                    <a:pt x="1" y="67"/>
                    <a:pt x="68" y="1"/>
                    <a:pt x="134" y="1"/>
                  </a:cubicBezTo>
                  <a:cubicBezTo>
                    <a:pt x="234" y="1"/>
                    <a:pt x="301" y="67"/>
                    <a:pt x="301" y="167"/>
                  </a:cubicBezTo>
                  <a:close/>
                </a:path>
              </a:pathLst>
            </a:custGeom>
            <a:noFill/>
            <a:ln w="952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7" name="Google Shape;2187;p33"/>
            <p:cNvGrpSpPr/>
            <p:nvPr/>
          </p:nvGrpSpPr>
          <p:grpSpPr>
            <a:xfrm rot="-3126747">
              <a:off x="3274247" y="1897685"/>
              <a:ext cx="359205" cy="327800"/>
              <a:chOff x="1958520" y="2302574"/>
              <a:chExt cx="359213" cy="327807"/>
            </a:xfrm>
          </p:grpSpPr>
          <p:sp>
            <p:nvSpPr>
              <p:cNvPr id="2188" name="Google Shape;2188;p33"/>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3"/>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3"/>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1" name="Google Shape;2191;p33"/>
            <p:cNvGrpSpPr/>
            <p:nvPr/>
          </p:nvGrpSpPr>
          <p:grpSpPr>
            <a:xfrm rot="2700000">
              <a:off x="5573404" y="1831375"/>
              <a:ext cx="238782" cy="376658"/>
              <a:chOff x="2640478" y="2278903"/>
              <a:chExt cx="238784" cy="376661"/>
            </a:xfrm>
          </p:grpSpPr>
          <p:sp>
            <p:nvSpPr>
              <p:cNvPr id="2192" name="Google Shape;2192;p33"/>
              <p:cNvSpPr/>
              <p:nvPr/>
            </p:nvSpPr>
            <p:spPr>
              <a:xfrm rot="306496">
                <a:off x="2656075" y="2287430"/>
                <a:ext cx="207590" cy="359606"/>
              </a:xfrm>
              <a:custGeom>
                <a:avLst/>
                <a:gdLst/>
                <a:ahLst/>
                <a:cxnLst/>
                <a:rect l="l" t="t" r="r" b="b"/>
                <a:pathLst>
                  <a:path w="6537" h="11324" extrusionOk="0">
                    <a:moveTo>
                      <a:pt x="5704" y="334"/>
                    </a:moveTo>
                    <a:cubicBezTo>
                      <a:pt x="5965" y="334"/>
                      <a:pt x="6192" y="561"/>
                      <a:pt x="6192" y="834"/>
                    </a:cubicBezTo>
                    <a:lnTo>
                      <a:pt x="6192" y="1323"/>
                    </a:lnTo>
                    <a:lnTo>
                      <a:pt x="346" y="1323"/>
                    </a:lnTo>
                    <a:lnTo>
                      <a:pt x="346" y="834"/>
                    </a:lnTo>
                    <a:cubicBezTo>
                      <a:pt x="346" y="561"/>
                      <a:pt x="560" y="334"/>
                      <a:pt x="834" y="334"/>
                    </a:cubicBezTo>
                    <a:close/>
                    <a:moveTo>
                      <a:pt x="6192" y="1644"/>
                    </a:moveTo>
                    <a:lnTo>
                      <a:pt x="6192" y="8990"/>
                    </a:lnTo>
                    <a:lnTo>
                      <a:pt x="1501" y="8990"/>
                    </a:lnTo>
                    <a:cubicBezTo>
                      <a:pt x="1405" y="8990"/>
                      <a:pt x="1334" y="9062"/>
                      <a:pt x="1334" y="9145"/>
                    </a:cubicBezTo>
                    <a:cubicBezTo>
                      <a:pt x="1334" y="9240"/>
                      <a:pt x="1405" y="9312"/>
                      <a:pt x="1501" y="9312"/>
                    </a:cubicBezTo>
                    <a:lnTo>
                      <a:pt x="6192" y="9312"/>
                    </a:lnTo>
                    <a:lnTo>
                      <a:pt x="6192" y="10478"/>
                    </a:lnTo>
                    <a:cubicBezTo>
                      <a:pt x="6192" y="10740"/>
                      <a:pt x="5965" y="10967"/>
                      <a:pt x="5704" y="10967"/>
                    </a:cubicBezTo>
                    <a:lnTo>
                      <a:pt x="834" y="10967"/>
                    </a:lnTo>
                    <a:cubicBezTo>
                      <a:pt x="560" y="10967"/>
                      <a:pt x="346" y="10740"/>
                      <a:pt x="346" y="10478"/>
                    </a:cubicBezTo>
                    <a:lnTo>
                      <a:pt x="346" y="9312"/>
                    </a:lnTo>
                    <a:lnTo>
                      <a:pt x="834" y="9312"/>
                    </a:lnTo>
                    <a:cubicBezTo>
                      <a:pt x="917" y="9312"/>
                      <a:pt x="1001" y="9240"/>
                      <a:pt x="1001" y="9145"/>
                    </a:cubicBezTo>
                    <a:cubicBezTo>
                      <a:pt x="1001" y="9062"/>
                      <a:pt x="917" y="8990"/>
                      <a:pt x="834" y="8990"/>
                    </a:cubicBezTo>
                    <a:lnTo>
                      <a:pt x="346" y="8990"/>
                    </a:lnTo>
                    <a:lnTo>
                      <a:pt x="346" y="1644"/>
                    </a:lnTo>
                    <a:close/>
                    <a:moveTo>
                      <a:pt x="834" y="1"/>
                    </a:moveTo>
                    <a:cubicBezTo>
                      <a:pt x="370" y="1"/>
                      <a:pt x="0" y="370"/>
                      <a:pt x="0" y="834"/>
                    </a:cubicBezTo>
                    <a:lnTo>
                      <a:pt x="0" y="10490"/>
                    </a:lnTo>
                    <a:cubicBezTo>
                      <a:pt x="0" y="10955"/>
                      <a:pt x="370" y="11324"/>
                      <a:pt x="834" y="11324"/>
                    </a:cubicBezTo>
                    <a:lnTo>
                      <a:pt x="5704" y="11324"/>
                    </a:lnTo>
                    <a:cubicBezTo>
                      <a:pt x="6156" y="11324"/>
                      <a:pt x="6537" y="10955"/>
                      <a:pt x="6537" y="10490"/>
                    </a:cubicBezTo>
                    <a:lnTo>
                      <a:pt x="6537" y="834"/>
                    </a:lnTo>
                    <a:cubicBezTo>
                      <a:pt x="6513" y="370"/>
                      <a:pt x="6144" y="1"/>
                      <a:pt x="57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3"/>
              <p:cNvSpPr/>
              <p:nvPr/>
            </p:nvSpPr>
            <p:spPr>
              <a:xfrm>
                <a:off x="2754395" y="2308608"/>
                <a:ext cx="31787" cy="10257"/>
              </a:xfrm>
              <a:custGeom>
                <a:avLst/>
                <a:gdLst/>
                <a:ahLst/>
                <a:cxnLst/>
                <a:rect l="l" t="t" r="r" b="b"/>
                <a:pathLst>
                  <a:path w="1001" h="323" extrusionOk="0">
                    <a:moveTo>
                      <a:pt x="167" y="1"/>
                    </a:moveTo>
                    <a:cubicBezTo>
                      <a:pt x="72" y="1"/>
                      <a:pt x="0" y="72"/>
                      <a:pt x="0" y="167"/>
                    </a:cubicBezTo>
                    <a:cubicBezTo>
                      <a:pt x="0" y="251"/>
                      <a:pt x="72" y="322"/>
                      <a:pt x="167" y="322"/>
                    </a:cubicBezTo>
                    <a:lnTo>
                      <a:pt x="834" y="322"/>
                    </a:lnTo>
                    <a:cubicBezTo>
                      <a:pt x="917" y="322"/>
                      <a:pt x="1000" y="251"/>
                      <a:pt x="1000" y="167"/>
                    </a:cubicBezTo>
                    <a:cubicBezTo>
                      <a:pt x="1000" y="72"/>
                      <a:pt x="917" y="1"/>
                      <a:pt x="8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3"/>
              <p:cNvSpPr/>
              <p:nvPr/>
            </p:nvSpPr>
            <p:spPr>
              <a:xfrm>
                <a:off x="2743789" y="2594053"/>
                <a:ext cx="31406" cy="31056"/>
              </a:xfrm>
              <a:custGeom>
                <a:avLst/>
                <a:gdLst/>
                <a:ahLst/>
                <a:cxnLst/>
                <a:rect l="l" t="t" r="r" b="b"/>
                <a:pathLst>
                  <a:path w="989" h="978" extrusionOk="0">
                    <a:moveTo>
                      <a:pt x="501" y="322"/>
                    </a:moveTo>
                    <a:cubicBezTo>
                      <a:pt x="584" y="322"/>
                      <a:pt x="656" y="406"/>
                      <a:pt x="656" y="489"/>
                    </a:cubicBezTo>
                    <a:cubicBezTo>
                      <a:pt x="656" y="584"/>
                      <a:pt x="584" y="656"/>
                      <a:pt x="501" y="656"/>
                    </a:cubicBezTo>
                    <a:cubicBezTo>
                      <a:pt x="406" y="656"/>
                      <a:pt x="334" y="584"/>
                      <a:pt x="334" y="489"/>
                    </a:cubicBezTo>
                    <a:cubicBezTo>
                      <a:pt x="334" y="406"/>
                      <a:pt x="406" y="322"/>
                      <a:pt x="501" y="322"/>
                    </a:cubicBezTo>
                    <a:close/>
                    <a:moveTo>
                      <a:pt x="501" y="1"/>
                    </a:moveTo>
                    <a:cubicBezTo>
                      <a:pt x="227" y="1"/>
                      <a:pt x="1" y="227"/>
                      <a:pt x="1" y="489"/>
                    </a:cubicBezTo>
                    <a:cubicBezTo>
                      <a:pt x="1" y="763"/>
                      <a:pt x="227" y="977"/>
                      <a:pt x="501" y="977"/>
                    </a:cubicBezTo>
                    <a:cubicBezTo>
                      <a:pt x="763" y="977"/>
                      <a:pt x="989" y="763"/>
                      <a:pt x="989" y="489"/>
                    </a:cubicBezTo>
                    <a:cubicBezTo>
                      <a:pt x="989" y="227"/>
                      <a:pt x="775" y="1"/>
                      <a:pt x="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3"/>
              <p:cNvSpPr/>
              <p:nvPr/>
            </p:nvSpPr>
            <p:spPr>
              <a:xfrm>
                <a:off x="2733596" y="2308608"/>
                <a:ext cx="10225" cy="10257"/>
              </a:xfrm>
              <a:custGeom>
                <a:avLst/>
                <a:gdLst/>
                <a:ahLst/>
                <a:cxnLst/>
                <a:rect l="l" t="t" r="r" b="b"/>
                <a:pathLst>
                  <a:path w="322" h="323" extrusionOk="0">
                    <a:moveTo>
                      <a:pt x="155" y="1"/>
                    </a:moveTo>
                    <a:cubicBezTo>
                      <a:pt x="72" y="1"/>
                      <a:pt x="0" y="72"/>
                      <a:pt x="0" y="167"/>
                    </a:cubicBezTo>
                    <a:cubicBezTo>
                      <a:pt x="0" y="251"/>
                      <a:pt x="72" y="322"/>
                      <a:pt x="155" y="322"/>
                    </a:cubicBezTo>
                    <a:cubicBezTo>
                      <a:pt x="250" y="322"/>
                      <a:pt x="322" y="251"/>
                      <a:pt x="322" y="167"/>
                    </a:cubicBezTo>
                    <a:cubicBezTo>
                      <a:pt x="322" y="72"/>
                      <a:pt x="250" y="1"/>
                      <a:pt x="1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6" name="Google Shape;2196;p33"/>
            <p:cNvGrpSpPr/>
            <p:nvPr/>
          </p:nvGrpSpPr>
          <p:grpSpPr>
            <a:xfrm rot="-3373542">
              <a:off x="5543329" y="3597760"/>
              <a:ext cx="400178" cy="324302"/>
              <a:chOff x="3044965" y="2435220"/>
              <a:chExt cx="400194" cy="324316"/>
            </a:xfrm>
          </p:grpSpPr>
          <p:sp>
            <p:nvSpPr>
              <p:cNvPr id="2197" name="Google Shape;2197;p33"/>
              <p:cNvSpPr/>
              <p:nvPr/>
            </p:nvSpPr>
            <p:spPr>
              <a:xfrm>
                <a:off x="3105649" y="2649413"/>
                <a:ext cx="68329" cy="66864"/>
              </a:xfrm>
              <a:custGeom>
                <a:avLst/>
                <a:gdLst/>
                <a:ahLst/>
                <a:cxnLst/>
                <a:rect l="l" t="t" r="r" b="b"/>
                <a:pathLst>
                  <a:path w="2145" h="2099" extrusionOk="0">
                    <a:moveTo>
                      <a:pt x="1924" y="0"/>
                    </a:moveTo>
                    <a:cubicBezTo>
                      <a:pt x="1867" y="0"/>
                      <a:pt x="1811" y="21"/>
                      <a:pt x="1775" y="63"/>
                    </a:cubicBezTo>
                    <a:lnTo>
                      <a:pt x="84" y="1753"/>
                    </a:lnTo>
                    <a:cubicBezTo>
                      <a:pt x="1" y="1825"/>
                      <a:pt x="1" y="1956"/>
                      <a:pt x="84" y="2039"/>
                    </a:cubicBezTo>
                    <a:cubicBezTo>
                      <a:pt x="120" y="2087"/>
                      <a:pt x="168" y="2099"/>
                      <a:pt x="227" y="2099"/>
                    </a:cubicBezTo>
                    <a:cubicBezTo>
                      <a:pt x="275" y="2099"/>
                      <a:pt x="334" y="2075"/>
                      <a:pt x="382" y="2039"/>
                    </a:cubicBezTo>
                    <a:lnTo>
                      <a:pt x="2073" y="337"/>
                    </a:lnTo>
                    <a:cubicBezTo>
                      <a:pt x="2144" y="265"/>
                      <a:pt x="2144" y="134"/>
                      <a:pt x="2073" y="63"/>
                    </a:cubicBezTo>
                    <a:cubicBezTo>
                      <a:pt x="2037" y="21"/>
                      <a:pt x="1980" y="0"/>
                      <a:pt x="19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3"/>
              <p:cNvSpPr/>
              <p:nvPr/>
            </p:nvSpPr>
            <p:spPr>
              <a:xfrm>
                <a:off x="3297193" y="2649413"/>
                <a:ext cx="68297" cy="66864"/>
              </a:xfrm>
              <a:custGeom>
                <a:avLst/>
                <a:gdLst/>
                <a:ahLst/>
                <a:cxnLst/>
                <a:rect l="l" t="t" r="r" b="b"/>
                <a:pathLst>
                  <a:path w="2144" h="2099" extrusionOk="0">
                    <a:moveTo>
                      <a:pt x="1919" y="0"/>
                    </a:moveTo>
                    <a:cubicBezTo>
                      <a:pt x="1864" y="0"/>
                      <a:pt x="1810" y="21"/>
                      <a:pt x="1775" y="63"/>
                    </a:cubicBezTo>
                    <a:lnTo>
                      <a:pt x="84" y="1753"/>
                    </a:lnTo>
                    <a:cubicBezTo>
                      <a:pt x="1" y="1825"/>
                      <a:pt x="1" y="1956"/>
                      <a:pt x="84" y="2039"/>
                    </a:cubicBezTo>
                    <a:cubicBezTo>
                      <a:pt x="120" y="2087"/>
                      <a:pt x="167" y="2099"/>
                      <a:pt x="227" y="2099"/>
                    </a:cubicBezTo>
                    <a:cubicBezTo>
                      <a:pt x="286" y="2099"/>
                      <a:pt x="334" y="2075"/>
                      <a:pt x="382" y="2039"/>
                    </a:cubicBezTo>
                    <a:lnTo>
                      <a:pt x="2072" y="337"/>
                    </a:lnTo>
                    <a:cubicBezTo>
                      <a:pt x="2144" y="265"/>
                      <a:pt x="2144" y="134"/>
                      <a:pt x="2072" y="63"/>
                    </a:cubicBezTo>
                    <a:cubicBezTo>
                      <a:pt x="2031" y="21"/>
                      <a:pt x="1974" y="0"/>
                      <a:pt x="19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3"/>
              <p:cNvSpPr/>
              <p:nvPr/>
            </p:nvSpPr>
            <p:spPr>
              <a:xfrm>
                <a:off x="3044965" y="2435220"/>
                <a:ext cx="400194" cy="324316"/>
              </a:xfrm>
              <a:custGeom>
                <a:avLst/>
                <a:gdLst/>
                <a:ahLst/>
                <a:cxnLst/>
                <a:rect l="l" t="t" r="r" b="b"/>
                <a:pathLst>
                  <a:path w="12563" h="10181" extrusionOk="0">
                    <a:moveTo>
                      <a:pt x="822" y="7358"/>
                    </a:moveTo>
                    <a:cubicBezTo>
                      <a:pt x="787" y="7465"/>
                      <a:pt x="787" y="7573"/>
                      <a:pt x="787" y="7680"/>
                    </a:cubicBezTo>
                    <a:cubicBezTo>
                      <a:pt x="787" y="7751"/>
                      <a:pt x="787" y="7823"/>
                      <a:pt x="811" y="7918"/>
                    </a:cubicBezTo>
                    <a:lnTo>
                      <a:pt x="632" y="7918"/>
                    </a:lnTo>
                    <a:cubicBezTo>
                      <a:pt x="525" y="7918"/>
                      <a:pt x="418" y="7823"/>
                      <a:pt x="418" y="7704"/>
                    </a:cubicBezTo>
                    <a:lnTo>
                      <a:pt x="418" y="7573"/>
                    </a:lnTo>
                    <a:cubicBezTo>
                      <a:pt x="418" y="7465"/>
                      <a:pt x="513" y="7358"/>
                      <a:pt x="632" y="7358"/>
                    </a:cubicBezTo>
                    <a:close/>
                    <a:moveTo>
                      <a:pt x="11955" y="7358"/>
                    </a:moveTo>
                    <a:cubicBezTo>
                      <a:pt x="12062" y="7358"/>
                      <a:pt x="12157" y="7454"/>
                      <a:pt x="12157" y="7573"/>
                    </a:cubicBezTo>
                    <a:lnTo>
                      <a:pt x="12169" y="7704"/>
                    </a:lnTo>
                    <a:cubicBezTo>
                      <a:pt x="12169" y="7811"/>
                      <a:pt x="12074" y="7918"/>
                      <a:pt x="11955" y="7918"/>
                    </a:cubicBezTo>
                    <a:lnTo>
                      <a:pt x="11776" y="7918"/>
                    </a:lnTo>
                    <a:cubicBezTo>
                      <a:pt x="11776" y="7835"/>
                      <a:pt x="11788" y="7763"/>
                      <a:pt x="11788" y="7668"/>
                    </a:cubicBezTo>
                    <a:cubicBezTo>
                      <a:pt x="11788" y="7573"/>
                      <a:pt x="11776" y="7465"/>
                      <a:pt x="11764" y="7358"/>
                    </a:cubicBezTo>
                    <a:close/>
                    <a:moveTo>
                      <a:pt x="3299" y="6263"/>
                    </a:moveTo>
                    <a:cubicBezTo>
                      <a:pt x="3918" y="6263"/>
                      <a:pt x="4466" y="6441"/>
                      <a:pt x="4859" y="6739"/>
                    </a:cubicBezTo>
                    <a:lnTo>
                      <a:pt x="4442" y="7156"/>
                    </a:lnTo>
                    <a:cubicBezTo>
                      <a:pt x="4371" y="7227"/>
                      <a:pt x="4371" y="7358"/>
                      <a:pt x="4442" y="7442"/>
                    </a:cubicBezTo>
                    <a:cubicBezTo>
                      <a:pt x="4490" y="7477"/>
                      <a:pt x="4525" y="7501"/>
                      <a:pt x="4585" y="7501"/>
                    </a:cubicBezTo>
                    <a:cubicBezTo>
                      <a:pt x="4644" y="7501"/>
                      <a:pt x="4692" y="7477"/>
                      <a:pt x="4740" y="7442"/>
                    </a:cubicBezTo>
                    <a:lnTo>
                      <a:pt x="5156" y="7025"/>
                    </a:lnTo>
                    <a:cubicBezTo>
                      <a:pt x="5299" y="7215"/>
                      <a:pt x="5394" y="7442"/>
                      <a:pt x="5394" y="7692"/>
                    </a:cubicBezTo>
                    <a:cubicBezTo>
                      <a:pt x="5383" y="8835"/>
                      <a:pt x="4442" y="9775"/>
                      <a:pt x="3275" y="9775"/>
                    </a:cubicBezTo>
                    <a:cubicBezTo>
                      <a:pt x="3013" y="9775"/>
                      <a:pt x="2763" y="9728"/>
                      <a:pt x="2525" y="9620"/>
                    </a:cubicBezTo>
                    <a:lnTo>
                      <a:pt x="4156" y="7989"/>
                    </a:lnTo>
                    <a:cubicBezTo>
                      <a:pt x="4228" y="7918"/>
                      <a:pt x="4228" y="7775"/>
                      <a:pt x="4156" y="7704"/>
                    </a:cubicBezTo>
                    <a:cubicBezTo>
                      <a:pt x="4121" y="7668"/>
                      <a:pt x="4070" y="7650"/>
                      <a:pt x="4018" y="7650"/>
                    </a:cubicBezTo>
                    <a:cubicBezTo>
                      <a:pt x="3966" y="7650"/>
                      <a:pt x="3912" y="7668"/>
                      <a:pt x="3870" y="7704"/>
                    </a:cubicBezTo>
                    <a:lnTo>
                      <a:pt x="2144" y="9430"/>
                    </a:lnTo>
                    <a:cubicBezTo>
                      <a:pt x="1573" y="9061"/>
                      <a:pt x="1192" y="8406"/>
                      <a:pt x="1192" y="7680"/>
                    </a:cubicBezTo>
                    <a:cubicBezTo>
                      <a:pt x="1192" y="6882"/>
                      <a:pt x="2132" y="6263"/>
                      <a:pt x="3299" y="6263"/>
                    </a:cubicBezTo>
                    <a:close/>
                    <a:moveTo>
                      <a:pt x="9324" y="6275"/>
                    </a:moveTo>
                    <a:cubicBezTo>
                      <a:pt x="9943" y="6275"/>
                      <a:pt x="10502" y="6453"/>
                      <a:pt x="10883" y="6751"/>
                    </a:cubicBezTo>
                    <a:lnTo>
                      <a:pt x="10467" y="7168"/>
                    </a:lnTo>
                    <a:cubicBezTo>
                      <a:pt x="10395" y="7239"/>
                      <a:pt x="10395" y="7370"/>
                      <a:pt x="10467" y="7454"/>
                    </a:cubicBezTo>
                    <a:cubicBezTo>
                      <a:pt x="10514" y="7489"/>
                      <a:pt x="10562" y="7513"/>
                      <a:pt x="10621" y="7513"/>
                    </a:cubicBezTo>
                    <a:cubicBezTo>
                      <a:pt x="10657" y="7513"/>
                      <a:pt x="10717" y="7489"/>
                      <a:pt x="10764" y="7454"/>
                    </a:cubicBezTo>
                    <a:lnTo>
                      <a:pt x="11181" y="7037"/>
                    </a:lnTo>
                    <a:cubicBezTo>
                      <a:pt x="11336" y="7227"/>
                      <a:pt x="11419" y="7454"/>
                      <a:pt x="11419" y="7704"/>
                    </a:cubicBezTo>
                    <a:cubicBezTo>
                      <a:pt x="11407" y="8835"/>
                      <a:pt x="10467" y="9775"/>
                      <a:pt x="9312" y="9775"/>
                    </a:cubicBezTo>
                    <a:cubicBezTo>
                      <a:pt x="9038" y="9775"/>
                      <a:pt x="8788" y="9728"/>
                      <a:pt x="8550" y="9620"/>
                    </a:cubicBezTo>
                    <a:lnTo>
                      <a:pt x="10181" y="7989"/>
                    </a:lnTo>
                    <a:cubicBezTo>
                      <a:pt x="10264" y="7918"/>
                      <a:pt x="10264" y="7775"/>
                      <a:pt x="10181" y="7704"/>
                    </a:cubicBezTo>
                    <a:cubicBezTo>
                      <a:pt x="10145" y="7668"/>
                      <a:pt x="10094" y="7650"/>
                      <a:pt x="10044" y="7650"/>
                    </a:cubicBezTo>
                    <a:cubicBezTo>
                      <a:pt x="9993" y="7650"/>
                      <a:pt x="9943" y="7668"/>
                      <a:pt x="9907" y="7704"/>
                    </a:cubicBezTo>
                    <a:lnTo>
                      <a:pt x="8181" y="9442"/>
                    </a:lnTo>
                    <a:cubicBezTo>
                      <a:pt x="7597" y="9073"/>
                      <a:pt x="7228" y="8418"/>
                      <a:pt x="7228" y="7692"/>
                    </a:cubicBezTo>
                    <a:cubicBezTo>
                      <a:pt x="7228" y="6894"/>
                      <a:pt x="8157" y="6275"/>
                      <a:pt x="9324" y="6275"/>
                    </a:cubicBezTo>
                    <a:close/>
                    <a:moveTo>
                      <a:pt x="2751" y="0"/>
                    </a:moveTo>
                    <a:cubicBezTo>
                      <a:pt x="2239" y="0"/>
                      <a:pt x="1787" y="345"/>
                      <a:pt x="1656" y="857"/>
                    </a:cubicBezTo>
                    <a:lnTo>
                      <a:pt x="13" y="7418"/>
                    </a:lnTo>
                    <a:cubicBezTo>
                      <a:pt x="1" y="7465"/>
                      <a:pt x="1" y="7513"/>
                      <a:pt x="1" y="7573"/>
                    </a:cubicBezTo>
                    <a:lnTo>
                      <a:pt x="1" y="7704"/>
                    </a:lnTo>
                    <a:cubicBezTo>
                      <a:pt x="1" y="8037"/>
                      <a:pt x="275" y="8311"/>
                      <a:pt x="608" y="8311"/>
                    </a:cubicBezTo>
                    <a:lnTo>
                      <a:pt x="846" y="8311"/>
                    </a:lnTo>
                    <a:cubicBezTo>
                      <a:pt x="1037" y="8989"/>
                      <a:pt x="1465" y="9537"/>
                      <a:pt x="2037" y="9859"/>
                    </a:cubicBezTo>
                    <a:cubicBezTo>
                      <a:pt x="2061" y="9859"/>
                      <a:pt x="2061" y="9882"/>
                      <a:pt x="2073" y="9882"/>
                    </a:cubicBezTo>
                    <a:cubicBezTo>
                      <a:pt x="2430" y="10073"/>
                      <a:pt x="2835" y="10180"/>
                      <a:pt x="3263" y="10180"/>
                    </a:cubicBezTo>
                    <a:cubicBezTo>
                      <a:pt x="4609" y="10180"/>
                      <a:pt x="5704" y="9108"/>
                      <a:pt x="5764" y="7763"/>
                    </a:cubicBezTo>
                    <a:cubicBezTo>
                      <a:pt x="5918" y="7656"/>
                      <a:pt x="6097" y="7596"/>
                      <a:pt x="6287" y="7596"/>
                    </a:cubicBezTo>
                    <a:cubicBezTo>
                      <a:pt x="6478" y="7596"/>
                      <a:pt x="6657" y="7656"/>
                      <a:pt x="6811" y="7763"/>
                    </a:cubicBezTo>
                    <a:cubicBezTo>
                      <a:pt x="6835" y="8656"/>
                      <a:pt x="7347" y="9430"/>
                      <a:pt x="8085" y="9847"/>
                    </a:cubicBezTo>
                    <a:cubicBezTo>
                      <a:pt x="8097" y="9847"/>
                      <a:pt x="8097" y="9859"/>
                      <a:pt x="8121" y="9859"/>
                    </a:cubicBezTo>
                    <a:cubicBezTo>
                      <a:pt x="8478" y="10061"/>
                      <a:pt x="8871" y="10156"/>
                      <a:pt x="9312" y="10156"/>
                    </a:cubicBezTo>
                    <a:cubicBezTo>
                      <a:pt x="10467" y="10156"/>
                      <a:pt x="11455" y="9370"/>
                      <a:pt x="11717" y="8299"/>
                    </a:cubicBezTo>
                    <a:lnTo>
                      <a:pt x="11955" y="8299"/>
                    </a:lnTo>
                    <a:cubicBezTo>
                      <a:pt x="12288" y="8299"/>
                      <a:pt x="12562" y="8037"/>
                      <a:pt x="12562" y="7692"/>
                    </a:cubicBezTo>
                    <a:lnTo>
                      <a:pt x="12562" y="7561"/>
                    </a:lnTo>
                    <a:cubicBezTo>
                      <a:pt x="12562" y="7525"/>
                      <a:pt x="12562" y="7465"/>
                      <a:pt x="12550" y="7418"/>
                    </a:cubicBezTo>
                    <a:lnTo>
                      <a:pt x="10919" y="857"/>
                    </a:lnTo>
                    <a:cubicBezTo>
                      <a:pt x="10800" y="357"/>
                      <a:pt x="10336" y="0"/>
                      <a:pt x="9812" y="0"/>
                    </a:cubicBezTo>
                    <a:cubicBezTo>
                      <a:pt x="9705" y="0"/>
                      <a:pt x="9621" y="84"/>
                      <a:pt x="9621" y="191"/>
                    </a:cubicBezTo>
                    <a:cubicBezTo>
                      <a:pt x="9621" y="298"/>
                      <a:pt x="9705" y="381"/>
                      <a:pt x="9812" y="381"/>
                    </a:cubicBezTo>
                    <a:cubicBezTo>
                      <a:pt x="10157" y="381"/>
                      <a:pt x="10443" y="607"/>
                      <a:pt x="10526" y="929"/>
                    </a:cubicBezTo>
                    <a:lnTo>
                      <a:pt x="12014" y="6942"/>
                    </a:lnTo>
                    <a:lnTo>
                      <a:pt x="11598" y="6942"/>
                    </a:lnTo>
                    <a:cubicBezTo>
                      <a:pt x="11467" y="6727"/>
                      <a:pt x="11288" y="6525"/>
                      <a:pt x="11038" y="6346"/>
                    </a:cubicBezTo>
                    <a:cubicBezTo>
                      <a:pt x="10574" y="6025"/>
                      <a:pt x="9943" y="5846"/>
                      <a:pt x="9288" y="5846"/>
                    </a:cubicBezTo>
                    <a:cubicBezTo>
                      <a:pt x="8633" y="5846"/>
                      <a:pt x="8026" y="6025"/>
                      <a:pt x="7550" y="6346"/>
                    </a:cubicBezTo>
                    <a:cubicBezTo>
                      <a:pt x="7180" y="6620"/>
                      <a:pt x="6918" y="6942"/>
                      <a:pt x="6835" y="7299"/>
                    </a:cubicBezTo>
                    <a:cubicBezTo>
                      <a:pt x="6668" y="7215"/>
                      <a:pt x="6478" y="7168"/>
                      <a:pt x="6287" y="7168"/>
                    </a:cubicBezTo>
                    <a:cubicBezTo>
                      <a:pt x="6097" y="7168"/>
                      <a:pt x="5895" y="7215"/>
                      <a:pt x="5728" y="7299"/>
                    </a:cubicBezTo>
                    <a:cubicBezTo>
                      <a:pt x="5645" y="6942"/>
                      <a:pt x="5394" y="6596"/>
                      <a:pt x="5025" y="6346"/>
                    </a:cubicBezTo>
                    <a:cubicBezTo>
                      <a:pt x="4561" y="6025"/>
                      <a:pt x="3930" y="5846"/>
                      <a:pt x="3275" y="5846"/>
                    </a:cubicBezTo>
                    <a:cubicBezTo>
                      <a:pt x="2620" y="5846"/>
                      <a:pt x="2013" y="6025"/>
                      <a:pt x="1537" y="6346"/>
                    </a:cubicBezTo>
                    <a:cubicBezTo>
                      <a:pt x="1299" y="6525"/>
                      <a:pt x="1108" y="6727"/>
                      <a:pt x="965" y="6942"/>
                    </a:cubicBezTo>
                    <a:lnTo>
                      <a:pt x="549" y="6942"/>
                    </a:lnTo>
                    <a:lnTo>
                      <a:pt x="2037" y="929"/>
                    </a:lnTo>
                    <a:cubicBezTo>
                      <a:pt x="2120" y="607"/>
                      <a:pt x="2418" y="381"/>
                      <a:pt x="2751" y="381"/>
                    </a:cubicBezTo>
                    <a:cubicBezTo>
                      <a:pt x="2858" y="381"/>
                      <a:pt x="2954" y="298"/>
                      <a:pt x="2954" y="191"/>
                    </a:cubicBezTo>
                    <a:cubicBezTo>
                      <a:pt x="2954" y="84"/>
                      <a:pt x="2858" y="0"/>
                      <a:pt x="27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0" name="Google Shape;2200;p33"/>
            <p:cNvSpPr/>
            <p:nvPr/>
          </p:nvSpPr>
          <p:spPr>
            <a:xfrm rot="3220723">
              <a:off x="3290798" y="3590596"/>
              <a:ext cx="210523" cy="357688"/>
            </a:xfrm>
            <a:custGeom>
              <a:avLst/>
              <a:gdLst/>
              <a:ahLst/>
              <a:cxnLst/>
              <a:rect l="l" t="t" r="r" b="b"/>
              <a:pathLst>
                <a:path w="6609" h="11229" extrusionOk="0">
                  <a:moveTo>
                    <a:pt x="3310" y="1941"/>
                  </a:moveTo>
                  <a:cubicBezTo>
                    <a:pt x="3632" y="1941"/>
                    <a:pt x="3918" y="2227"/>
                    <a:pt x="3918" y="2572"/>
                  </a:cubicBezTo>
                  <a:lnTo>
                    <a:pt x="3918" y="2882"/>
                  </a:lnTo>
                  <a:cubicBezTo>
                    <a:pt x="3918" y="3037"/>
                    <a:pt x="3799" y="3156"/>
                    <a:pt x="3644" y="3156"/>
                  </a:cubicBezTo>
                  <a:lnTo>
                    <a:pt x="2953" y="3156"/>
                  </a:lnTo>
                  <a:cubicBezTo>
                    <a:pt x="2798" y="3156"/>
                    <a:pt x="2679" y="3037"/>
                    <a:pt x="2679" y="2882"/>
                  </a:cubicBezTo>
                  <a:lnTo>
                    <a:pt x="2679" y="2572"/>
                  </a:lnTo>
                  <a:cubicBezTo>
                    <a:pt x="2679" y="2227"/>
                    <a:pt x="2965" y="1941"/>
                    <a:pt x="3310" y="1941"/>
                  </a:cubicBezTo>
                  <a:close/>
                  <a:moveTo>
                    <a:pt x="3918" y="10371"/>
                  </a:moveTo>
                  <a:lnTo>
                    <a:pt x="3918" y="10633"/>
                  </a:lnTo>
                  <a:lnTo>
                    <a:pt x="3906" y="10633"/>
                  </a:lnTo>
                  <a:cubicBezTo>
                    <a:pt x="3906" y="10788"/>
                    <a:pt x="3787" y="10907"/>
                    <a:pt x="3632" y="10907"/>
                  </a:cubicBezTo>
                  <a:lnTo>
                    <a:pt x="2929" y="10907"/>
                  </a:lnTo>
                  <a:cubicBezTo>
                    <a:pt x="2787" y="10907"/>
                    <a:pt x="2668" y="10788"/>
                    <a:pt x="2668" y="10633"/>
                  </a:cubicBezTo>
                  <a:lnTo>
                    <a:pt x="2668" y="10371"/>
                  </a:lnTo>
                  <a:close/>
                  <a:moveTo>
                    <a:pt x="2572" y="1"/>
                  </a:moveTo>
                  <a:cubicBezTo>
                    <a:pt x="1144" y="1"/>
                    <a:pt x="1" y="1156"/>
                    <a:pt x="1" y="2572"/>
                  </a:cubicBezTo>
                  <a:lnTo>
                    <a:pt x="1" y="2751"/>
                  </a:lnTo>
                  <a:cubicBezTo>
                    <a:pt x="1" y="2834"/>
                    <a:pt x="72" y="2918"/>
                    <a:pt x="167" y="2918"/>
                  </a:cubicBezTo>
                  <a:cubicBezTo>
                    <a:pt x="251" y="2918"/>
                    <a:pt x="334" y="2834"/>
                    <a:pt x="334" y="2751"/>
                  </a:cubicBezTo>
                  <a:lnTo>
                    <a:pt x="334" y="2572"/>
                  </a:lnTo>
                  <a:cubicBezTo>
                    <a:pt x="334" y="1334"/>
                    <a:pt x="1346" y="322"/>
                    <a:pt x="2572" y="322"/>
                  </a:cubicBezTo>
                  <a:lnTo>
                    <a:pt x="3132" y="322"/>
                  </a:lnTo>
                  <a:lnTo>
                    <a:pt x="3132" y="1632"/>
                  </a:lnTo>
                  <a:cubicBezTo>
                    <a:pt x="2679" y="1703"/>
                    <a:pt x="2334" y="2096"/>
                    <a:pt x="2334" y="2572"/>
                  </a:cubicBezTo>
                  <a:lnTo>
                    <a:pt x="2334" y="2882"/>
                  </a:lnTo>
                  <a:cubicBezTo>
                    <a:pt x="2334" y="3204"/>
                    <a:pt x="2608" y="3489"/>
                    <a:pt x="2953" y="3489"/>
                  </a:cubicBezTo>
                  <a:lnTo>
                    <a:pt x="3644" y="3489"/>
                  </a:lnTo>
                  <a:cubicBezTo>
                    <a:pt x="3977" y="3489"/>
                    <a:pt x="4263" y="3227"/>
                    <a:pt x="4263" y="2882"/>
                  </a:cubicBezTo>
                  <a:lnTo>
                    <a:pt x="4263" y="2572"/>
                  </a:lnTo>
                  <a:cubicBezTo>
                    <a:pt x="4263" y="2108"/>
                    <a:pt x="3918" y="1703"/>
                    <a:pt x="3465" y="1632"/>
                  </a:cubicBezTo>
                  <a:lnTo>
                    <a:pt x="3465" y="322"/>
                  </a:lnTo>
                  <a:lnTo>
                    <a:pt x="4025" y="322"/>
                  </a:lnTo>
                  <a:cubicBezTo>
                    <a:pt x="5251" y="322"/>
                    <a:pt x="6263" y="1334"/>
                    <a:pt x="6263" y="2572"/>
                  </a:cubicBezTo>
                  <a:lnTo>
                    <a:pt x="6263" y="3632"/>
                  </a:lnTo>
                  <a:lnTo>
                    <a:pt x="5882" y="3632"/>
                  </a:lnTo>
                  <a:cubicBezTo>
                    <a:pt x="5549" y="3632"/>
                    <a:pt x="5275" y="3894"/>
                    <a:pt x="5275" y="4239"/>
                  </a:cubicBezTo>
                  <a:lnTo>
                    <a:pt x="5275" y="4430"/>
                  </a:lnTo>
                  <a:cubicBezTo>
                    <a:pt x="5275" y="4525"/>
                    <a:pt x="5346" y="4597"/>
                    <a:pt x="5430" y="4597"/>
                  </a:cubicBezTo>
                  <a:cubicBezTo>
                    <a:pt x="5525" y="4597"/>
                    <a:pt x="5596" y="4525"/>
                    <a:pt x="5596" y="4430"/>
                  </a:cubicBezTo>
                  <a:lnTo>
                    <a:pt x="5596" y="4239"/>
                  </a:lnTo>
                  <a:cubicBezTo>
                    <a:pt x="5596" y="4085"/>
                    <a:pt x="5716" y="3966"/>
                    <a:pt x="5870" y="3966"/>
                  </a:cubicBezTo>
                  <a:lnTo>
                    <a:pt x="6251" y="3966"/>
                  </a:lnTo>
                  <a:lnTo>
                    <a:pt x="6251" y="7264"/>
                  </a:lnTo>
                  <a:lnTo>
                    <a:pt x="5870" y="7264"/>
                  </a:lnTo>
                  <a:cubicBezTo>
                    <a:pt x="5716" y="7264"/>
                    <a:pt x="5596" y="7144"/>
                    <a:pt x="5596" y="6990"/>
                  </a:cubicBezTo>
                  <a:lnTo>
                    <a:pt x="5596" y="5216"/>
                  </a:lnTo>
                  <a:cubicBezTo>
                    <a:pt x="5596" y="5132"/>
                    <a:pt x="5525" y="5061"/>
                    <a:pt x="5430" y="5061"/>
                  </a:cubicBezTo>
                  <a:cubicBezTo>
                    <a:pt x="5346" y="5061"/>
                    <a:pt x="5275" y="5132"/>
                    <a:pt x="5275" y="5216"/>
                  </a:cubicBezTo>
                  <a:lnTo>
                    <a:pt x="5275" y="6990"/>
                  </a:lnTo>
                  <a:cubicBezTo>
                    <a:pt x="5275" y="7323"/>
                    <a:pt x="5537" y="7597"/>
                    <a:pt x="5882" y="7597"/>
                  </a:cubicBezTo>
                  <a:lnTo>
                    <a:pt x="6263" y="7597"/>
                  </a:lnTo>
                  <a:lnTo>
                    <a:pt x="6263" y="8228"/>
                  </a:lnTo>
                  <a:cubicBezTo>
                    <a:pt x="6263" y="9228"/>
                    <a:pt x="5454" y="10038"/>
                    <a:pt x="4453" y="10038"/>
                  </a:cubicBezTo>
                  <a:lnTo>
                    <a:pt x="2144" y="10038"/>
                  </a:lnTo>
                  <a:cubicBezTo>
                    <a:pt x="1144" y="10038"/>
                    <a:pt x="334" y="9228"/>
                    <a:pt x="334" y="8228"/>
                  </a:cubicBezTo>
                  <a:lnTo>
                    <a:pt x="334" y="7597"/>
                  </a:lnTo>
                  <a:lnTo>
                    <a:pt x="715" y="7597"/>
                  </a:lnTo>
                  <a:cubicBezTo>
                    <a:pt x="1048" y="7597"/>
                    <a:pt x="1322" y="7335"/>
                    <a:pt x="1322" y="6990"/>
                  </a:cubicBezTo>
                  <a:lnTo>
                    <a:pt x="1322" y="6811"/>
                  </a:lnTo>
                  <a:cubicBezTo>
                    <a:pt x="1322" y="6728"/>
                    <a:pt x="1251" y="6644"/>
                    <a:pt x="1167" y="6644"/>
                  </a:cubicBezTo>
                  <a:cubicBezTo>
                    <a:pt x="1072" y="6644"/>
                    <a:pt x="1001" y="6728"/>
                    <a:pt x="1001" y="6811"/>
                  </a:cubicBezTo>
                  <a:lnTo>
                    <a:pt x="1001" y="6990"/>
                  </a:lnTo>
                  <a:cubicBezTo>
                    <a:pt x="1001" y="7144"/>
                    <a:pt x="882" y="7264"/>
                    <a:pt x="727" y="7264"/>
                  </a:cubicBezTo>
                  <a:lnTo>
                    <a:pt x="346" y="7264"/>
                  </a:lnTo>
                  <a:lnTo>
                    <a:pt x="346" y="3966"/>
                  </a:lnTo>
                  <a:lnTo>
                    <a:pt x="727" y="3966"/>
                  </a:lnTo>
                  <a:cubicBezTo>
                    <a:pt x="882" y="3966"/>
                    <a:pt x="1001" y="4085"/>
                    <a:pt x="1001" y="4239"/>
                  </a:cubicBezTo>
                  <a:lnTo>
                    <a:pt x="1001" y="6037"/>
                  </a:lnTo>
                  <a:cubicBezTo>
                    <a:pt x="1001" y="6132"/>
                    <a:pt x="1072" y="6204"/>
                    <a:pt x="1167" y="6204"/>
                  </a:cubicBezTo>
                  <a:cubicBezTo>
                    <a:pt x="1251" y="6204"/>
                    <a:pt x="1322" y="6132"/>
                    <a:pt x="1322" y="6037"/>
                  </a:cubicBezTo>
                  <a:lnTo>
                    <a:pt x="1322" y="4239"/>
                  </a:lnTo>
                  <a:cubicBezTo>
                    <a:pt x="1322" y="3906"/>
                    <a:pt x="1060" y="3620"/>
                    <a:pt x="715" y="3620"/>
                  </a:cubicBezTo>
                  <a:lnTo>
                    <a:pt x="334" y="3620"/>
                  </a:lnTo>
                  <a:lnTo>
                    <a:pt x="334" y="3501"/>
                  </a:lnTo>
                  <a:cubicBezTo>
                    <a:pt x="334" y="3418"/>
                    <a:pt x="251" y="3346"/>
                    <a:pt x="167" y="3346"/>
                  </a:cubicBezTo>
                  <a:cubicBezTo>
                    <a:pt x="72" y="3346"/>
                    <a:pt x="1" y="3418"/>
                    <a:pt x="1" y="3501"/>
                  </a:cubicBezTo>
                  <a:lnTo>
                    <a:pt x="1" y="8216"/>
                  </a:lnTo>
                  <a:cubicBezTo>
                    <a:pt x="1" y="9383"/>
                    <a:pt x="953" y="10347"/>
                    <a:pt x="2144" y="10347"/>
                  </a:cubicBezTo>
                  <a:lnTo>
                    <a:pt x="2334" y="10347"/>
                  </a:lnTo>
                  <a:lnTo>
                    <a:pt x="2334" y="10621"/>
                  </a:lnTo>
                  <a:cubicBezTo>
                    <a:pt x="2334" y="10943"/>
                    <a:pt x="2608" y="11228"/>
                    <a:pt x="2953" y="11228"/>
                  </a:cubicBezTo>
                  <a:lnTo>
                    <a:pt x="3644" y="11228"/>
                  </a:lnTo>
                  <a:cubicBezTo>
                    <a:pt x="3977" y="11228"/>
                    <a:pt x="4263" y="10966"/>
                    <a:pt x="4263" y="10621"/>
                  </a:cubicBezTo>
                  <a:lnTo>
                    <a:pt x="4263" y="10347"/>
                  </a:lnTo>
                  <a:lnTo>
                    <a:pt x="4465" y="10347"/>
                  </a:lnTo>
                  <a:cubicBezTo>
                    <a:pt x="5644" y="10347"/>
                    <a:pt x="6608" y="9407"/>
                    <a:pt x="6608" y="8216"/>
                  </a:cubicBezTo>
                  <a:lnTo>
                    <a:pt x="6608" y="2572"/>
                  </a:lnTo>
                  <a:cubicBezTo>
                    <a:pt x="6585" y="1156"/>
                    <a:pt x="5418" y="1"/>
                    <a:pt x="40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1" name="Google Shape;2201;p33"/>
          <p:cNvSpPr txBox="1">
            <a:spLocks noGrp="1"/>
          </p:cNvSpPr>
          <p:nvPr>
            <p:ph type="title"/>
          </p:nvPr>
        </p:nvSpPr>
        <p:spPr>
          <a:xfrm>
            <a:off x="719950" y="539925"/>
            <a:ext cx="7704000" cy="5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Front End Technology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52"/>
        <p:cNvGrpSpPr/>
        <p:nvPr/>
      </p:nvGrpSpPr>
      <p:grpSpPr>
        <a:xfrm>
          <a:off x="0" y="0"/>
          <a:ext cx="0" cy="0"/>
          <a:chOff x="0" y="0"/>
          <a:chExt cx="0" cy="0"/>
        </a:xfrm>
      </p:grpSpPr>
      <p:grpSp>
        <p:nvGrpSpPr>
          <p:cNvPr id="1553" name="Google Shape;1553;p28"/>
          <p:cNvGrpSpPr/>
          <p:nvPr/>
        </p:nvGrpSpPr>
        <p:grpSpPr>
          <a:xfrm>
            <a:off x="669086" y="1986088"/>
            <a:ext cx="2726394" cy="2520235"/>
            <a:chOff x="1028188" y="1672490"/>
            <a:chExt cx="2726394" cy="2520235"/>
          </a:xfrm>
        </p:grpSpPr>
        <p:sp>
          <p:nvSpPr>
            <p:cNvPr id="1554" name="Google Shape;1554;p28"/>
            <p:cNvSpPr/>
            <p:nvPr/>
          </p:nvSpPr>
          <p:spPr>
            <a:xfrm>
              <a:off x="2873650" y="3824367"/>
              <a:ext cx="139892" cy="139656"/>
            </a:xfrm>
            <a:custGeom>
              <a:avLst/>
              <a:gdLst/>
              <a:ahLst/>
              <a:cxnLst/>
              <a:rect l="l" t="t" r="r" b="b"/>
              <a:pathLst>
                <a:path w="6537" h="6526" extrusionOk="0">
                  <a:moveTo>
                    <a:pt x="3045" y="0"/>
                  </a:moveTo>
                  <a:cubicBezTo>
                    <a:pt x="2842" y="0"/>
                    <a:pt x="2639" y="41"/>
                    <a:pt x="2436" y="122"/>
                  </a:cubicBezTo>
                  <a:cubicBezTo>
                    <a:pt x="2193" y="162"/>
                    <a:pt x="2030" y="244"/>
                    <a:pt x="1827" y="325"/>
                  </a:cubicBezTo>
                  <a:cubicBezTo>
                    <a:pt x="1624" y="447"/>
                    <a:pt x="1462" y="528"/>
                    <a:pt x="1259" y="690"/>
                  </a:cubicBezTo>
                  <a:cubicBezTo>
                    <a:pt x="1097" y="812"/>
                    <a:pt x="934" y="934"/>
                    <a:pt x="813" y="1096"/>
                  </a:cubicBezTo>
                  <a:cubicBezTo>
                    <a:pt x="650" y="1259"/>
                    <a:pt x="528" y="1462"/>
                    <a:pt x="447" y="1624"/>
                  </a:cubicBezTo>
                  <a:cubicBezTo>
                    <a:pt x="325" y="1827"/>
                    <a:pt x="244" y="2030"/>
                    <a:pt x="163" y="2233"/>
                  </a:cubicBezTo>
                  <a:cubicBezTo>
                    <a:pt x="122" y="2436"/>
                    <a:pt x="41" y="2639"/>
                    <a:pt x="41" y="2842"/>
                  </a:cubicBezTo>
                  <a:cubicBezTo>
                    <a:pt x="1" y="3045"/>
                    <a:pt x="1" y="3248"/>
                    <a:pt x="1" y="3491"/>
                  </a:cubicBezTo>
                  <a:cubicBezTo>
                    <a:pt x="41" y="3694"/>
                    <a:pt x="82" y="3897"/>
                    <a:pt x="122" y="4100"/>
                  </a:cubicBezTo>
                  <a:cubicBezTo>
                    <a:pt x="163" y="4303"/>
                    <a:pt x="244" y="4506"/>
                    <a:pt x="366" y="4709"/>
                  </a:cubicBezTo>
                  <a:cubicBezTo>
                    <a:pt x="447" y="4912"/>
                    <a:pt x="569" y="5074"/>
                    <a:pt x="691" y="5237"/>
                  </a:cubicBezTo>
                  <a:cubicBezTo>
                    <a:pt x="813" y="5440"/>
                    <a:pt x="975" y="5562"/>
                    <a:pt x="1137" y="5724"/>
                  </a:cubicBezTo>
                  <a:cubicBezTo>
                    <a:pt x="1300" y="5846"/>
                    <a:pt x="1462" y="5968"/>
                    <a:pt x="1665" y="6089"/>
                  </a:cubicBezTo>
                  <a:cubicBezTo>
                    <a:pt x="1827" y="6211"/>
                    <a:pt x="2030" y="6292"/>
                    <a:pt x="2233" y="6333"/>
                  </a:cubicBezTo>
                  <a:cubicBezTo>
                    <a:pt x="2436" y="6414"/>
                    <a:pt x="2639" y="6455"/>
                    <a:pt x="2842" y="6495"/>
                  </a:cubicBezTo>
                  <a:cubicBezTo>
                    <a:pt x="2964" y="6516"/>
                    <a:pt x="3076" y="6526"/>
                    <a:pt x="3182" y="6526"/>
                  </a:cubicBezTo>
                  <a:cubicBezTo>
                    <a:pt x="3289" y="6526"/>
                    <a:pt x="3390" y="6516"/>
                    <a:pt x="3492" y="6495"/>
                  </a:cubicBezTo>
                  <a:cubicBezTo>
                    <a:pt x="3695" y="6495"/>
                    <a:pt x="3898" y="6455"/>
                    <a:pt x="4141" y="6414"/>
                  </a:cubicBezTo>
                  <a:cubicBezTo>
                    <a:pt x="4344" y="6333"/>
                    <a:pt x="4547" y="6292"/>
                    <a:pt x="4710" y="6171"/>
                  </a:cubicBezTo>
                  <a:cubicBezTo>
                    <a:pt x="4913" y="6089"/>
                    <a:pt x="5116" y="5968"/>
                    <a:pt x="5278" y="5846"/>
                  </a:cubicBezTo>
                  <a:cubicBezTo>
                    <a:pt x="5440" y="5724"/>
                    <a:pt x="5603" y="5562"/>
                    <a:pt x="5725" y="5399"/>
                  </a:cubicBezTo>
                  <a:cubicBezTo>
                    <a:pt x="5887" y="5237"/>
                    <a:pt x="6009" y="5074"/>
                    <a:pt x="6090" y="4872"/>
                  </a:cubicBezTo>
                  <a:cubicBezTo>
                    <a:pt x="6212" y="4709"/>
                    <a:pt x="6293" y="4506"/>
                    <a:pt x="6374" y="4303"/>
                  </a:cubicBezTo>
                  <a:cubicBezTo>
                    <a:pt x="6415" y="4100"/>
                    <a:pt x="6496" y="3897"/>
                    <a:pt x="6496" y="3694"/>
                  </a:cubicBezTo>
                  <a:cubicBezTo>
                    <a:pt x="6536" y="3451"/>
                    <a:pt x="6536" y="3248"/>
                    <a:pt x="6536" y="3045"/>
                  </a:cubicBezTo>
                  <a:cubicBezTo>
                    <a:pt x="6496" y="2842"/>
                    <a:pt x="6496" y="2598"/>
                    <a:pt x="6415" y="2395"/>
                  </a:cubicBezTo>
                  <a:cubicBezTo>
                    <a:pt x="6374" y="2192"/>
                    <a:pt x="6293" y="1989"/>
                    <a:pt x="6212" y="1827"/>
                  </a:cubicBezTo>
                  <a:cubicBezTo>
                    <a:pt x="6090" y="1624"/>
                    <a:pt x="5968" y="1421"/>
                    <a:pt x="5846" y="1259"/>
                  </a:cubicBezTo>
                  <a:cubicBezTo>
                    <a:pt x="5725" y="1096"/>
                    <a:pt x="5562" y="934"/>
                    <a:pt x="5400" y="812"/>
                  </a:cubicBezTo>
                  <a:cubicBezTo>
                    <a:pt x="5237" y="650"/>
                    <a:pt x="5075" y="528"/>
                    <a:pt x="4913" y="406"/>
                  </a:cubicBezTo>
                  <a:cubicBezTo>
                    <a:pt x="4710" y="325"/>
                    <a:pt x="4507" y="244"/>
                    <a:pt x="4304" y="162"/>
                  </a:cubicBezTo>
                  <a:cubicBezTo>
                    <a:pt x="4101" y="81"/>
                    <a:pt x="3898" y="41"/>
                    <a:pt x="3695" y="41"/>
                  </a:cubicBezTo>
                  <a:cubicBezTo>
                    <a:pt x="3492" y="0"/>
                    <a:pt x="3248" y="0"/>
                    <a:pt x="30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8"/>
            <p:cNvSpPr/>
            <p:nvPr/>
          </p:nvSpPr>
          <p:spPr>
            <a:xfrm>
              <a:off x="3301072" y="3385645"/>
              <a:ext cx="453509" cy="202444"/>
            </a:xfrm>
            <a:custGeom>
              <a:avLst/>
              <a:gdLst/>
              <a:ahLst/>
              <a:cxnLst/>
              <a:rect l="l" t="t" r="r" b="b"/>
              <a:pathLst>
                <a:path w="21192" h="9460" extrusionOk="0">
                  <a:moveTo>
                    <a:pt x="285" y="1"/>
                  </a:moveTo>
                  <a:lnTo>
                    <a:pt x="1" y="691"/>
                  </a:lnTo>
                  <a:lnTo>
                    <a:pt x="20907" y="9459"/>
                  </a:lnTo>
                  <a:lnTo>
                    <a:pt x="21191" y="8810"/>
                  </a:lnTo>
                  <a:lnTo>
                    <a:pt x="2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8"/>
            <p:cNvSpPr/>
            <p:nvPr/>
          </p:nvSpPr>
          <p:spPr>
            <a:xfrm>
              <a:off x="3255897" y="3336340"/>
              <a:ext cx="139892" cy="139678"/>
            </a:xfrm>
            <a:custGeom>
              <a:avLst/>
              <a:gdLst/>
              <a:ahLst/>
              <a:cxnLst/>
              <a:rect l="l" t="t" r="r" b="b"/>
              <a:pathLst>
                <a:path w="6537" h="6527" extrusionOk="0">
                  <a:moveTo>
                    <a:pt x="3345" y="1"/>
                  </a:moveTo>
                  <a:cubicBezTo>
                    <a:pt x="3238" y="1"/>
                    <a:pt x="3126" y="11"/>
                    <a:pt x="3005" y="31"/>
                  </a:cubicBezTo>
                  <a:cubicBezTo>
                    <a:pt x="2802" y="31"/>
                    <a:pt x="2599" y="72"/>
                    <a:pt x="2396" y="112"/>
                  </a:cubicBezTo>
                  <a:cubicBezTo>
                    <a:pt x="2193" y="194"/>
                    <a:pt x="1990" y="275"/>
                    <a:pt x="1787" y="356"/>
                  </a:cubicBezTo>
                  <a:cubicBezTo>
                    <a:pt x="1624" y="478"/>
                    <a:pt x="1421" y="559"/>
                    <a:pt x="1259" y="721"/>
                  </a:cubicBezTo>
                  <a:cubicBezTo>
                    <a:pt x="1097" y="843"/>
                    <a:pt x="934" y="1005"/>
                    <a:pt x="812" y="1168"/>
                  </a:cubicBezTo>
                  <a:cubicBezTo>
                    <a:pt x="650" y="1330"/>
                    <a:pt x="528" y="1493"/>
                    <a:pt x="447" y="1655"/>
                  </a:cubicBezTo>
                  <a:cubicBezTo>
                    <a:pt x="325" y="1858"/>
                    <a:pt x="244" y="2061"/>
                    <a:pt x="163" y="2264"/>
                  </a:cubicBezTo>
                  <a:cubicBezTo>
                    <a:pt x="122" y="2467"/>
                    <a:pt x="82" y="2670"/>
                    <a:pt x="41" y="2873"/>
                  </a:cubicBezTo>
                  <a:cubicBezTo>
                    <a:pt x="1" y="3116"/>
                    <a:pt x="1" y="3319"/>
                    <a:pt x="41" y="3522"/>
                  </a:cubicBezTo>
                  <a:cubicBezTo>
                    <a:pt x="41" y="3725"/>
                    <a:pt x="82" y="3928"/>
                    <a:pt x="122" y="4172"/>
                  </a:cubicBezTo>
                  <a:cubicBezTo>
                    <a:pt x="204" y="4375"/>
                    <a:pt x="285" y="4578"/>
                    <a:pt x="366" y="4740"/>
                  </a:cubicBezTo>
                  <a:cubicBezTo>
                    <a:pt x="488" y="4943"/>
                    <a:pt x="569" y="5106"/>
                    <a:pt x="731" y="5268"/>
                  </a:cubicBezTo>
                  <a:cubicBezTo>
                    <a:pt x="853" y="5471"/>
                    <a:pt x="1015" y="5593"/>
                    <a:pt x="1178" y="5755"/>
                  </a:cubicBezTo>
                  <a:cubicBezTo>
                    <a:pt x="1340" y="5877"/>
                    <a:pt x="1503" y="5999"/>
                    <a:pt x="1665" y="6120"/>
                  </a:cubicBezTo>
                  <a:cubicBezTo>
                    <a:pt x="1868" y="6202"/>
                    <a:pt x="2071" y="6323"/>
                    <a:pt x="2274" y="6364"/>
                  </a:cubicBezTo>
                  <a:cubicBezTo>
                    <a:pt x="2477" y="6445"/>
                    <a:pt x="2680" y="6486"/>
                    <a:pt x="2883" y="6526"/>
                  </a:cubicBezTo>
                  <a:lnTo>
                    <a:pt x="3532" y="6526"/>
                  </a:lnTo>
                  <a:cubicBezTo>
                    <a:pt x="3735" y="6486"/>
                    <a:pt x="3938" y="6445"/>
                    <a:pt x="4182" y="6405"/>
                  </a:cubicBezTo>
                  <a:cubicBezTo>
                    <a:pt x="4385" y="6364"/>
                    <a:pt x="4547" y="6283"/>
                    <a:pt x="4750" y="6161"/>
                  </a:cubicBezTo>
                  <a:cubicBezTo>
                    <a:pt x="4953" y="6080"/>
                    <a:pt x="5116" y="5958"/>
                    <a:pt x="5278" y="5836"/>
                  </a:cubicBezTo>
                  <a:cubicBezTo>
                    <a:pt x="5481" y="5715"/>
                    <a:pt x="5603" y="5552"/>
                    <a:pt x="5765" y="5390"/>
                  </a:cubicBezTo>
                  <a:cubicBezTo>
                    <a:pt x="5887" y="5227"/>
                    <a:pt x="6009" y="5065"/>
                    <a:pt x="6130" y="4862"/>
                  </a:cubicBezTo>
                  <a:cubicBezTo>
                    <a:pt x="6212" y="4659"/>
                    <a:pt x="6333" y="4497"/>
                    <a:pt x="6374" y="4294"/>
                  </a:cubicBezTo>
                  <a:cubicBezTo>
                    <a:pt x="6455" y="4091"/>
                    <a:pt x="6496" y="3847"/>
                    <a:pt x="6536" y="3644"/>
                  </a:cubicBezTo>
                  <a:cubicBezTo>
                    <a:pt x="6536" y="3441"/>
                    <a:pt x="6536" y="3238"/>
                    <a:pt x="6536" y="2995"/>
                  </a:cubicBezTo>
                  <a:cubicBezTo>
                    <a:pt x="6496" y="2792"/>
                    <a:pt x="6455" y="2589"/>
                    <a:pt x="6415" y="2386"/>
                  </a:cubicBezTo>
                  <a:cubicBezTo>
                    <a:pt x="6374" y="2183"/>
                    <a:pt x="6293" y="1980"/>
                    <a:pt x="6171" y="1777"/>
                  </a:cubicBezTo>
                  <a:cubicBezTo>
                    <a:pt x="6090" y="1614"/>
                    <a:pt x="5968" y="1411"/>
                    <a:pt x="5846" y="1249"/>
                  </a:cubicBezTo>
                  <a:cubicBezTo>
                    <a:pt x="5724" y="1087"/>
                    <a:pt x="5562" y="924"/>
                    <a:pt x="5400" y="803"/>
                  </a:cubicBezTo>
                  <a:cubicBezTo>
                    <a:pt x="5237" y="640"/>
                    <a:pt x="5075" y="518"/>
                    <a:pt x="4872" y="437"/>
                  </a:cubicBezTo>
                  <a:cubicBezTo>
                    <a:pt x="4669" y="315"/>
                    <a:pt x="4466" y="234"/>
                    <a:pt x="4304" y="153"/>
                  </a:cubicBezTo>
                  <a:cubicBezTo>
                    <a:pt x="4101" y="112"/>
                    <a:pt x="3857" y="72"/>
                    <a:pt x="3654" y="31"/>
                  </a:cubicBezTo>
                  <a:cubicBezTo>
                    <a:pt x="3553" y="11"/>
                    <a:pt x="3451" y="1"/>
                    <a:pt x="33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8"/>
            <p:cNvSpPr/>
            <p:nvPr/>
          </p:nvSpPr>
          <p:spPr>
            <a:xfrm>
              <a:off x="3351469" y="2863528"/>
              <a:ext cx="139870" cy="139892"/>
            </a:xfrm>
            <a:custGeom>
              <a:avLst/>
              <a:gdLst/>
              <a:ahLst/>
              <a:cxnLst/>
              <a:rect l="l" t="t" r="r" b="b"/>
              <a:pathLst>
                <a:path w="6536" h="6537" extrusionOk="0">
                  <a:moveTo>
                    <a:pt x="3288" y="1"/>
                  </a:moveTo>
                  <a:cubicBezTo>
                    <a:pt x="3045" y="1"/>
                    <a:pt x="2842" y="1"/>
                    <a:pt x="2639" y="41"/>
                  </a:cubicBezTo>
                  <a:cubicBezTo>
                    <a:pt x="2436" y="82"/>
                    <a:pt x="2233" y="163"/>
                    <a:pt x="2030" y="244"/>
                  </a:cubicBezTo>
                  <a:cubicBezTo>
                    <a:pt x="1827" y="326"/>
                    <a:pt x="1624" y="407"/>
                    <a:pt x="1461" y="529"/>
                  </a:cubicBezTo>
                  <a:cubicBezTo>
                    <a:pt x="1299" y="650"/>
                    <a:pt x="1137" y="772"/>
                    <a:pt x="974" y="935"/>
                  </a:cubicBezTo>
                  <a:cubicBezTo>
                    <a:pt x="812" y="1097"/>
                    <a:pt x="690" y="1259"/>
                    <a:pt x="568" y="1422"/>
                  </a:cubicBezTo>
                  <a:cubicBezTo>
                    <a:pt x="447" y="1625"/>
                    <a:pt x="325" y="1787"/>
                    <a:pt x="244" y="1990"/>
                  </a:cubicBezTo>
                  <a:cubicBezTo>
                    <a:pt x="162" y="2193"/>
                    <a:pt x="122" y="2396"/>
                    <a:pt x="81" y="2599"/>
                  </a:cubicBezTo>
                  <a:cubicBezTo>
                    <a:pt x="41" y="2842"/>
                    <a:pt x="0" y="3045"/>
                    <a:pt x="0" y="3248"/>
                  </a:cubicBezTo>
                  <a:cubicBezTo>
                    <a:pt x="0" y="3451"/>
                    <a:pt x="41" y="3695"/>
                    <a:pt x="81" y="3898"/>
                  </a:cubicBezTo>
                  <a:cubicBezTo>
                    <a:pt x="122" y="4101"/>
                    <a:pt x="162" y="4304"/>
                    <a:pt x="244" y="4507"/>
                  </a:cubicBezTo>
                  <a:cubicBezTo>
                    <a:pt x="325" y="4710"/>
                    <a:pt x="447" y="4913"/>
                    <a:pt x="568" y="5075"/>
                  </a:cubicBezTo>
                  <a:cubicBezTo>
                    <a:pt x="690" y="5238"/>
                    <a:pt x="812" y="5400"/>
                    <a:pt x="974" y="5562"/>
                  </a:cubicBezTo>
                  <a:cubicBezTo>
                    <a:pt x="1096" y="5725"/>
                    <a:pt x="1299" y="5847"/>
                    <a:pt x="1461" y="5968"/>
                  </a:cubicBezTo>
                  <a:cubicBezTo>
                    <a:pt x="1624" y="6090"/>
                    <a:pt x="1827" y="6171"/>
                    <a:pt x="2030" y="6252"/>
                  </a:cubicBezTo>
                  <a:cubicBezTo>
                    <a:pt x="2233" y="6374"/>
                    <a:pt x="2436" y="6415"/>
                    <a:pt x="2639" y="6455"/>
                  </a:cubicBezTo>
                  <a:cubicBezTo>
                    <a:pt x="2842" y="6496"/>
                    <a:pt x="3045" y="6537"/>
                    <a:pt x="3288" y="6537"/>
                  </a:cubicBezTo>
                  <a:cubicBezTo>
                    <a:pt x="3491" y="6537"/>
                    <a:pt x="3694" y="6496"/>
                    <a:pt x="3897" y="6455"/>
                  </a:cubicBezTo>
                  <a:cubicBezTo>
                    <a:pt x="4141" y="6415"/>
                    <a:pt x="4344" y="6334"/>
                    <a:pt x="4547" y="6252"/>
                  </a:cubicBezTo>
                  <a:cubicBezTo>
                    <a:pt x="4709" y="6171"/>
                    <a:pt x="4912" y="6090"/>
                    <a:pt x="5074" y="5968"/>
                  </a:cubicBezTo>
                  <a:cubicBezTo>
                    <a:pt x="5277" y="5847"/>
                    <a:pt x="5440" y="5725"/>
                    <a:pt x="5602" y="5562"/>
                  </a:cubicBezTo>
                  <a:cubicBezTo>
                    <a:pt x="5724" y="5400"/>
                    <a:pt x="5886" y="5238"/>
                    <a:pt x="6008" y="5075"/>
                  </a:cubicBezTo>
                  <a:cubicBezTo>
                    <a:pt x="6089" y="4872"/>
                    <a:pt x="6211" y="4710"/>
                    <a:pt x="6292" y="4507"/>
                  </a:cubicBezTo>
                  <a:cubicBezTo>
                    <a:pt x="6373" y="4304"/>
                    <a:pt x="6455" y="4101"/>
                    <a:pt x="6495" y="3898"/>
                  </a:cubicBezTo>
                  <a:cubicBezTo>
                    <a:pt x="6536" y="3695"/>
                    <a:pt x="6536" y="3451"/>
                    <a:pt x="6536" y="3248"/>
                  </a:cubicBezTo>
                  <a:cubicBezTo>
                    <a:pt x="6536" y="3045"/>
                    <a:pt x="6536" y="2842"/>
                    <a:pt x="6495" y="2599"/>
                  </a:cubicBezTo>
                  <a:cubicBezTo>
                    <a:pt x="6414" y="2396"/>
                    <a:pt x="6373" y="2193"/>
                    <a:pt x="6292" y="1990"/>
                  </a:cubicBezTo>
                  <a:cubicBezTo>
                    <a:pt x="6211" y="1787"/>
                    <a:pt x="6089" y="1625"/>
                    <a:pt x="6008" y="1422"/>
                  </a:cubicBezTo>
                  <a:cubicBezTo>
                    <a:pt x="5886" y="1259"/>
                    <a:pt x="5724" y="1097"/>
                    <a:pt x="5602" y="935"/>
                  </a:cubicBezTo>
                  <a:cubicBezTo>
                    <a:pt x="5440" y="772"/>
                    <a:pt x="5277" y="650"/>
                    <a:pt x="5074" y="529"/>
                  </a:cubicBezTo>
                  <a:cubicBezTo>
                    <a:pt x="4912" y="407"/>
                    <a:pt x="4709" y="326"/>
                    <a:pt x="4547" y="244"/>
                  </a:cubicBezTo>
                  <a:cubicBezTo>
                    <a:pt x="4344" y="163"/>
                    <a:pt x="4141" y="82"/>
                    <a:pt x="3897" y="41"/>
                  </a:cubicBezTo>
                  <a:cubicBezTo>
                    <a:pt x="3694" y="1"/>
                    <a:pt x="3491" y="1"/>
                    <a:pt x="328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8"/>
            <p:cNvSpPr/>
            <p:nvPr/>
          </p:nvSpPr>
          <p:spPr>
            <a:xfrm>
              <a:off x="3313228" y="2279736"/>
              <a:ext cx="441354" cy="197222"/>
            </a:xfrm>
            <a:custGeom>
              <a:avLst/>
              <a:gdLst/>
              <a:ahLst/>
              <a:cxnLst/>
              <a:rect l="l" t="t" r="r" b="b"/>
              <a:pathLst>
                <a:path w="20624" h="9216" extrusionOk="0">
                  <a:moveTo>
                    <a:pt x="20339" y="1"/>
                  </a:moveTo>
                  <a:lnTo>
                    <a:pt x="1" y="8526"/>
                  </a:lnTo>
                  <a:lnTo>
                    <a:pt x="285" y="9216"/>
                  </a:lnTo>
                  <a:lnTo>
                    <a:pt x="20623" y="691"/>
                  </a:lnTo>
                  <a:lnTo>
                    <a:pt x="203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8"/>
            <p:cNvSpPr/>
            <p:nvPr/>
          </p:nvSpPr>
          <p:spPr>
            <a:xfrm>
              <a:off x="3258508" y="2397886"/>
              <a:ext cx="139892" cy="139036"/>
            </a:xfrm>
            <a:custGeom>
              <a:avLst/>
              <a:gdLst/>
              <a:ahLst/>
              <a:cxnLst/>
              <a:rect l="l" t="t" r="r" b="b"/>
              <a:pathLst>
                <a:path w="6537" h="6497" extrusionOk="0">
                  <a:moveTo>
                    <a:pt x="2964" y="1"/>
                  </a:moveTo>
                  <a:cubicBezTo>
                    <a:pt x="2761" y="1"/>
                    <a:pt x="2558" y="41"/>
                    <a:pt x="2355" y="123"/>
                  </a:cubicBezTo>
                  <a:cubicBezTo>
                    <a:pt x="2152" y="163"/>
                    <a:pt x="1949" y="244"/>
                    <a:pt x="1746" y="366"/>
                  </a:cubicBezTo>
                  <a:cubicBezTo>
                    <a:pt x="1584" y="447"/>
                    <a:pt x="1381" y="569"/>
                    <a:pt x="1218" y="691"/>
                  </a:cubicBezTo>
                  <a:cubicBezTo>
                    <a:pt x="1056" y="853"/>
                    <a:pt x="893" y="975"/>
                    <a:pt x="772" y="1137"/>
                  </a:cubicBezTo>
                  <a:cubicBezTo>
                    <a:pt x="609" y="1300"/>
                    <a:pt x="487" y="1503"/>
                    <a:pt x="406" y="1665"/>
                  </a:cubicBezTo>
                  <a:cubicBezTo>
                    <a:pt x="285" y="1868"/>
                    <a:pt x="203" y="2071"/>
                    <a:pt x="163" y="2274"/>
                  </a:cubicBezTo>
                  <a:cubicBezTo>
                    <a:pt x="82" y="2477"/>
                    <a:pt x="41" y="2680"/>
                    <a:pt x="41" y="2883"/>
                  </a:cubicBezTo>
                  <a:cubicBezTo>
                    <a:pt x="0" y="3086"/>
                    <a:pt x="0" y="3330"/>
                    <a:pt x="0" y="3533"/>
                  </a:cubicBezTo>
                  <a:cubicBezTo>
                    <a:pt x="41" y="3736"/>
                    <a:pt x="82" y="3939"/>
                    <a:pt x="122" y="4142"/>
                  </a:cubicBezTo>
                  <a:cubicBezTo>
                    <a:pt x="203" y="4385"/>
                    <a:pt x="285" y="4547"/>
                    <a:pt x="366" y="4750"/>
                  </a:cubicBezTo>
                  <a:cubicBezTo>
                    <a:pt x="487" y="4953"/>
                    <a:pt x="609" y="5116"/>
                    <a:pt x="731" y="5278"/>
                  </a:cubicBezTo>
                  <a:cubicBezTo>
                    <a:pt x="853" y="5441"/>
                    <a:pt x="1015" y="5603"/>
                    <a:pt x="1178" y="5765"/>
                  </a:cubicBezTo>
                  <a:cubicBezTo>
                    <a:pt x="1340" y="5887"/>
                    <a:pt x="1502" y="6009"/>
                    <a:pt x="1705" y="6090"/>
                  </a:cubicBezTo>
                  <a:cubicBezTo>
                    <a:pt x="1868" y="6212"/>
                    <a:pt x="2071" y="6293"/>
                    <a:pt x="2274" y="6374"/>
                  </a:cubicBezTo>
                  <a:cubicBezTo>
                    <a:pt x="2477" y="6415"/>
                    <a:pt x="2680" y="6455"/>
                    <a:pt x="2923" y="6496"/>
                  </a:cubicBezTo>
                  <a:lnTo>
                    <a:pt x="3532" y="6496"/>
                  </a:lnTo>
                  <a:cubicBezTo>
                    <a:pt x="3776" y="6496"/>
                    <a:pt x="3979" y="6455"/>
                    <a:pt x="4182" y="6374"/>
                  </a:cubicBezTo>
                  <a:cubicBezTo>
                    <a:pt x="4385" y="6334"/>
                    <a:pt x="4588" y="6252"/>
                    <a:pt x="4791" y="6131"/>
                  </a:cubicBezTo>
                  <a:cubicBezTo>
                    <a:pt x="4953" y="6050"/>
                    <a:pt x="5156" y="5928"/>
                    <a:pt x="5318" y="5806"/>
                  </a:cubicBezTo>
                  <a:cubicBezTo>
                    <a:pt x="5481" y="5644"/>
                    <a:pt x="5643" y="5522"/>
                    <a:pt x="5765" y="5359"/>
                  </a:cubicBezTo>
                  <a:cubicBezTo>
                    <a:pt x="5887" y="5197"/>
                    <a:pt x="6008" y="4994"/>
                    <a:pt x="6130" y="4832"/>
                  </a:cubicBezTo>
                  <a:cubicBezTo>
                    <a:pt x="6211" y="4629"/>
                    <a:pt x="6293" y="4426"/>
                    <a:pt x="6374" y="4223"/>
                  </a:cubicBezTo>
                  <a:cubicBezTo>
                    <a:pt x="6455" y="4020"/>
                    <a:pt x="6496" y="3817"/>
                    <a:pt x="6496" y="3614"/>
                  </a:cubicBezTo>
                  <a:cubicBezTo>
                    <a:pt x="6536" y="3411"/>
                    <a:pt x="6536" y="3167"/>
                    <a:pt x="6496" y="2964"/>
                  </a:cubicBezTo>
                  <a:cubicBezTo>
                    <a:pt x="6496" y="2761"/>
                    <a:pt x="6455" y="2558"/>
                    <a:pt x="6414" y="2315"/>
                  </a:cubicBezTo>
                  <a:cubicBezTo>
                    <a:pt x="6333" y="2112"/>
                    <a:pt x="6252" y="1949"/>
                    <a:pt x="6171" y="1746"/>
                  </a:cubicBezTo>
                  <a:cubicBezTo>
                    <a:pt x="6049" y="1543"/>
                    <a:pt x="5927" y="1381"/>
                    <a:pt x="5805" y="1219"/>
                  </a:cubicBezTo>
                  <a:cubicBezTo>
                    <a:pt x="5684" y="1016"/>
                    <a:pt x="5521" y="894"/>
                    <a:pt x="5359" y="732"/>
                  </a:cubicBezTo>
                  <a:cubicBezTo>
                    <a:pt x="5197" y="610"/>
                    <a:pt x="5034" y="488"/>
                    <a:pt x="4831" y="366"/>
                  </a:cubicBezTo>
                  <a:cubicBezTo>
                    <a:pt x="4628" y="285"/>
                    <a:pt x="4466" y="204"/>
                    <a:pt x="4263" y="123"/>
                  </a:cubicBezTo>
                  <a:cubicBezTo>
                    <a:pt x="4060" y="82"/>
                    <a:pt x="3816" y="41"/>
                    <a:pt x="36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8"/>
            <p:cNvSpPr/>
            <p:nvPr/>
          </p:nvSpPr>
          <p:spPr>
            <a:xfrm>
              <a:off x="2874528" y="1903588"/>
              <a:ext cx="139892" cy="139870"/>
            </a:xfrm>
            <a:custGeom>
              <a:avLst/>
              <a:gdLst/>
              <a:ahLst/>
              <a:cxnLst/>
              <a:rect l="l" t="t" r="r" b="b"/>
              <a:pathLst>
                <a:path w="6537" h="6536" extrusionOk="0">
                  <a:moveTo>
                    <a:pt x="3288" y="0"/>
                  </a:moveTo>
                  <a:cubicBezTo>
                    <a:pt x="3045" y="0"/>
                    <a:pt x="2842" y="0"/>
                    <a:pt x="2639" y="41"/>
                  </a:cubicBezTo>
                  <a:cubicBezTo>
                    <a:pt x="2436" y="122"/>
                    <a:pt x="2233" y="163"/>
                    <a:pt x="2030" y="244"/>
                  </a:cubicBezTo>
                  <a:cubicBezTo>
                    <a:pt x="1827" y="325"/>
                    <a:pt x="1624" y="447"/>
                    <a:pt x="1462" y="528"/>
                  </a:cubicBezTo>
                  <a:cubicBezTo>
                    <a:pt x="1299" y="650"/>
                    <a:pt x="1137" y="812"/>
                    <a:pt x="975" y="934"/>
                  </a:cubicBezTo>
                  <a:cubicBezTo>
                    <a:pt x="812" y="1096"/>
                    <a:pt x="690" y="1259"/>
                    <a:pt x="569" y="1462"/>
                  </a:cubicBezTo>
                  <a:cubicBezTo>
                    <a:pt x="447" y="1624"/>
                    <a:pt x="325" y="1786"/>
                    <a:pt x="244" y="1989"/>
                  </a:cubicBezTo>
                  <a:cubicBezTo>
                    <a:pt x="163" y="2192"/>
                    <a:pt x="122" y="2395"/>
                    <a:pt x="81" y="2598"/>
                  </a:cubicBezTo>
                  <a:cubicBezTo>
                    <a:pt x="41" y="2842"/>
                    <a:pt x="0" y="3045"/>
                    <a:pt x="0" y="3248"/>
                  </a:cubicBezTo>
                  <a:cubicBezTo>
                    <a:pt x="0" y="3491"/>
                    <a:pt x="41" y="3694"/>
                    <a:pt x="81" y="3897"/>
                  </a:cubicBezTo>
                  <a:cubicBezTo>
                    <a:pt x="122" y="4100"/>
                    <a:pt x="163" y="4303"/>
                    <a:pt x="244" y="4506"/>
                  </a:cubicBezTo>
                  <a:cubicBezTo>
                    <a:pt x="325" y="4709"/>
                    <a:pt x="447" y="4912"/>
                    <a:pt x="569" y="5075"/>
                  </a:cubicBezTo>
                  <a:cubicBezTo>
                    <a:pt x="690" y="5237"/>
                    <a:pt x="812" y="5399"/>
                    <a:pt x="975" y="5562"/>
                  </a:cubicBezTo>
                  <a:cubicBezTo>
                    <a:pt x="1096" y="5724"/>
                    <a:pt x="1299" y="5846"/>
                    <a:pt x="1462" y="5968"/>
                  </a:cubicBezTo>
                  <a:cubicBezTo>
                    <a:pt x="1624" y="6089"/>
                    <a:pt x="1827" y="6211"/>
                    <a:pt x="2030" y="6252"/>
                  </a:cubicBezTo>
                  <a:cubicBezTo>
                    <a:pt x="2233" y="6374"/>
                    <a:pt x="2436" y="6414"/>
                    <a:pt x="2639" y="6455"/>
                  </a:cubicBezTo>
                  <a:cubicBezTo>
                    <a:pt x="2842" y="6495"/>
                    <a:pt x="3085" y="6536"/>
                    <a:pt x="3288" y="6536"/>
                  </a:cubicBezTo>
                  <a:cubicBezTo>
                    <a:pt x="3491" y="6536"/>
                    <a:pt x="3694" y="6495"/>
                    <a:pt x="3938" y="6455"/>
                  </a:cubicBezTo>
                  <a:cubicBezTo>
                    <a:pt x="4141" y="6414"/>
                    <a:pt x="4344" y="6333"/>
                    <a:pt x="4547" y="6252"/>
                  </a:cubicBezTo>
                  <a:cubicBezTo>
                    <a:pt x="4750" y="6211"/>
                    <a:pt x="4912" y="6089"/>
                    <a:pt x="5115" y="5968"/>
                  </a:cubicBezTo>
                  <a:cubicBezTo>
                    <a:pt x="5278" y="5846"/>
                    <a:pt x="5440" y="5724"/>
                    <a:pt x="5602" y="5562"/>
                  </a:cubicBezTo>
                  <a:cubicBezTo>
                    <a:pt x="5724" y="5440"/>
                    <a:pt x="5887" y="5237"/>
                    <a:pt x="6008" y="5075"/>
                  </a:cubicBezTo>
                  <a:cubicBezTo>
                    <a:pt x="6130" y="4912"/>
                    <a:pt x="6211" y="4709"/>
                    <a:pt x="6293" y="4506"/>
                  </a:cubicBezTo>
                  <a:cubicBezTo>
                    <a:pt x="6374" y="4303"/>
                    <a:pt x="6455" y="4100"/>
                    <a:pt x="6495" y="3897"/>
                  </a:cubicBezTo>
                  <a:cubicBezTo>
                    <a:pt x="6536" y="3694"/>
                    <a:pt x="6536" y="3491"/>
                    <a:pt x="6536" y="3248"/>
                  </a:cubicBezTo>
                  <a:cubicBezTo>
                    <a:pt x="6536" y="3045"/>
                    <a:pt x="6536" y="2842"/>
                    <a:pt x="6495" y="2598"/>
                  </a:cubicBezTo>
                  <a:cubicBezTo>
                    <a:pt x="6455" y="2395"/>
                    <a:pt x="6374" y="2192"/>
                    <a:pt x="6293" y="1989"/>
                  </a:cubicBezTo>
                  <a:cubicBezTo>
                    <a:pt x="6211" y="1786"/>
                    <a:pt x="6130" y="1624"/>
                    <a:pt x="6008" y="1462"/>
                  </a:cubicBezTo>
                  <a:cubicBezTo>
                    <a:pt x="5887" y="1259"/>
                    <a:pt x="5724" y="1096"/>
                    <a:pt x="5602" y="934"/>
                  </a:cubicBezTo>
                  <a:cubicBezTo>
                    <a:pt x="5440" y="812"/>
                    <a:pt x="5278" y="650"/>
                    <a:pt x="5115" y="528"/>
                  </a:cubicBezTo>
                  <a:cubicBezTo>
                    <a:pt x="4912" y="447"/>
                    <a:pt x="4750" y="325"/>
                    <a:pt x="4547" y="244"/>
                  </a:cubicBezTo>
                  <a:cubicBezTo>
                    <a:pt x="4344" y="163"/>
                    <a:pt x="4141" y="81"/>
                    <a:pt x="3938" y="41"/>
                  </a:cubicBezTo>
                  <a:cubicBezTo>
                    <a:pt x="3694" y="0"/>
                    <a:pt x="3491" y="0"/>
                    <a:pt x="32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8"/>
            <p:cNvSpPr/>
            <p:nvPr/>
          </p:nvSpPr>
          <p:spPr>
            <a:xfrm>
              <a:off x="1930513" y="2639725"/>
              <a:ext cx="649650" cy="657150"/>
            </a:xfrm>
            <a:custGeom>
              <a:avLst/>
              <a:gdLst/>
              <a:ahLst/>
              <a:cxnLst/>
              <a:rect l="l" t="t" r="r" b="b"/>
              <a:pathLst>
                <a:path w="25986" h="26286" fill="none" extrusionOk="0">
                  <a:moveTo>
                    <a:pt x="1234" y="19247"/>
                  </a:moveTo>
                  <a:cubicBezTo>
                    <a:pt x="3436" y="23417"/>
                    <a:pt x="7806" y="26286"/>
                    <a:pt x="12843" y="26286"/>
                  </a:cubicBezTo>
                  <a:cubicBezTo>
                    <a:pt x="20115" y="26286"/>
                    <a:pt x="25986" y="20382"/>
                    <a:pt x="25986" y="13143"/>
                  </a:cubicBezTo>
                  <a:cubicBezTo>
                    <a:pt x="25986" y="5905"/>
                    <a:pt x="20115" y="0"/>
                    <a:pt x="12843" y="0"/>
                  </a:cubicBezTo>
                  <a:cubicBezTo>
                    <a:pt x="6538" y="0"/>
                    <a:pt x="1268" y="4470"/>
                    <a:pt x="0" y="10408"/>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8"/>
            <p:cNvSpPr/>
            <p:nvPr/>
          </p:nvSpPr>
          <p:spPr>
            <a:xfrm>
              <a:off x="2109813" y="2788150"/>
              <a:ext cx="321900" cy="360300"/>
            </a:xfrm>
            <a:custGeom>
              <a:avLst/>
              <a:gdLst/>
              <a:ahLst/>
              <a:cxnLst/>
              <a:rect l="l" t="t" r="r" b="b"/>
              <a:pathLst>
                <a:path w="12876" h="14412" fill="none" extrusionOk="0">
                  <a:moveTo>
                    <a:pt x="701" y="12410"/>
                  </a:moveTo>
                  <a:cubicBezTo>
                    <a:pt x="1968" y="13644"/>
                    <a:pt x="3736" y="14411"/>
                    <a:pt x="5671" y="14411"/>
                  </a:cubicBezTo>
                  <a:cubicBezTo>
                    <a:pt x="9674" y="14411"/>
                    <a:pt x="12876" y="11176"/>
                    <a:pt x="12876" y="7206"/>
                  </a:cubicBezTo>
                  <a:cubicBezTo>
                    <a:pt x="12876" y="3237"/>
                    <a:pt x="9674" y="1"/>
                    <a:pt x="5671" y="1"/>
                  </a:cubicBezTo>
                  <a:cubicBezTo>
                    <a:pt x="3369" y="1"/>
                    <a:pt x="1301" y="1102"/>
                    <a:pt x="0" y="2770"/>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8"/>
            <p:cNvSpPr/>
            <p:nvPr/>
          </p:nvSpPr>
          <p:spPr>
            <a:xfrm>
              <a:off x="2251563" y="2844025"/>
              <a:ext cx="124275" cy="248550"/>
            </a:xfrm>
            <a:custGeom>
              <a:avLst/>
              <a:gdLst/>
              <a:ahLst/>
              <a:cxnLst/>
              <a:rect l="l" t="t" r="r" b="b"/>
              <a:pathLst>
                <a:path w="4971" h="9942" fill="none" extrusionOk="0">
                  <a:moveTo>
                    <a:pt x="1" y="9941"/>
                  </a:moveTo>
                  <a:cubicBezTo>
                    <a:pt x="2769" y="9941"/>
                    <a:pt x="4971" y="7706"/>
                    <a:pt x="4971" y="4971"/>
                  </a:cubicBezTo>
                  <a:cubicBezTo>
                    <a:pt x="4971" y="2236"/>
                    <a:pt x="2769" y="1"/>
                    <a:pt x="1" y="1"/>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8"/>
            <p:cNvSpPr/>
            <p:nvPr/>
          </p:nvSpPr>
          <p:spPr>
            <a:xfrm>
              <a:off x="1174963" y="2844025"/>
              <a:ext cx="1076625" cy="230200"/>
            </a:xfrm>
            <a:custGeom>
              <a:avLst/>
              <a:gdLst/>
              <a:ahLst/>
              <a:cxnLst/>
              <a:rect l="l" t="t" r="r" b="b"/>
              <a:pathLst>
                <a:path w="43065" h="9208" fill="none" extrusionOk="0">
                  <a:moveTo>
                    <a:pt x="43065" y="1"/>
                  </a:moveTo>
                  <a:cubicBezTo>
                    <a:pt x="30956" y="1"/>
                    <a:pt x="13077" y="9207"/>
                    <a:pt x="6939" y="9207"/>
                  </a:cubicBezTo>
                  <a:cubicBezTo>
                    <a:pt x="768" y="9207"/>
                    <a:pt x="1" y="2269"/>
                    <a:pt x="1" y="2269"/>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8"/>
            <p:cNvSpPr/>
            <p:nvPr/>
          </p:nvSpPr>
          <p:spPr>
            <a:xfrm>
              <a:off x="1028188" y="2900750"/>
              <a:ext cx="1223400" cy="340250"/>
            </a:xfrm>
            <a:custGeom>
              <a:avLst/>
              <a:gdLst/>
              <a:ahLst/>
              <a:cxnLst/>
              <a:rect l="l" t="t" r="r" b="b"/>
              <a:pathLst>
                <a:path w="48936" h="13610" fill="none" extrusionOk="0">
                  <a:moveTo>
                    <a:pt x="48936" y="7672"/>
                  </a:moveTo>
                  <a:cubicBezTo>
                    <a:pt x="34692" y="7672"/>
                    <a:pt x="21783" y="13610"/>
                    <a:pt x="12810" y="13610"/>
                  </a:cubicBezTo>
                  <a:cubicBezTo>
                    <a:pt x="3804" y="13610"/>
                    <a:pt x="1" y="4737"/>
                    <a:pt x="1" y="0"/>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8"/>
            <p:cNvSpPr/>
            <p:nvPr/>
          </p:nvSpPr>
          <p:spPr>
            <a:xfrm>
              <a:off x="1998888" y="3375250"/>
              <a:ext cx="505375" cy="504550"/>
            </a:xfrm>
            <a:custGeom>
              <a:avLst/>
              <a:gdLst/>
              <a:ahLst/>
              <a:cxnLst/>
              <a:rect l="l" t="t" r="r" b="b"/>
              <a:pathLst>
                <a:path w="20215" h="20182" fill="none" extrusionOk="0">
                  <a:moveTo>
                    <a:pt x="20215" y="10108"/>
                  </a:moveTo>
                  <a:cubicBezTo>
                    <a:pt x="20215" y="15678"/>
                    <a:pt x="15712" y="20182"/>
                    <a:pt x="10108" y="20182"/>
                  </a:cubicBezTo>
                  <a:cubicBezTo>
                    <a:pt x="4537" y="20182"/>
                    <a:pt x="1" y="15678"/>
                    <a:pt x="1" y="10108"/>
                  </a:cubicBezTo>
                  <a:cubicBezTo>
                    <a:pt x="1" y="4504"/>
                    <a:pt x="4537" y="0"/>
                    <a:pt x="10108" y="0"/>
                  </a:cubicBezTo>
                  <a:cubicBezTo>
                    <a:pt x="15712" y="0"/>
                    <a:pt x="20215" y="4504"/>
                    <a:pt x="20215" y="10108"/>
                  </a:cubicBezTo>
                  <a:close/>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8"/>
            <p:cNvSpPr/>
            <p:nvPr/>
          </p:nvSpPr>
          <p:spPr>
            <a:xfrm>
              <a:off x="2060588" y="3436950"/>
              <a:ext cx="381975" cy="381975"/>
            </a:xfrm>
            <a:custGeom>
              <a:avLst/>
              <a:gdLst/>
              <a:ahLst/>
              <a:cxnLst/>
              <a:rect l="l" t="t" r="r" b="b"/>
              <a:pathLst>
                <a:path w="15279" h="15279" fill="none" extrusionOk="0">
                  <a:moveTo>
                    <a:pt x="15279" y="7640"/>
                  </a:moveTo>
                  <a:cubicBezTo>
                    <a:pt x="15279" y="11843"/>
                    <a:pt x="11876" y="15278"/>
                    <a:pt x="7640" y="15278"/>
                  </a:cubicBezTo>
                  <a:cubicBezTo>
                    <a:pt x="3437" y="15278"/>
                    <a:pt x="1" y="11843"/>
                    <a:pt x="1" y="7640"/>
                  </a:cubicBezTo>
                  <a:cubicBezTo>
                    <a:pt x="1" y="3403"/>
                    <a:pt x="3437" y="1"/>
                    <a:pt x="7640" y="1"/>
                  </a:cubicBezTo>
                  <a:cubicBezTo>
                    <a:pt x="11876" y="1"/>
                    <a:pt x="15279" y="3403"/>
                    <a:pt x="15279" y="7640"/>
                  </a:cubicBezTo>
                  <a:close/>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8"/>
            <p:cNvSpPr/>
            <p:nvPr/>
          </p:nvSpPr>
          <p:spPr>
            <a:xfrm>
              <a:off x="2220713" y="3557875"/>
              <a:ext cx="62575" cy="59225"/>
            </a:xfrm>
            <a:custGeom>
              <a:avLst/>
              <a:gdLst/>
              <a:ahLst/>
              <a:cxnLst/>
              <a:rect l="l" t="t" r="r" b="b"/>
              <a:pathLst>
                <a:path w="2503" h="2369" fill="none" extrusionOk="0">
                  <a:moveTo>
                    <a:pt x="701" y="2369"/>
                  </a:moveTo>
                  <a:cubicBezTo>
                    <a:pt x="267" y="2169"/>
                    <a:pt x="1" y="1735"/>
                    <a:pt x="1" y="1235"/>
                  </a:cubicBezTo>
                  <a:cubicBezTo>
                    <a:pt x="1" y="568"/>
                    <a:pt x="568" y="1"/>
                    <a:pt x="1235" y="1"/>
                  </a:cubicBezTo>
                  <a:cubicBezTo>
                    <a:pt x="1935" y="1"/>
                    <a:pt x="2502" y="568"/>
                    <a:pt x="2502" y="1235"/>
                  </a:cubicBezTo>
                  <a:cubicBezTo>
                    <a:pt x="2502" y="1735"/>
                    <a:pt x="2202" y="2169"/>
                    <a:pt x="1768" y="2369"/>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8"/>
            <p:cNvSpPr/>
            <p:nvPr/>
          </p:nvSpPr>
          <p:spPr>
            <a:xfrm>
              <a:off x="2222388" y="3617100"/>
              <a:ext cx="59225" cy="95075"/>
            </a:xfrm>
            <a:custGeom>
              <a:avLst/>
              <a:gdLst/>
              <a:ahLst/>
              <a:cxnLst/>
              <a:rect l="l" t="t" r="r" b="b"/>
              <a:pathLst>
                <a:path w="2369" h="3803" fill="none" extrusionOk="0">
                  <a:moveTo>
                    <a:pt x="634" y="0"/>
                  </a:moveTo>
                  <a:lnTo>
                    <a:pt x="0" y="3803"/>
                  </a:lnTo>
                  <a:lnTo>
                    <a:pt x="2369" y="3803"/>
                  </a:lnTo>
                  <a:lnTo>
                    <a:pt x="1735" y="0"/>
                  </a:ln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8"/>
            <p:cNvSpPr/>
            <p:nvPr/>
          </p:nvSpPr>
          <p:spPr>
            <a:xfrm rot="-242908">
              <a:off x="1467043" y="2561883"/>
              <a:ext cx="522048" cy="542922"/>
            </a:xfrm>
            <a:custGeom>
              <a:avLst/>
              <a:gdLst/>
              <a:ahLst/>
              <a:cxnLst/>
              <a:rect l="l" t="t" r="r" b="b"/>
              <a:pathLst>
                <a:path w="20882" h="21717" fill="none" extrusionOk="0">
                  <a:moveTo>
                    <a:pt x="0" y="21716"/>
                  </a:moveTo>
                  <a:lnTo>
                    <a:pt x="20882" y="1"/>
                  </a:ln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8"/>
            <p:cNvSpPr/>
            <p:nvPr/>
          </p:nvSpPr>
          <p:spPr>
            <a:xfrm rot="-242908">
              <a:off x="1853498" y="1940715"/>
              <a:ext cx="686347" cy="687172"/>
            </a:xfrm>
            <a:custGeom>
              <a:avLst/>
              <a:gdLst/>
              <a:ahLst/>
              <a:cxnLst/>
              <a:rect l="l" t="t" r="r" b="b"/>
              <a:pathLst>
                <a:path w="27454" h="27487" extrusionOk="0">
                  <a:moveTo>
                    <a:pt x="13710" y="1"/>
                  </a:moveTo>
                  <a:cubicBezTo>
                    <a:pt x="6138" y="1"/>
                    <a:pt x="0" y="6172"/>
                    <a:pt x="0" y="13744"/>
                  </a:cubicBezTo>
                  <a:cubicBezTo>
                    <a:pt x="0" y="21316"/>
                    <a:pt x="6138" y="27487"/>
                    <a:pt x="13710" y="27487"/>
                  </a:cubicBezTo>
                  <a:cubicBezTo>
                    <a:pt x="21316" y="27487"/>
                    <a:pt x="27453" y="21316"/>
                    <a:pt x="27453" y="13744"/>
                  </a:cubicBezTo>
                  <a:cubicBezTo>
                    <a:pt x="27453" y="6172"/>
                    <a:pt x="21316" y="1"/>
                    <a:pt x="13710" y="1"/>
                  </a:cubicBezTo>
                  <a:close/>
                </a:path>
              </a:pathLst>
            </a:custGeom>
            <a:solidFill>
              <a:srgbClr val="5E60CE">
                <a:alpha val="12500"/>
              </a:srgbClr>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28"/>
            <p:cNvSpPr/>
            <p:nvPr/>
          </p:nvSpPr>
          <p:spPr>
            <a:xfrm>
              <a:off x="2224695" y="1672490"/>
              <a:ext cx="1211047" cy="2520235"/>
            </a:xfrm>
            <a:custGeom>
              <a:avLst/>
              <a:gdLst/>
              <a:ahLst/>
              <a:cxnLst/>
              <a:rect l="l" t="t" r="r" b="b"/>
              <a:pathLst>
                <a:path w="56591" h="117768" extrusionOk="0">
                  <a:moveTo>
                    <a:pt x="326" y="1"/>
                  </a:moveTo>
                  <a:cubicBezTo>
                    <a:pt x="285" y="1"/>
                    <a:pt x="204" y="41"/>
                    <a:pt x="163" y="41"/>
                  </a:cubicBezTo>
                  <a:cubicBezTo>
                    <a:pt x="123" y="82"/>
                    <a:pt x="82" y="123"/>
                    <a:pt x="42" y="163"/>
                  </a:cubicBezTo>
                  <a:cubicBezTo>
                    <a:pt x="1" y="244"/>
                    <a:pt x="1" y="285"/>
                    <a:pt x="1" y="366"/>
                  </a:cubicBezTo>
                  <a:cubicBezTo>
                    <a:pt x="1" y="407"/>
                    <a:pt x="1" y="447"/>
                    <a:pt x="1" y="529"/>
                  </a:cubicBezTo>
                  <a:cubicBezTo>
                    <a:pt x="42" y="569"/>
                    <a:pt x="82" y="610"/>
                    <a:pt x="123" y="650"/>
                  </a:cubicBezTo>
                  <a:cubicBezTo>
                    <a:pt x="163" y="691"/>
                    <a:pt x="204" y="732"/>
                    <a:pt x="285" y="732"/>
                  </a:cubicBezTo>
                  <a:cubicBezTo>
                    <a:pt x="326" y="752"/>
                    <a:pt x="356" y="762"/>
                    <a:pt x="382" y="762"/>
                  </a:cubicBezTo>
                  <a:cubicBezTo>
                    <a:pt x="407" y="762"/>
                    <a:pt x="427" y="752"/>
                    <a:pt x="448" y="732"/>
                  </a:cubicBezTo>
                  <a:cubicBezTo>
                    <a:pt x="1097" y="772"/>
                    <a:pt x="1747" y="813"/>
                    <a:pt x="2356" y="853"/>
                  </a:cubicBezTo>
                  <a:lnTo>
                    <a:pt x="2396" y="853"/>
                  </a:lnTo>
                  <a:cubicBezTo>
                    <a:pt x="2477" y="853"/>
                    <a:pt x="2558" y="813"/>
                    <a:pt x="2599" y="732"/>
                  </a:cubicBezTo>
                  <a:cubicBezTo>
                    <a:pt x="2640" y="691"/>
                    <a:pt x="2680" y="610"/>
                    <a:pt x="2680" y="529"/>
                  </a:cubicBezTo>
                  <a:cubicBezTo>
                    <a:pt x="2680" y="447"/>
                    <a:pt x="2680" y="366"/>
                    <a:pt x="2599" y="285"/>
                  </a:cubicBezTo>
                  <a:cubicBezTo>
                    <a:pt x="2558" y="204"/>
                    <a:pt x="2518" y="163"/>
                    <a:pt x="2437" y="123"/>
                  </a:cubicBezTo>
                  <a:cubicBezTo>
                    <a:pt x="1787" y="82"/>
                    <a:pt x="1138" y="41"/>
                    <a:pt x="488" y="1"/>
                  </a:cubicBezTo>
                  <a:close/>
                  <a:moveTo>
                    <a:pt x="4345" y="326"/>
                  </a:moveTo>
                  <a:cubicBezTo>
                    <a:pt x="4263" y="326"/>
                    <a:pt x="4182" y="366"/>
                    <a:pt x="4101" y="447"/>
                  </a:cubicBezTo>
                  <a:cubicBezTo>
                    <a:pt x="4061" y="488"/>
                    <a:pt x="4020" y="569"/>
                    <a:pt x="4020" y="650"/>
                  </a:cubicBezTo>
                  <a:cubicBezTo>
                    <a:pt x="4020" y="732"/>
                    <a:pt x="4020" y="813"/>
                    <a:pt x="4061" y="894"/>
                  </a:cubicBezTo>
                  <a:cubicBezTo>
                    <a:pt x="4101" y="975"/>
                    <a:pt x="4182" y="1016"/>
                    <a:pt x="4263" y="1056"/>
                  </a:cubicBezTo>
                  <a:cubicBezTo>
                    <a:pt x="4913" y="1097"/>
                    <a:pt x="5522" y="1178"/>
                    <a:pt x="6171" y="1300"/>
                  </a:cubicBezTo>
                  <a:lnTo>
                    <a:pt x="6212" y="1300"/>
                  </a:lnTo>
                  <a:cubicBezTo>
                    <a:pt x="6293" y="1300"/>
                    <a:pt x="6374" y="1259"/>
                    <a:pt x="6415" y="1178"/>
                  </a:cubicBezTo>
                  <a:cubicBezTo>
                    <a:pt x="6496" y="1138"/>
                    <a:pt x="6537" y="1056"/>
                    <a:pt x="6537" y="975"/>
                  </a:cubicBezTo>
                  <a:cubicBezTo>
                    <a:pt x="6537" y="894"/>
                    <a:pt x="6537" y="813"/>
                    <a:pt x="6456" y="732"/>
                  </a:cubicBezTo>
                  <a:cubicBezTo>
                    <a:pt x="6415" y="650"/>
                    <a:pt x="6334" y="610"/>
                    <a:pt x="6212" y="569"/>
                  </a:cubicBezTo>
                  <a:cubicBezTo>
                    <a:pt x="5603" y="488"/>
                    <a:pt x="4954" y="407"/>
                    <a:pt x="4345" y="326"/>
                  </a:cubicBezTo>
                  <a:close/>
                  <a:moveTo>
                    <a:pt x="8161" y="853"/>
                  </a:moveTo>
                  <a:cubicBezTo>
                    <a:pt x="8079" y="853"/>
                    <a:pt x="7958" y="894"/>
                    <a:pt x="7876" y="935"/>
                  </a:cubicBezTo>
                  <a:cubicBezTo>
                    <a:pt x="7795" y="975"/>
                    <a:pt x="7755" y="1056"/>
                    <a:pt x="7755" y="1178"/>
                  </a:cubicBezTo>
                  <a:cubicBezTo>
                    <a:pt x="7714" y="1259"/>
                    <a:pt x="7755" y="1340"/>
                    <a:pt x="7795" y="1422"/>
                  </a:cubicBezTo>
                  <a:cubicBezTo>
                    <a:pt x="7876" y="1503"/>
                    <a:pt x="7958" y="1584"/>
                    <a:pt x="8039" y="1584"/>
                  </a:cubicBezTo>
                  <a:cubicBezTo>
                    <a:pt x="8648" y="1706"/>
                    <a:pt x="9297" y="1828"/>
                    <a:pt x="9906" y="1990"/>
                  </a:cubicBezTo>
                  <a:lnTo>
                    <a:pt x="9987" y="1990"/>
                  </a:lnTo>
                  <a:lnTo>
                    <a:pt x="9987" y="1949"/>
                  </a:lnTo>
                  <a:cubicBezTo>
                    <a:pt x="10069" y="1949"/>
                    <a:pt x="10150" y="1949"/>
                    <a:pt x="10231" y="1868"/>
                  </a:cubicBezTo>
                  <a:cubicBezTo>
                    <a:pt x="10272" y="1828"/>
                    <a:pt x="10312" y="1746"/>
                    <a:pt x="10353" y="1665"/>
                  </a:cubicBezTo>
                  <a:cubicBezTo>
                    <a:pt x="10353" y="1584"/>
                    <a:pt x="10353" y="1503"/>
                    <a:pt x="10272" y="1422"/>
                  </a:cubicBezTo>
                  <a:cubicBezTo>
                    <a:pt x="10231" y="1340"/>
                    <a:pt x="10150" y="1259"/>
                    <a:pt x="10069" y="1259"/>
                  </a:cubicBezTo>
                  <a:cubicBezTo>
                    <a:pt x="9419" y="1097"/>
                    <a:pt x="8810" y="975"/>
                    <a:pt x="8161" y="853"/>
                  </a:cubicBezTo>
                  <a:close/>
                  <a:moveTo>
                    <a:pt x="11936" y="1706"/>
                  </a:moveTo>
                  <a:cubicBezTo>
                    <a:pt x="11855" y="1706"/>
                    <a:pt x="11774" y="1746"/>
                    <a:pt x="11692" y="1787"/>
                  </a:cubicBezTo>
                  <a:cubicBezTo>
                    <a:pt x="11652" y="1828"/>
                    <a:pt x="11611" y="1909"/>
                    <a:pt x="11571" y="1990"/>
                  </a:cubicBezTo>
                  <a:cubicBezTo>
                    <a:pt x="11571" y="2071"/>
                    <a:pt x="11571" y="2152"/>
                    <a:pt x="11611" y="2234"/>
                  </a:cubicBezTo>
                  <a:cubicBezTo>
                    <a:pt x="11611" y="2315"/>
                    <a:pt x="11692" y="2355"/>
                    <a:pt x="11774" y="2396"/>
                  </a:cubicBezTo>
                  <a:cubicBezTo>
                    <a:pt x="12383" y="2558"/>
                    <a:pt x="12991" y="2721"/>
                    <a:pt x="13600" y="2883"/>
                  </a:cubicBezTo>
                  <a:cubicBezTo>
                    <a:pt x="13621" y="2903"/>
                    <a:pt x="13641" y="2914"/>
                    <a:pt x="13656" y="2914"/>
                  </a:cubicBezTo>
                  <a:cubicBezTo>
                    <a:pt x="13671" y="2914"/>
                    <a:pt x="13682" y="2903"/>
                    <a:pt x="13682" y="2883"/>
                  </a:cubicBezTo>
                  <a:lnTo>
                    <a:pt x="13682" y="2924"/>
                  </a:lnTo>
                  <a:cubicBezTo>
                    <a:pt x="13763" y="2883"/>
                    <a:pt x="13844" y="2843"/>
                    <a:pt x="13885" y="2802"/>
                  </a:cubicBezTo>
                  <a:cubicBezTo>
                    <a:pt x="13966" y="2721"/>
                    <a:pt x="14006" y="2680"/>
                    <a:pt x="14006" y="2599"/>
                  </a:cubicBezTo>
                  <a:cubicBezTo>
                    <a:pt x="14006" y="2518"/>
                    <a:pt x="14006" y="2437"/>
                    <a:pt x="13966" y="2355"/>
                  </a:cubicBezTo>
                  <a:cubicBezTo>
                    <a:pt x="13925" y="2274"/>
                    <a:pt x="13844" y="2234"/>
                    <a:pt x="13803" y="2193"/>
                  </a:cubicBezTo>
                  <a:cubicBezTo>
                    <a:pt x="13194" y="2031"/>
                    <a:pt x="12545" y="1868"/>
                    <a:pt x="11936" y="1706"/>
                  </a:cubicBezTo>
                  <a:close/>
                  <a:moveTo>
                    <a:pt x="15305" y="2680"/>
                  </a:moveTo>
                  <a:cubicBezTo>
                    <a:pt x="15265" y="2721"/>
                    <a:pt x="15184" y="2721"/>
                    <a:pt x="15143" y="2802"/>
                  </a:cubicBezTo>
                  <a:cubicBezTo>
                    <a:pt x="15102" y="2843"/>
                    <a:pt x="15102" y="2883"/>
                    <a:pt x="15062" y="2924"/>
                  </a:cubicBezTo>
                  <a:cubicBezTo>
                    <a:pt x="15062" y="3005"/>
                    <a:pt x="15062" y="3045"/>
                    <a:pt x="15062" y="3127"/>
                  </a:cubicBezTo>
                  <a:cubicBezTo>
                    <a:pt x="15062" y="3167"/>
                    <a:pt x="15102" y="3208"/>
                    <a:pt x="15102" y="3289"/>
                  </a:cubicBezTo>
                  <a:cubicBezTo>
                    <a:pt x="15143" y="3330"/>
                    <a:pt x="15184" y="3370"/>
                    <a:pt x="15265" y="3411"/>
                  </a:cubicBezTo>
                  <a:cubicBezTo>
                    <a:pt x="15305" y="3411"/>
                    <a:pt x="15346" y="3451"/>
                    <a:pt x="15427" y="3451"/>
                  </a:cubicBezTo>
                  <a:cubicBezTo>
                    <a:pt x="16036" y="3614"/>
                    <a:pt x="16645" y="3857"/>
                    <a:pt x="17254" y="4060"/>
                  </a:cubicBezTo>
                  <a:lnTo>
                    <a:pt x="17376" y="4060"/>
                  </a:lnTo>
                  <a:cubicBezTo>
                    <a:pt x="17457" y="4060"/>
                    <a:pt x="17498" y="4020"/>
                    <a:pt x="17579" y="3979"/>
                  </a:cubicBezTo>
                  <a:cubicBezTo>
                    <a:pt x="17619" y="3898"/>
                    <a:pt x="17660" y="3857"/>
                    <a:pt x="17660" y="3776"/>
                  </a:cubicBezTo>
                  <a:cubicBezTo>
                    <a:pt x="17701" y="3695"/>
                    <a:pt x="17660" y="3614"/>
                    <a:pt x="17619" y="3533"/>
                  </a:cubicBezTo>
                  <a:cubicBezTo>
                    <a:pt x="17619" y="3451"/>
                    <a:pt x="17538" y="3411"/>
                    <a:pt x="17498" y="3370"/>
                  </a:cubicBezTo>
                  <a:cubicBezTo>
                    <a:pt x="16889" y="3167"/>
                    <a:pt x="16280" y="2924"/>
                    <a:pt x="15630" y="2761"/>
                  </a:cubicBezTo>
                  <a:cubicBezTo>
                    <a:pt x="15590" y="2721"/>
                    <a:pt x="15549" y="2680"/>
                    <a:pt x="15468" y="2680"/>
                  </a:cubicBezTo>
                  <a:close/>
                  <a:moveTo>
                    <a:pt x="18959" y="3979"/>
                  </a:moveTo>
                  <a:cubicBezTo>
                    <a:pt x="18878" y="4020"/>
                    <a:pt x="18837" y="4020"/>
                    <a:pt x="18797" y="4060"/>
                  </a:cubicBezTo>
                  <a:cubicBezTo>
                    <a:pt x="18756" y="4101"/>
                    <a:pt x="18715" y="4142"/>
                    <a:pt x="18675" y="4223"/>
                  </a:cubicBezTo>
                  <a:cubicBezTo>
                    <a:pt x="18675" y="4263"/>
                    <a:pt x="18675" y="4304"/>
                    <a:pt x="18675" y="4385"/>
                  </a:cubicBezTo>
                  <a:cubicBezTo>
                    <a:pt x="18675" y="4426"/>
                    <a:pt x="18675" y="4507"/>
                    <a:pt x="18715" y="4548"/>
                  </a:cubicBezTo>
                  <a:cubicBezTo>
                    <a:pt x="18756" y="4588"/>
                    <a:pt x="18797" y="4629"/>
                    <a:pt x="18837" y="4669"/>
                  </a:cubicBezTo>
                  <a:cubicBezTo>
                    <a:pt x="18918" y="4710"/>
                    <a:pt x="18959" y="4710"/>
                    <a:pt x="19000" y="4710"/>
                  </a:cubicBezTo>
                  <a:cubicBezTo>
                    <a:pt x="19608" y="4953"/>
                    <a:pt x="20217" y="5197"/>
                    <a:pt x="20786" y="5441"/>
                  </a:cubicBezTo>
                  <a:cubicBezTo>
                    <a:pt x="20826" y="5481"/>
                    <a:pt x="20867" y="5481"/>
                    <a:pt x="20948" y="5481"/>
                  </a:cubicBezTo>
                  <a:cubicBezTo>
                    <a:pt x="21111" y="5481"/>
                    <a:pt x="21192" y="5400"/>
                    <a:pt x="21273" y="5278"/>
                  </a:cubicBezTo>
                  <a:cubicBezTo>
                    <a:pt x="21313" y="5197"/>
                    <a:pt x="21313" y="5075"/>
                    <a:pt x="21273" y="4994"/>
                  </a:cubicBezTo>
                  <a:cubicBezTo>
                    <a:pt x="21232" y="4913"/>
                    <a:pt x="21151" y="4832"/>
                    <a:pt x="21070" y="4791"/>
                  </a:cubicBezTo>
                  <a:cubicBezTo>
                    <a:pt x="20502" y="4548"/>
                    <a:pt x="19893" y="4304"/>
                    <a:pt x="19284" y="4060"/>
                  </a:cubicBezTo>
                  <a:cubicBezTo>
                    <a:pt x="19243" y="4020"/>
                    <a:pt x="19203" y="3979"/>
                    <a:pt x="19121" y="3979"/>
                  </a:cubicBezTo>
                  <a:close/>
                  <a:moveTo>
                    <a:pt x="22786" y="5586"/>
                  </a:moveTo>
                  <a:cubicBezTo>
                    <a:pt x="22731" y="5586"/>
                    <a:pt x="22682" y="5615"/>
                    <a:pt x="22653" y="5644"/>
                  </a:cubicBezTo>
                  <a:cubicBezTo>
                    <a:pt x="22572" y="5684"/>
                    <a:pt x="22491" y="5725"/>
                    <a:pt x="22450" y="5806"/>
                  </a:cubicBezTo>
                  <a:cubicBezTo>
                    <a:pt x="22450" y="5887"/>
                    <a:pt x="22410" y="5968"/>
                    <a:pt x="22450" y="6050"/>
                  </a:cubicBezTo>
                  <a:cubicBezTo>
                    <a:pt x="22450" y="6131"/>
                    <a:pt x="22491" y="6171"/>
                    <a:pt x="22572" y="6253"/>
                  </a:cubicBezTo>
                  <a:cubicBezTo>
                    <a:pt x="23140" y="6537"/>
                    <a:pt x="23709" y="6821"/>
                    <a:pt x="24277" y="7105"/>
                  </a:cubicBezTo>
                  <a:cubicBezTo>
                    <a:pt x="24318" y="7105"/>
                    <a:pt x="24358" y="7146"/>
                    <a:pt x="24439" y="7146"/>
                  </a:cubicBezTo>
                  <a:cubicBezTo>
                    <a:pt x="24561" y="7146"/>
                    <a:pt x="24683" y="7064"/>
                    <a:pt x="24764" y="6943"/>
                  </a:cubicBezTo>
                  <a:cubicBezTo>
                    <a:pt x="24805" y="6861"/>
                    <a:pt x="24805" y="6740"/>
                    <a:pt x="24764" y="6658"/>
                  </a:cubicBezTo>
                  <a:cubicBezTo>
                    <a:pt x="24764" y="6577"/>
                    <a:pt x="24683" y="6496"/>
                    <a:pt x="24602" y="6455"/>
                  </a:cubicBezTo>
                  <a:cubicBezTo>
                    <a:pt x="24033" y="6131"/>
                    <a:pt x="23465" y="5847"/>
                    <a:pt x="22856" y="5603"/>
                  </a:cubicBezTo>
                  <a:cubicBezTo>
                    <a:pt x="22832" y="5591"/>
                    <a:pt x="22809" y="5586"/>
                    <a:pt x="22786" y="5586"/>
                  </a:cubicBezTo>
                  <a:close/>
                  <a:moveTo>
                    <a:pt x="26307" y="7349"/>
                  </a:moveTo>
                  <a:cubicBezTo>
                    <a:pt x="26226" y="7349"/>
                    <a:pt x="26144" y="7349"/>
                    <a:pt x="26063" y="7389"/>
                  </a:cubicBezTo>
                  <a:cubicBezTo>
                    <a:pt x="25982" y="7430"/>
                    <a:pt x="25941" y="7470"/>
                    <a:pt x="25901" y="7552"/>
                  </a:cubicBezTo>
                  <a:cubicBezTo>
                    <a:pt x="25820" y="7633"/>
                    <a:pt x="25820" y="7673"/>
                    <a:pt x="25820" y="7795"/>
                  </a:cubicBezTo>
                  <a:cubicBezTo>
                    <a:pt x="25860" y="7876"/>
                    <a:pt x="25901" y="7917"/>
                    <a:pt x="25941" y="7998"/>
                  </a:cubicBezTo>
                  <a:cubicBezTo>
                    <a:pt x="26510" y="8323"/>
                    <a:pt x="27037" y="8607"/>
                    <a:pt x="27606" y="8932"/>
                  </a:cubicBezTo>
                  <a:cubicBezTo>
                    <a:pt x="27646" y="8972"/>
                    <a:pt x="27728" y="9013"/>
                    <a:pt x="27768" y="9013"/>
                  </a:cubicBezTo>
                  <a:cubicBezTo>
                    <a:pt x="27971" y="8972"/>
                    <a:pt x="28052" y="8891"/>
                    <a:pt x="28093" y="8729"/>
                  </a:cubicBezTo>
                  <a:cubicBezTo>
                    <a:pt x="28133" y="8566"/>
                    <a:pt x="28093" y="8445"/>
                    <a:pt x="27971" y="8323"/>
                  </a:cubicBezTo>
                  <a:cubicBezTo>
                    <a:pt x="27403" y="7998"/>
                    <a:pt x="26875" y="7673"/>
                    <a:pt x="26307" y="7349"/>
                  </a:cubicBezTo>
                  <a:close/>
                  <a:moveTo>
                    <a:pt x="29270" y="9175"/>
                  </a:moveTo>
                  <a:cubicBezTo>
                    <a:pt x="29230" y="9216"/>
                    <a:pt x="29148" y="9216"/>
                    <a:pt x="29108" y="9257"/>
                  </a:cubicBezTo>
                  <a:cubicBezTo>
                    <a:pt x="29067" y="9297"/>
                    <a:pt x="28986" y="9338"/>
                    <a:pt x="28986" y="9378"/>
                  </a:cubicBezTo>
                  <a:cubicBezTo>
                    <a:pt x="28945" y="9419"/>
                    <a:pt x="28905" y="9500"/>
                    <a:pt x="28905" y="9541"/>
                  </a:cubicBezTo>
                  <a:cubicBezTo>
                    <a:pt x="28905" y="9581"/>
                    <a:pt x="28905" y="9663"/>
                    <a:pt x="28945" y="9703"/>
                  </a:cubicBezTo>
                  <a:cubicBezTo>
                    <a:pt x="28986" y="9784"/>
                    <a:pt x="28986" y="9825"/>
                    <a:pt x="29067" y="9865"/>
                  </a:cubicBezTo>
                  <a:cubicBezTo>
                    <a:pt x="29108" y="9906"/>
                    <a:pt x="29148" y="9947"/>
                    <a:pt x="29189" y="9947"/>
                  </a:cubicBezTo>
                  <a:cubicBezTo>
                    <a:pt x="29717" y="10271"/>
                    <a:pt x="30285" y="10637"/>
                    <a:pt x="30772" y="11002"/>
                  </a:cubicBezTo>
                  <a:cubicBezTo>
                    <a:pt x="30843" y="11037"/>
                    <a:pt x="30913" y="11073"/>
                    <a:pt x="30983" y="11081"/>
                  </a:cubicBezTo>
                  <a:lnTo>
                    <a:pt x="30983" y="11081"/>
                  </a:lnTo>
                  <a:cubicBezTo>
                    <a:pt x="31142" y="11040"/>
                    <a:pt x="31260" y="10959"/>
                    <a:pt x="31300" y="10799"/>
                  </a:cubicBezTo>
                  <a:cubicBezTo>
                    <a:pt x="31341" y="10637"/>
                    <a:pt x="31341" y="10515"/>
                    <a:pt x="31178" y="10393"/>
                  </a:cubicBezTo>
                  <a:cubicBezTo>
                    <a:pt x="30650" y="10028"/>
                    <a:pt x="30123" y="9663"/>
                    <a:pt x="29595" y="9338"/>
                  </a:cubicBezTo>
                  <a:cubicBezTo>
                    <a:pt x="29554" y="9297"/>
                    <a:pt x="29514" y="9257"/>
                    <a:pt x="29433" y="9216"/>
                  </a:cubicBezTo>
                  <a:cubicBezTo>
                    <a:pt x="29392" y="9216"/>
                    <a:pt x="29351" y="9175"/>
                    <a:pt x="29270" y="9175"/>
                  </a:cubicBezTo>
                  <a:close/>
                  <a:moveTo>
                    <a:pt x="30983" y="11081"/>
                  </a:moveTo>
                  <a:cubicBezTo>
                    <a:pt x="30981" y="11082"/>
                    <a:pt x="30978" y="11083"/>
                    <a:pt x="30975" y="11083"/>
                  </a:cubicBezTo>
                  <a:lnTo>
                    <a:pt x="31016" y="11083"/>
                  </a:lnTo>
                  <a:cubicBezTo>
                    <a:pt x="31005" y="11083"/>
                    <a:pt x="30994" y="11083"/>
                    <a:pt x="30983" y="11081"/>
                  </a:cubicBezTo>
                  <a:close/>
                  <a:moveTo>
                    <a:pt x="32477" y="11449"/>
                  </a:moveTo>
                  <a:cubicBezTo>
                    <a:pt x="32396" y="11489"/>
                    <a:pt x="32315" y="11530"/>
                    <a:pt x="32234" y="11611"/>
                  </a:cubicBezTo>
                  <a:cubicBezTo>
                    <a:pt x="32193" y="11692"/>
                    <a:pt x="32193" y="11773"/>
                    <a:pt x="32193" y="11895"/>
                  </a:cubicBezTo>
                  <a:cubicBezTo>
                    <a:pt x="32193" y="11976"/>
                    <a:pt x="32234" y="12058"/>
                    <a:pt x="32315" y="12139"/>
                  </a:cubicBezTo>
                  <a:cubicBezTo>
                    <a:pt x="32843" y="12504"/>
                    <a:pt x="33370" y="12910"/>
                    <a:pt x="33857" y="13275"/>
                  </a:cubicBezTo>
                  <a:cubicBezTo>
                    <a:pt x="33898" y="13357"/>
                    <a:pt x="33979" y="13357"/>
                    <a:pt x="34060" y="13357"/>
                  </a:cubicBezTo>
                  <a:cubicBezTo>
                    <a:pt x="34182" y="13357"/>
                    <a:pt x="34263" y="13316"/>
                    <a:pt x="34345" y="13235"/>
                  </a:cubicBezTo>
                  <a:cubicBezTo>
                    <a:pt x="34385" y="13154"/>
                    <a:pt x="34426" y="13032"/>
                    <a:pt x="34426" y="12951"/>
                  </a:cubicBezTo>
                  <a:cubicBezTo>
                    <a:pt x="34385" y="12870"/>
                    <a:pt x="34345" y="12788"/>
                    <a:pt x="34304" y="12707"/>
                  </a:cubicBezTo>
                  <a:cubicBezTo>
                    <a:pt x="33776" y="12301"/>
                    <a:pt x="33289" y="11895"/>
                    <a:pt x="32761" y="11530"/>
                  </a:cubicBezTo>
                  <a:cubicBezTo>
                    <a:pt x="32680" y="11489"/>
                    <a:pt x="32599" y="11449"/>
                    <a:pt x="32477" y="11449"/>
                  </a:cubicBezTo>
                  <a:close/>
                  <a:moveTo>
                    <a:pt x="35644" y="13907"/>
                  </a:moveTo>
                  <a:cubicBezTo>
                    <a:pt x="35617" y="13907"/>
                    <a:pt x="35589" y="13911"/>
                    <a:pt x="35562" y="13925"/>
                  </a:cubicBezTo>
                  <a:cubicBezTo>
                    <a:pt x="35481" y="13925"/>
                    <a:pt x="35400" y="13966"/>
                    <a:pt x="35359" y="14047"/>
                  </a:cubicBezTo>
                  <a:cubicBezTo>
                    <a:pt x="35278" y="14087"/>
                    <a:pt x="35278" y="14169"/>
                    <a:pt x="35278" y="14250"/>
                  </a:cubicBezTo>
                  <a:cubicBezTo>
                    <a:pt x="35238" y="14331"/>
                    <a:pt x="35278" y="14412"/>
                    <a:pt x="35319" y="14493"/>
                  </a:cubicBezTo>
                  <a:cubicBezTo>
                    <a:pt x="35806" y="14899"/>
                    <a:pt x="36293" y="15346"/>
                    <a:pt x="36740" y="15752"/>
                  </a:cubicBezTo>
                  <a:cubicBezTo>
                    <a:pt x="36821" y="15833"/>
                    <a:pt x="36902" y="15874"/>
                    <a:pt x="36983" y="15874"/>
                  </a:cubicBezTo>
                  <a:cubicBezTo>
                    <a:pt x="37105" y="15874"/>
                    <a:pt x="37186" y="15833"/>
                    <a:pt x="37267" y="15752"/>
                  </a:cubicBezTo>
                  <a:cubicBezTo>
                    <a:pt x="37349" y="15671"/>
                    <a:pt x="37389" y="15589"/>
                    <a:pt x="37349" y="15468"/>
                  </a:cubicBezTo>
                  <a:cubicBezTo>
                    <a:pt x="37349" y="15386"/>
                    <a:pt x="37308" y="15265"/>
                    <a:pt x="37227" y="15224"/>
                  </a:cubicBezTo>
                  <a:cubicBezTo>
                    <a:pt x="36780" y="14777"/>
                    <a:pt x="36293" y="14372"/>
                    <a:pt x="35806" y="13925"/>
                  </a:cubicBezTo>
                  <a:cubicBezTo>
                    <a:pt x="35752" y="13925"/>
                    <a:pt x="35698" y="13907"/>
                    <a:pt x="35644" y="13907"/>
                  </a:cubicBezTo>
                  <a:close/>
                  <a:moveTo>
                    <a:pt x="38312" y="16343"/>
                  </a:moveTo>
                  <a:cubicBezTo>
                    <a:pt x="38273" y="16343"/>
                    <a:pt x="38228" y="16361"/>
                    <a:pt x="38201" y="16361"/>
                  </a:cubicBezTo>
                  <a:cubicBezTo>
                    <a:pt x="38120" y="16401"/>
                    <a:pt x="38079" y="16401"/>
                    <a:pt x="38039" y="16442"/>
                  </a:cubicBezTo>
                  <a:cubicBezTo>
                    <a:pt x="37998" y="16482"/>
                    <a:pt x="37958" y="16564"/>
                    <a:pt x="37958" y="16604"/>
                  </a:cubicBezTo>
                  <a:cubicBezTo>
                    <a:pt x="37917" y="16645"/>
                    <a:pt x="37917" y="16726"/>
                    <a:pt x="37958" y="16767"/>
                  </a:cubicBezTo>
                  <a:cubicBezTo>
                    <a:pt x="37958" y="16848"/>
                    <a:pt x="37958" y="16888"/>
                    <a:pt x="37998" y="16929"/>
                  </a:cubicBezTo>
                  <a:cubicBezTo>
                    <a:pt x="38039" y="17010"/>
                    <a:pt x="38079" y="17010"/>
                    <a:pt x="38120" y="17051"/>
                  </a:cubicBezTo>
                  <a:cubicBezTo>
                    <a:pt x="38607" y="17497"/>
                    <a:pt x="39054" y="17944"/>
                    <a:pt x="39500" y="18390"/>
                  </a:cubicBezTo>
                  <a:cubicBezTo>
                    <a:pt x="39581" y="18472"/>
                    <a:pt x="39663" y="18512"/>
                    <a:pt x="39744" y="18512"/>
                  </a:cubicBezTo>
                  <a:cubicBezTo>
                    <a:pt x="39906" y="18512"/>
                    <a:pt x="40028" y="18431"/>
                    <a:pt x="40069" y="18269"/>
                  </a:cubicBezTo>
                  <a:cubicBezTo>
                    <a:pt x="40150" y="18147"/>
                    <a:pt x="40109" y="18025"/>
                    <a:pt x="40028" y="17903"/>
                  </a:cubicBezTo>
                  <a:cubicBezTo>
                    <a:pt x="39581" y="17457"/>
                    <a:pt x="39094" y="16970"/>
                    <a:pt x="38648" y="16523"/>
                  </a:cubicBezTo>
                  <a:cubicBezTo>
                    <a:pt x="38607" y="16482"/>
                    <a:pt x="38566" y="16442"/>
                    <a:pt x="38526" y="16401"/>
                  </a:cubicBezTo>
                  <a:cubicBezTo>
                    <a:pt x="38485" y="16361"/>
                    <a:pt x="38445" y="16361"/>
                    <a:pt x="38364" y="16361"/>
                  </a:cubicBezTo>
                  <a:cubicBezTo>
                    <a:pt x="38350" y="16347"/>
                    <a:pt x="38332" y="16343"/>
                    <a:pt x="38312" y="16343"/>
                  </a:cubicBezTo>
                  <a:close/>
                  <a:moveTo>
                    <a:pt x="40982" y="19091"/>
                  </a:moveTo>
                  <a:cubicBezTo>
                    <a:pt x="40951" y="19091"/>
                    <a:pt x="40921" y="19101"/>
                    <a:pt x="40880" y="19121"/>
                  </a:cubicBezTo>
                  <a:cubicBezTo>
                    <a:pt x="40840" y="19121"/>
                    <a:pt x="40799" y="19162"/>
                    <a:pt x="40718" y="19202"/>
                  </a:cubicBezTo>
                  <a:cubicBezTo>
                    <a:pt x="40677" y="19243"/>
                    <a:pt x="40637" y="19284"/>
                    <a:pt x="40637" y="19324"/>
                  </a:cubicBezTo>
                  <a:cubicBezTo>
                    <a:pt x="40596" y="19405"/>
                    <a:pt x="40596" y="19446"/>
                    <a:pt x="40596" y="19527"/>
                  </a:cubicBezTo>
                  <a:cubicBezTo>
                    <a:pt x="40596" y="19568"/>
                    <a:pt x="40637" y="19608"/>
                    <a:pt x="40677" y="19690"/>
                  </a:cubicBezTo>
                  <a:cubicBezTo>
                    <a:pt x="40718" y="19730"/>
                    <a:pt x="40759" y="19771"/>
                    <a:pt x="40799" y="19811"/>
                  </a:cubicBezTo>
                  <a:cubicBezTo>
                    <a:pt x="41205" y="20258"/>
                    <a:pt x="41652" y="20745"/>
                    <a:pt x="42058" y="21232"/>
                  </a:cubicBezTo>
                  <a:cubicBezTo>
                    <a:pt x="42139" y="21313"/>
                    <a:pt x="42220" y="21354"/>
                    <a:pt x="42342" y="21354"/>
                  </a:cubicBezTo>
                  <a:cubicBezTo>
                    <a:pt x="42423" y="21354"/>
                    <a:pt x="42504" y="21313"/>
                    <a:pt x="42585" y="21273"/>
                  </a:cubicBezTo>
                  <a:cubicBezTo>
                    <a:pt x="42626" y="21192"/>
                    <a:pt x="42667" y="21110"/>
                    <a:pt x="42707" y="21029"/>
                  </a:cubicBezTo>
                  <a:cubicBezTo>
                    <a:pt x="42707" y="20948"/>
                    <a:pt x="42667" y="20826"/>
                    <a:pt x="42626" y="20745"/>
                  </a:cubicBezTo>
                  <a:cubicBezTo>
                    <a:pt x="42179" y="20258"/>
                    <a:pt x="41774" y="19771"/>
                    <a:pt x="41327" y="19324"/>
                  </a:cubicBezTo>
                  <a:cubicBezTo>
                    <a:pt x="41327" y="19243"/>
                    <a:pt x="41286" y="19202"/>
                    <a:pt x="41205" y="19162"/>
                  </a:cubicBezTo>
                  <a:cubicBezTo>
                    <a:pt x="41165" y="19121"/>
                    <a:pt x="41124" y="19121"/>
                    <a:pt x="41083" y="19121"/>
                  </a:cubicBezTo>
                  <a:cubicBezTo>
                    <a:pt x="41043" y="19101"/>
                    <a:pt x="41012" y="19091"/>
                    <a:pt x="40982" y="19091"/>
                  </a:cubicBezTo>
                  <a:close/>
                  <a:moveTo>
                    <a:pt x="43397" y="22003"/>
                  </a:moveTo>
                  <a:cubicBezTo>
                    <a:pt x="43357" y="22003"/>
                    <a:pt x="43276" y="22044"/>
                    <a:pt x="43235" y="22085"/>
                  </a:cubicBezTo>
                  <a:cubicBezTo>
                    <a:pt x="43194" y="22125"/>
                    <a:pt x="43154" y="22166"/>
                    <a:pt x="43154" y="22206"/>
                  </a:cubicBezTo>
                  <a:cubicBezTo>
                    <a:pt x="43113" y="22288"/>
                    <a:pt x="43113" y="22328"/>
                    <a:pt x="43113" y="22409"/>
                  </a:cubicBezTo>
                  <a:cubicBezTo>
                    <a:pt x="43113" y="22450"/>
                    <a:pt x="43113" y="22531"/>
                    <a:pt x="43154" y="22572"/>
                  </a:cubicBezTo>
                  <a:cubicBezTo>
                    <a:pt x="43194" y="22612"/>
                    <a:pt x="43194" y="22653"/>
                    <a:pt x="43276" y="22694"/>
                  </a:cubicBezTo>
                  <a:lnTo>
                    <a:pt x="44412" y="24236"/>
                  </a:lnTo>
                  <a:cubicBezTo>
                    <a:pt x="44493" y="24317"/>
                    <a:pt x="44575" y="24358"/>
                    <a:pt x="44696" y="24358"/>
                  </a:cubicBezTo>
                  <a:cubicBezTo>
                    <a:pt x="44778" y="24358"/>
                    <a:pt x="44859" y="24317"/>
                    <a:pt x="44940" y="24277"/>
                  </a:cubicBezTo>
                  <a:cubicBezTo>
                    <a:pt x="44981" y="24196"/>
                    <a:pt x="45062" y="24114"/>
                    <a:pt x="45062" y="24033"/>
                  </a:cubicBezTo>
                  <a:cubicBezTo>
                    <a:pt x="45062" y="23911"/>
                    <a:pt x="45062" y="23830"/>
                    <a:pt x="44981" y="23749"/>
                  </a:cubicBezTo>
                  <a:cubicBezTo>
                    <a:pt x="44615" y="23262"/>
                    <a:pt x="44209" y="22734"/>
                    <a:pt x="43844" y="22247"/>
                  </a:cubicBezTo>
                  <a:cubicBezTo>
                    <a:pt x="43803" y="22166"/>
                    <a:pt x="43763" y="22125"/>
                    <a:pt x="43722" y="22085"/>
                  </a:cubicBezTo>
                  <a:cubicBezTo>
                    <a:pt x="43681" y="22044"/>
                    <a:pt x="43641" y="22044"/>
                    <a:pt x="43560" y="22003"/>
                  </a:cubicBezTo>
                  <a:close/>
                  <a:moveTo>
                    <a:pt x="45874" y="25251"/>
                  </a:moveTo>
                  <a:cubicBezTo>
                    <a:pt x="45792" y="25251"/>
                    <a:pt x="45711" y="25292"/>
                    <a:pt x="45671" y="25332"/>
                  </a:cubicBezTo>
                  <a:cubicBezTo>
                    <a:pt x="45589" y="25373"/>
                    <a:pt x="45549" y="25454"/>
                    <a:pt x="45508" y="25535"/>
                  </a:cubicBezTo>
                  <a:cubicBezTo>
                    <a:pt x="45468" y="25616"/>
                    <a:pt x="45468" y="25698"/>
                    <a:pt x="45508" y="25779"/>
                  </a:cubicBezTo>
                  <a:cubicBezTo>
                    <a:pt x="45874" y="26266"/>
                    <a:pt x="46239" y="26834"/>
                    <a:pt x="46564" y="27362"/>
                  </a:cubicBezTo>
                  <a:cubicBezTo>
                    <a:pt x="46645" y="27443"/>
                    <a:pt x="46767" y="27524"/>
                    <a:pt x="46889" y="27524"/>
                  </a:cubicBezTo>
                  <a:cubicBezTo>
                    <a:pt x="46970" y="27524"/>
                    <a:pt x="47010" y="27484"/>
                    <a:pt x="47091" y="27443"/>
                  </a:cubicBezTo>
                  <a:cubicBezTo>
                    <a:pt x="47173" y="27403"/>
                    <a:pt x="47213" y="27321"/>
                    <a:pt x="47213" y="27200"/>
                  </a:cubicBezTo>
                  <a:cubicBezTo>
                    <a:pt x="47254" y="27118"/>
                    <a:pt x="47254" y="27037"/>
                    <a:pt x="47173" y="26956"/>
                  </a:cubicBezTo>
                  <a:cubicBezTo>
                    <a:pt x="46848" y="26428"/>
                    <a:pt x="46483" y="25860"/>
                    <a:pt x="46117" y="25332"/>
                  </a:cubicBezTo>
                  <a:cubicBezTo>
                    <a:pt x="46036" y="25292"/>
                    <a:pt x="45995" y="25251"/>
                    <a:pt x="45874" y="25251"/>
                  </a:cubicBezTo>
                  <a:close/>
                  <a:moveTo>
                    <a:pt x="47985" y="28458"/>
                  </a:moveTo>
                  <a:cubicBezTo>
                    <a:pt x="47903" y="28458"/>
                    <a:pt x="47822" y="28499"/>
                    <a:pt x="47741" y="28539"/>
                  </a:cubicBezTo>
                  <a:cubicBezTo>
                    <a:pt x="47660" y="28580"/>
                    <a:pt x="47619" y="28620"/>
                    <a:pt x="47579" y="28702"/>
                  </a:cubicBezTo>
                  <a:cubicBezTo>
                    <a:pt x="47538" y="28783"/>
                    <a:pt x="47538" y="28864"/>
                    <a:pt x="47579" y="28945"/>
                  </a:cubicBezTo>
                  <a:cubicBezTo>
                    <a:pt x="47903" y="29514"/>
                    <a:pt x="48228" y="30041"/>
                    <a:pt x="48512" y="30610"/>
                  </a:cubicBezTo>
                  <a:cubicBezTo>
                    <a:pt x="48594" y="30731"/>
                    <a:pt x="48715" y="30772"/>
                    <a:pt x="48837" y="30813"/>
                  </a:cubicBezTo>
                  <a:lnTo>
                    <a:pt x="48878" y="30813"/>
                  </a:lnTo>
                  <a:cubicBezTo>
                    <a:pt x="48918" y="30813"/>
                    <a:pt x="48959" y="30772"/>
                    <a:pt x="49040" y="30731"/>
                  </a:cubicBezTo>
                  <a:cubicBezTo>
                    <a:pt x="49121" y="30691"/>
                    <a:pt x="49162" y="30610"/>
                    <a:pt x="49202" y="30528"/>
                  </a:cubicBezTo>
                  <a:cubicBezTo>
                    <a:pt x="49243" y="30407"/>
                    <a:pt x="49202" y="30325"/>
                    <a:pt x="49162" y="30244"/>
                  </a:cubicBezTo>
                  <a:cubicBezTo>
                    <a:pt x="48837" y="29676"/>
                    <a:pt x="48553" y="29108"/>
                    <a:pt x="48188" y="28580"/>
                  </a:cubicBezTo>
                  <a:cubicBezTo>
                    <a:pt x="48147" y="28539"/>
                    <a:pt x="48066" y="28499"/>
                    <a:pt x="47985" y="28458"/>
                  </a:cubicBezTo>
                  <a:close/>
                  <a:moveTo>
                    <a:pt x="49690" y="31624"/>
                  </a:moveTo>
                  <a:cubicBezTo>
                    <a:pt x="49608" y="31624"/>
                    <a:pt x="49568" y="31624"/>
                    <a:pt x="49527" y="31665"/>
                  </a:cubicBezTo>
                  <a:cubicBezTo>
                    <a:pt x="49446" y="31706"/>
                    <a:pt x="49405" y="31746"/>
                    <a:pt x="49365" y="31787"/>
                  </a:cubicBezTo>
                  <a:cubicBezTo>
                    <a:pt x="49365" y="31827"/>
                    <a:pt x="49324" y="31868"/>
                    <a:pt x="49324" y="31949"/>
                  </a:cubicBezTo>
                  <a:cubicBezTo>
                    <a:pt x="49324" y="31990"/>
                    <a:pt x="49324" y="32071"/>
                    <a:pt x="49324" y="32112"/>
                  </a:cubicBezTo>
                  <a:cubicBezTo>
                    <a:pt x="49365" y="32193"/>
                    <a:pt x="49365" y="32233"/>
                    <a:pt x="49446" y="32274"/>
                  </a:cubicBezTo>
                  <a:cubicBezTo>
                    <a:pt x="49730" y="32842"/>
                    <a:pt x="50014" y="33411"/>
                    <a:pt x="50258" y="33979"/>
                  </a:cubicBezTo>
                  <a:cubicBezTo>
                    <a:pt x="50339" y="34141"/>
                    <a:pt x="50461" y="34182"/>
                    <a:pt x="50583" y="34182"/>
                  </a:cubicBezTo>
                  <a:lnTo>
                    <a:pt x="50623" y="34182"/>
                  </a:lnTo>
                  <a:cubicBezTo>
                    <a:pt x="50664" y="34182"/>
                    <a:pt x="50704" y="34182"/>
                    <a:pt x="50745" y="34141"/>
                  </a:cubicBezTo>
                  <a:cubicBezTo>
                    <a:pt x="50826" y="34101"/>
                    <a:pt x="50907" y="34020"/>
                    <a:pt x="50948" y="33938"/>
                  </a:cubicBezTo>
                  <a:cubicBezTo>
                    <a:pt x="50948" y="33857"/>
                    <a:pt x="50948" y="33776"/>
                    <a:pt x="50907" y="33654"/>
                  </a:cubicBezTo>
                  <a:cubicBezTo>
                    <a:pt x="50664" y="33086"/>
                    <a:pt x="50380" y="32518"/>
                    <a:pt x="50055" y="31949"/>
                  </a:cubicBezTo>
                  <a:cubicBezTo>
                    <a:pt x="50055" y="31868"/>
                    <a:pt x="50055" y="31827"/>
                    <a:pt x="50014" y="31787"/>
                  </a:cubicBezTo>
                  <a:cubicBezTo>
                    <a:pt x="49974" y="31746"/>
                    <a:pt x="49933" y="31706"/>
                    <a:pt x="49852" y="31665"/>
                  </a:cubicBezTo>
                  <a:cubicBezTo>
                    <a:pt x="49811" y="31624"/>
                    <a:pt x="49730" y="31624"/>
                    <a:pt x="49690" y="31624"/>
                  </a:cubicBezTo>
                  <a:close/>
                  <a:moveTo>
                    <a:pt x="51395" y="35288"/>
                  </a:moveTo>
                  <a:cubicBezTo>
                    <a:pt x="51354" y="35288"/>
                    <a:pt x="51313" y="35298"/>
                    <a:pt x="51273" y="35319"/>
                  </a:cubicBezTo>
                  <a:cubicBezTo>
                    <a:pt x="51192" y="35359"/>
                    <a:pt x="51151" y="35400"/>
                    <a:pt x="51110" y="35481"/>
                  </a:cubicBezTo>
                  <a:cubicBezTo>
                    <a:pt x="51070" y="35562"/>
                    <a:pt x="51029" y="35643"/>
                    <a:pt x="51070" y="35725"/>
                  </a:cubicBezTo>
                  <a:cubicBezTo>
                    <a:pt x="51313" y="36293"/>
                    <a:pt x="51557" y="36902"/>
                    <a:pt x="51801" y="37470"/>
                  </a:cubicBezTo>
                  <a:cubicBezTo>
                    <a:pt x="51841" y="37633"/>
                    <a:pt x="51963" y="37714"/>
                    <a:pt x="52125" y="37714"/>
                  </a:cubicBezTo>
                  <a:cubicBezTo>
                    <a:pt x="52166" y="37714"/>
                    <a:pt x="52206" y="37714"/>
                    <a:pt x="52247" y="37673"/>
                  </a:cubicBezTo>
                  <a:cubicBezTo>
                    <a:pt x="52328" y="37633"/>
                    <a:pt x="52409" y="37592"/>
                    <a:pt x="52450" y="37470"/>
                  </a:cubicBezTo>
                  <a:cubicBezTo>
                    <a:pt x="52491" y="37389"/>
                    <a:pt x="52491" y="37308"/>
                    <a:pt x="52450" y="37227"/>
                  </a:cubicBezTo>
                  <a:cubicBezTo>
                    <a:pt x="52206" y="36618"/>
                    <a:pt x="51963" y="36009"/>
                    <a:pt x="51719" y="35440"/>
                  </a:cubicBezTo>
                  <a:cubicBezTo>
                    <a:pt x="51679" y="35359"/>
                    <a:pt x="51598" y="35319"/>
                    <a:pt x="51516" y="35319"/>
                  </a:cubicBezTo>
                  <a:cubicBezTo>
                    <a:pt x="51476" y="35298"/>
                    <a:pt x="51435" y="35288"/>
                    <a:pt x="51395" y="35288"/>
                  </a:cubicBezTo>
                  <a:close/>
                  <a:moveTo>
                    <a:pt x="52653" y="38647"/>
                  </a:moveTo>
                  <a:cubicBezTo>
                    <a:pt x="52572" y="38688"/>
                    <a:pt x="52531" y="38729"/>
                    <a:pt x="52491" y="38769"/>
                  </a:cubicBezTo>
                  <a:cubicBezTo>
                    <a:pt x="52450" y="38810"/>
                    <a:pt x="52409" y="38850"/>
                    <a:pt x="52409" y="38932"/>
                  </a:cubicBezTo>
                  <a:cubicBezTo>
                    <a:pt x="52369" y="38972"/>
                    <a:pt x="52369" y="39013"/>
                    <a:pt x="52409" y="39094"/>
                  </a:cubicBezTo>
                  <a:cubicBezTo>
                    <a:pt x="52409" y="39135"/>
                    <a:pt x="52409" y="39216"/>
                    <a:pt x="52450" y="39256"/>
                  </a:cubicBezTo>
                  <a:cubicBezTo>
                    <a:pt x="52694" y="39865"/>
                    <a:pt x="52897" y="40474"/>
                    <a:pt x="53059" y="41043"/>
                  </a:cubicBezTo>
                  <a:cubicBezTo>
                    <a:pt x="53140" y="41205"/>
                    <a:pt x="53262" y="41286"/>
                    <a:pt x="53424" y="41327"/>
                  </a:cubicBezTo>
                  <a:cubicBezTo>
                    <a:pt x="53465" y="41327"/>
                    <a:pt x="53506" y="41286"/>
                    <a:pt x="53546" y="41286"/>
                  </a:cubicBezTo>
                  <a:cubicBezTo>
                    <a:pt x="53627" y="41246"/>
                    <a:pt x="53709" y="41205"/>
                    <a:pt x="53749" y="41124"/>
                  </a:cubicBezTo>
                  <a:cubicBezTo>
                    <a:pt x="53790" y="41002"/>
                    <a:pt x="53790" y="40921"/>
                    <a:pt x="53749" y="40840"/>
                  </a:cubicBezTo>
                  <a:cubicBezTo>
                    <a:pt x="53587" y="40231"/>
                    <a:pt x="53384" y="39622"/>
                    <a:pt x="53140" y="39013"/>
                  </a:cubicBezTo>
                  <a:cubicBezTo>
                    <a:pt x="53140" y="38932"/>
                    <a:pt x="53140" y="38891"/>
                    <a:pt x="53100" y="38850"/>
                  </a:cubicBezTo>
                  <a:cubicBezTo>
                    <a:pt x="53059" y="38769"/>
                    <a:pt x="53018" y="38729"/>
                    <a:pt x="52978" y="38688"/>
                  </a:cubicBezTo>
                  <a:cubicBezTo>
                    <a:pt x="52937" y="38688"/>
                    <a:pt x="52856" y="38647"/>
                    <a:pt x="52815" y="38647"/>
                  </a:cubicBezTo>
                  <a:close/>
                  <a:moveTo>
                    <a:pt x="53830" y="42301"/>
                  </a:moveTo>
                  <a:cubicBezTo>
                    <a:pt x="53790" y="42301"/>
                    <a:pt x="53709" y="42342"/>
                    <a:pt x="53668" y="42382"/>
                  </a:cubicBezTo>
                  <a:cubicBezTo>
                    <a:pt x="53627" y="42423"/>
                    <a:pt x="53587" y="42463"/>
                    <a:pt x="53587" y="42545"/>
                  </a:cubicBezTo>
                  <a:cubicBezTo>
                    <a:pt x="53546" y="42585"/>
                    <a:pt x="53546" y="42666"/>
                    <a:pt x="53546" y="42707"/>
                  </a:cubicBezTo>
                  <a:cubicBezTo>
                    <a:pt x="53587" y="42788"/>
                    <a:pt x="53587" y="42829"/>
                    <a:pt x="53627" y="42869"/>
                  </a:cubicBezTo>
                  <a:cubicBezTo>
                    <a:pt x="53790" y="43478"/>
                    <a:pt x="53952" y="44087"/>
                    <a:pt x="54114" y="44737"/>
                  </a:cubicBezTo>
                  <a:cubicBezTo>
                    <a:pt x="54155" y="44818"/>
                    <a:pt x="54196" y="44859"/>
                    <a:pt x="54236" y="44899"/>
                  </a:cubicBezTo>
                  <a:cubicBezTo>
                    <a:pt x="54317" y="44980"/>
                    <a:pt x="54399" y="44980"/>
                    <a:pt x="54480" y="44980"/>
                  </a:cubicBezTo>
                  <a:lnTo>
                    <a:pt x="54561" y="44980"/>
                  </a:lnTo>
                  <a:cubicBezTo>
                    <a:pt x="54642" y="44940"/>
                    <a:pt x="54723" y="44899"/>
                    <a:pt x="54764" y="44818"/>
                  </a:cubicBezTo>
                  <a:cubicBezTo>
                    <a:pt x="54805" y="44737"/>
                    <a:pt x="54845" y="44615"/>
                    <a:pt x="54805" y="44534"/>
                  </a:cubicBezTo>
                  <a:cubicBezTo>
                    <a:pt x="54683" y="43925"/>
                    <a:pt x="54520" y="43275"/>
                    <a:pt x="54317" y="42666"/>
                  </a:cubicBezTo>
                  <a:cubicBezTo>
                    <a:pt x="54317" y="42626"/>
                    <a:pt x="54317" y="42545"/>
                    <a:pt x="54277" y="42504"/>
                  </a:cubicBezTo>
                  <a:cubicBezTo>
                    <a:pt x="54236" y="42463"/>
                    <a:pt x="54236" y="42382"/>
                    <a:pt x="54155" y="42382"/>
                  </a:cubicBezTo>
                  <a:cubicBezTo>
                    <a:pt x="54114" y="42342"/>
                    <a:pt x="54074" y="42301"/>
                    <a:pt x="53993" y="42301"/>
                  </a:cubicBezTo>
                  <a:close/>
                  <a:moveTo>
                    <a:pt x="54871" y="46005"/>
                  </a:moveTo>
                  <a:cubicBezTo>
                    <a:pt x="54845" y="46005"/>
                    <a:pt x="54825" y="46015"/>
                    <a:pt x="54805" y="46036"/>
                  </a:cubicBezTo>
                  <a:cubicBezTo>
                    <a:pt x="54723" y="46036"/>
                    <a:pt x="54683" y="46076"/>
                    <a:pt x="54642" y="46076"/>
                  </a:cubicBezTo>
                  <a:cubicBezTo>
                    <a:pt x="54602" y="46117"/>
                    <a:pt x="54561" y="46158"/>
                    <a:pt x="54520" y="46239"/>
                  </a:cubicBezTo>
                  <a:cubicBezTo>
                    <a:pt x="54480" y="46279"/>
                    <a:pt x="54480" y="46361"/>
                    <a:pt x="54480" y="46401"/>
                  </a:cubicBezTo>
                  <a:cubicBezTo>
                    <a:pt x="54480" y="46482"/>
                    <a:pt x="54520" y="46523"/>
                    <a:pt x="54520" y="46564"/>
                  </a:cubicBezTo>
                  <a:cubicBezTo>
                    <a:pt x="54683" y="47172"/>
                    <a:pt x="54805" y="47822"/>
                    <a:pt x="54926" y="48431"/>
                  </a:cubicBezTo>
                  <a:cubicBezTo>
                    <a:pt x="54926" y="48512"/>
                    <a:pt x="54967" y="48593"/>
                    <a:pt x="55048" y="48674"/>
                  </a:cubicBezTo>
                  <a:cubicBezTo>
                    <a:pt x="55129" y="48715"/>
                    <a:pt x="55211" y="48756"/>
                    <a:pt x="55292" y="48756"/>
                  </a:cubicBezTo>
                  <a:lnTo>
                    <a:pt x="55332" y="48756"/>
                  </a:lnTo>
                  <a:cubicBezTo>
                    <a:pt x="55414" y="48715"/>
                    <a:pt x="55495" y="48674"/>
                    <a:pt x="55576" y="48593"/>
                  </a:cubicBezTo>
                  <a:cubicBezTo>
                    <a:pt x="55616" y="48512"/>
                    <a:pt x="55657" y="48431"/>
                    <a:pt x="55616" y="48309"/>
                  </a:cubicBezTo>
                  <a:cubicBezTo>
                    <a:pt x="55495" y="47660"/>
                    <a:pt x="55373" y="47051"/>
                    <a:pt x="55251" y="46401"/>
                  </a:cubicBezTo>
                  <a:cubicBezTo>
                    <a:pt x="55251" y="46361"/>
                    <a:pt x="55251" y="46320"/>
                    <a:pt x="55211" y="46239"/>
                  </a:cubicBezTo>
                  <a:cubicBezTo>
                    <a:pt x="55211" y="46198"/>
                    <a:pt x="55170" y="46158"/>
                    <a:pt x="55129" y="46117"/>
                  </a:cubicBezTo>
                  <a:cubicBezTo>
                    <a:pt x="55089" y="46076"/>
                    <a:pt x="55008" y="46036"/>
                    <a:pt x="54967" y="46036"/>
                  </a:cubicBezTo>
                  <a:cubicBezTo>
                    <a:pt x="54926" y="46015"/>
                    <a:pt x="54896" y="46005"/>
                    <a:pt x="54871" y="46005"/>
                  </a:cubicBezTo>
                  <a:close/>
                  <a:moveTo>
                    <a:pt x="55535" y="49892"/>
                  </a:moveTo>
                  <a:cubicBezTo>
                    <a:pt x="55414" y="49933"/>
                    <a:pt x="55373" y="49974"/>
                    <a:pt x="55292" y="50055"/>
                  </a:cubicBezTo>
                  <a:cubicBezTo>
                    <a:pt x="55251" y="50136"/>
                    <a:pt x="55211" y="50217"/>
                    <a:pt x="55211" y="50339"/>
                  </a:cubicBezTo>
                  <a:cubicBezTo>
                    <a:pt x="55332" y="50988"/>
                    <a:pt x="55414" y="51597"/>
                    <a:pt x="55454" y="52247"/>
                  </a:cubicBezTo>
                  <a:cubicBezTo>
                    <a:pt x="55495" y="52328"/>
                    <a:pt x="55535" y="52409"/>
                    <a:pt x="55616" y="52450"/>
                  </a:cubicBezTo>
                  <a:cubicBezTo>
                    <a:pt x="55657" y="52531"/>
                    <a:pt x="55738" y="52531"/>
                    <a:pt x="55819" y="52572"/>
                  </a:cubicBezTo>
                  <a:lnTo>
                    <a:pt x="55860" y="52531"/>
                  </a:lnTo>
                  <a:cubicBezTo>
                    <a:pt x="55982" y="52490"/>
                    <a:pt x="56063" y="52450"/>
                    <a:pt x="56104" y="52369"/>
                  </a:cubicBezTo>
                  <a:cubicBezTo>
                    <a:pt x="56185" y="52287"/>
                    <a:pt x="56185" y="52206"/>
                    <a:pt x="56185" y="52125"/>
                  </a:cubicBezTo>
                  <a:cubicBezTo>
                    <a:pt x="56104" y="51476"/>
                    <a:pt x="56022" y="50867"/>
                    <a:pt x="55941" y="50217"/>
                  </a:cubicBezTo>
                  <a:cubicBezTo>
                    <a:pt x="55941" y="50136"/>
                    <a:pt x="55860" y="50055"/>
                    <a:pt x="55779" y="49974"/>
                  </a:cubicBezTo>
                  <a:cubicBezTo>
                    <a:pt x="55698" y="49933"/>
                    <a:pt x="55616" y="49892"/>
                    <a:pt x="55535" y="49892"/>
                  </a:cubicBezTo>
                  <a:close/>
                  <a:moveTo>
                    <a:pt x="55982" y="53708"/>
                  </a:moveTo>
                  <a:cubicBezTo>
                    <a:pt x="55901" y="53749"/>
                    <a:pt x="55819" y="53789"/>
                    <a:pt x="55738" y="53871"/>
                  </a:cubicBezTo>
                  <a:cubicBezTo>
                    <a:pt x="55657" y="53911"/>
                    <a:pt x="55657" y="53992"/>
                    <a:pt x="55657" y="54114"/>
                  </a:cubicBezTo>
                  <a:cubicBezTo>
                    <a:pt x="55698" y="54723"/>
                    <a:pt x="55738" y="55373"/>
                    <a:pt x="55779" y="56022"/>
                  </a:cubicBezTo>
                  <a:cubicBezTo>
                    <a:pt x="55779" y="56103"/>
                    <a:pt x="55819" y="56185"/>
                    <a:pt x="55901" y="56266"/>
                  </a:cubicBezTo>
                  <a:cubicBezTo>
                    <a:pt x="55982" y="56347"/>
                    <a:pt x="56063" y="56347"/>
                    <a:pt x="56144" y="56347"/>
                  </a:cubicBezTo>
                  <a:lnTo>
                    <a:pt x="56144" y="56388"/>
                  </a:lnTo>
                  <a:cubicBezTo>
                    <a:pt x="56225" y="56347"/>
                    <a:pt x="56307" y="56306"/>
                    <a:pt x="56388" y="56266"/>
                  </a:cubicBezTo>
                  <a:cubicBezTo>
                    <a:pt x="56469" y="56185"/>
                    <a:pt x="56469" y="56103"/>
                    <a:pt x="56469" y="55982"/>
                  </a:cubicBezTo>
                  <a:cubicBezTo>
                    <a:pt x="56469" y="55332"/>
                    <a:pt x="56428" y="54683"/>
                    <a:pt x="56347" y="54074"/>
                  </a:cubicBezTo>
                  <a:cubicBezTo>
                    <a:pt x="56347" y="53952"/>
                    <a:pt x="56307" y="53871"/>
                    <a:pt x="56225" y="53830"/>
                  </a:cubicBezTo>
                  <a:cubicBezTo>
                    <a:pt x="56144" y="53749"/>
                    <a:pt x="56063" y="53708"/>
                    <a:pt x="55982" y="53708"/>
                  </a:cubicBezTo>
                  <a:close/>
                  <a:moveTo>
                    <a:pt x="56225" y="57524"/>
                  </a:moveTo>
                  <a:cubicBezTo>
                    <a:pt x="56104" y="57524"/>
                    <a:pt x="56022" y="57565"/>
                    <a:pt x="55941" y="57646"/>
                  </a:cubicBezTo>
                  <a:cubicBezTo>
                    <a:pt x="55901" y="57727"/>
                    <a:pt x="55860" y="57808"/>
                    <a:pt x="55860" y="57890"/>
                  </a:cubicBezTo>
                  <a:lnTo>
                    <a:pt x="55860" y="58864"/>
                  </a:lnTo>
                  <a:lnTo>
                    <a:pt x="55860" y="59798"/>
                  </a:lnTo>
                  <a:cubicBezTo>
                    <a:pt x="55860" y="59919"/>
                    <a:pt x="55901" y="60001"/>
                    <a:pt x="55941" y="60082"/>
                  </a:cubicBezTo>
                  <a:cubicBezTo>
                    <a:pt x="56022" y="60163"/>
                    <a:pt x="56104" y="60203"/>
                    <a:pt x="56225" y="60203"/>
                  </a:cubicBezTo>
                  <a:lnTo>
                    <a:pt x="56225" y="60163"/>
                  </a:lnTo>
                  <a:cubicBezTo>
                    <a:pt x="56307" y="60163"/>
                    <a:pt x="56428" y="60122"/>
                    <a:pt x="56469" y="60082"/>
                  </a:cubicBezTo>
                  <a:cubicBezTo>
                    <a:pt x="56550" y="60001"/>
                    <a:pt x="56591" y="59919"/>
                    <a:pt x="56591" y="59798"/>
                  </a:cubicBezTo>
                  <a:lnTo>
                    <a:pt x="56591" y="58864"/>
                  </a:lnTo>
                  <a:lnTo>
                    <a:pt x="56591" y="57890"/>
                  </a:lnTo>
                  <a:cubicBezTo>
                    <a:pt x="56591" y="57768"/>
                    <a:pt x="56550" y="57687"/>
                    <a:pt x="56469" y="57605"/>
                  </a:cubicBezTo>
                  <a:cubicBezTo>
                    <a:pt x="56388" y="57565"/>
                    <a:pt x="56307" y="57524"/>
                    <a:pt x="56225" y="57524"/>
                  </a:cubicBezTo>
                  <a:close/>
                  <a:moveTo>
                    <a:pt x="56096" y="61486"/>
                  </a:moveTo>
                  <a:cubicBezTo>
                    <a:pt x="56036" y="61486"/>
                    <a:pt x="55999" y="61514"/>
                    <a:pt x="55941" y="61543"/>
                  </a:cubicBezTo>
                  <a:cubicBezTo>
                    <a:pt x="55860" y="61584"/>
                    <a:pt x="55819" y="61665"/>
                    <a:pt x="55779" y="61746"/>
                  </a:cubicBezTo>
                  <a:cubicBezTo>
                    <a:pt x="55738" y="62396"/>
                    <a:pt x="55698" y="63005"/>
                    <a:pt x="55657" y="63654"/>
                  </a:cubicBezTo>
                  <a:cubicBezTo>
                    <a:pt x="55657" y="63735"/>
                    <a:pt x="55698" y="63816"/>
                    <a:pt x="55779" y="63898"/>
                  </a:cubicBezTo>
                  <a:cubicBezTo>
                    <a:pt x="55819" y="63979"/>
                    <a:pt x="55901" y="64019"/>
                    <a:pt x="55982" y="64019"/>
                  </a:cubicBezTo>
                  <a:lnTo>
                    <a:pt x="56022" y="64019"/>
                  </a:lnTo>
                  <a:cubicBezTo>
                    <a:pt x="56104" y="64019"/>
                    <a:pt x="56185" y="63979"/>
                    <a:pt x="56266" y="63938"/>
                  </a:cubicBezTo>
                  <a:cubicBezTo>
                    <a:pt x="56347" y="63857"/>
                    <a:pt x="56388" y="63776"/>
                    <a:pt x="56388" y="63695"/>
                  </a:cubicBezTo>
                  <a:cubicBezTo>
                    <a:pt x="56428" y="63045"/>
                    <a:pt x="56469" y="62436"/>
                    <a:pt x="56510" y="61787"/>
                  </a:cubicBezTo>
                  <a:cubicBezTo>
                    <a:pt x="56510" y="61706"/>
                    <a:pt x="56469" y="61624"/>
                    <a:pt x="56388" y="61584"/>
                  </a:cubicBezTo>
                  <a:cubicBezTo>
                    <a:pt x="56347" y="61503"/>
                    <a:pt x="56266" y="61503"/>
                    <a:pt x="56185" y="61503"/>
                  </a:cubicBezTo>
                  <a:cubicBezTo>
                    <a:pt x="56149" y="61491"/>
                    <a:pt x="56120" y="61486"/>
                    <a:pt x="56096" y="61486"/>
                  </a:cubicBezTo>
                  <a:close/>
                  <a:moveTo>
                    <a:pt x="55738" y="65075"/>
                  </a:moveTo>
                  <a:cubicBezTo>
                    <a:pt x="55657" y="65116"/>
                    <a:pt x="55616" y="65156"/>
                    <a:pt x="55576" y="65197"/>
                  </a:cubicBezTo>
                  <a:cubicBezTo>
                    <a:pt x="55535" y="65237"/>
                    <a:pt x="55495" y="65278"/>
                    <a:pt x="55495" y="65318"/>
                  </a:cubicBezTo>
                  <a:cubicBezTo>
                    <a:pt x="55454" y="65400"/>
                    <a:pt x="55454" y="65440"/>
                    <a:pt x="55495" y="65521"/>
                  </a:cubicBezTo>
                  <a:cubicBezTo>
                    <a:pt x="55414" y="66171"/>
                    <a:pt x="55332" y="66780"/>
                    <a:pt x="55251" y="67429"/>
                  </a:cubicBezTo>
                  <a:cubicBezTo>
                    <a:pt x="55211" y="67511"/>
                    <a:pt x="55251" y="67592"/>
                    <a:pt x="55292" y="67673"/>
                  </a:cubicBezTo>
                  <a:cubicBezTo>
                    <a:pt x="55373" y="67754"/>
                    <a:pt x="55454" y="67795"/>
                    <a:pt x="55535" y="67835"/>
                  </a:cubicBezTo>
                  <a:lnTo>
                    <a:pt x="55576" y="67835"/>
                  </a:lnTo>
                  <a:cubicBezTo>
                    <a:pt x="55698" y="67835"/>
                    <a:pt x="55779" y="67795"/>
                    <a:pt x="55819" y="67714"/>
                  </a:cubicBezTo>
                  <a:cubicBezTo>
                    <a:pt x="55901" y="67673"/>
                    <a:pt x="55941" y="67592"/>
                    <a:pt x="55941" y="67511"/>
                  </a:cubicBezTo>
                  <a:cubicBezTo>
                    <a:pt x="56063" y="66861"/>
                    <a:pt x="56144" y="66212"/>
                    <a:pt x="56225" y="65603"/>
                  </a:cubicBezTo>
                  <a:cubicBezTo>
                    <a:pt x="56225" y="65521"/>
                    <a:pt x="56225" y="65481"/>
                    <a:pt x="56225" y="65440"/>
                  </a:cubicBezTo>
                  <a:cubicBezTo>
                    <a:pt x="56225" y="65359"/>
                    <a:pt x="56225" y="65318"/>
                    <a:pt x="56185" y="65237"/>
                  </a:cubicBezTo>
                  <a:cubicBezTo>
                    <a:pt x="56144" y="65197"/>
                    <a:pt x="56104" y="65156"/>
                    <a:pt x="56063" y="65116"/>
                  </a:cubicBezTo>
                  <a:cubicBezTo>
                    <a:pt x="56022" y="65075"/>
                    <a:pt x="55941" y="65075"/>
                    <a:pt x="55901" y="65075"/>
                  </a:cubicBezTo>
                  <a:close/>
                  <a:moveTo>
                    <a:pt x="55373" y="68850"/>
                  </a:moveTo>
                  <a:cubicBezTo>
                    <a:pt x="55332" y="68850"/>
                    <a:pt x="55251" y="68850"/>
                    <a:pt x="55211" y="68891"/>
                  </a:cubicBezTo>
                  <a:cubicBezTo>
                    <a:pt x="55129" y="68891"/>
                    <a:pt x="55089" y="68931"/>
                    <a:pt x="55048" y="68972"/>
                  </a:cubicBezTo>
                  <a:cubicBezTo>
                    <a:pt x="55008" y="69013"/>
                    <a:pt x="54967" y="69053"/>
                    <a:pt x="54967" y="69094"/>
                  </a:cubicBezTo>
                  <a:cubicBezTo>
                    <a:pt x="54926" y="69175"/>
                    <a:pt x="54926" y="69216"/>
                    <a:pt x="54926" y="69297"/>
                  </a:cubicBezTo>
                  <a:cubicBezTo>
                    <a:pt x="54805" y="69906"/>
                    <a:pt x="54683" y="70555"/>
                    <a:pt x="54561" y="71164"/>
                  </a:cubicBezTo>
                  <a:cubicBezTo>
                    <a:pt x="54561" y="71245"/>
                    <a:pt x="54561" y="71367"/>
                    <a:pt x="54602" y="71448"/>
                  </a:cubicBezTo>
                  <a:cubicBezTo>
                    <a:pt x="54683" y="71530"/>
                    <a:pt x="54723" y="71570"/>
                    <a:pt x="54845" y="71611"/>
                  </a:cubicBezTo>
                  <a:lnTo>
                    <a:pt x="54926" y="71611"/>
                  </a:lnTo>
                  <a:cubicBezTo>
                    <a:pt x="55008" y="71611"/>
                    <a:pt x="55089" y="71570"/>
                    <a:pt x="55129" y="71530"/>
                  </a:cubicBezTo>
                  <a:cubicBezTo>
                    <a:pt x="55211" y="71489"/>
                    <a:pt x="55251" y="71408"/>
                    <a:pt x="55292" y="71327"/>
                  </a:cubicBezTo>
                  <a:cubicBezTo>
                    <a:pt x="55414" y="70677"/>
                    <a:pt x="55535" y="70068"/>
                    <a:pt x="55657" y="69419"/>
                  </a:cubicBezTo>
                  <a:cubicBezTo>
                    <a:pt x="55698" y="69378"/>
                    <a:pt x="55698" y="69297"/>
                    <a:pt x="55698" y="69256"/>
                  </a:cubicBezTo>
                  <a:cubicBezTo>
                    <a:pt x="55698" y="69175"/>
                    <a:pt x="55698" y="69134"/>
                    <a:pt x="55657" y="69094"/>
                  </a:cubicBezTo>
                  <a:cubicBezTo>
                    <a:pt x="55616" y="69013"/>
                    <a:pt x="55576" y="68972"/>
                    <a:pt x="55535" y="68931"/>
                  </a:cubicBezTo>
                  <a:cubicBezTo>
                    <a:pt x="55495" y="68891"/>
                    <a:pt x="55454" y="68891"/>
                    <a:pt x="55373" y="68850"/>
                  </a:cubicBezTo>
                  <a:close/>
                  <a:moveTo>
                    <a:pt x="54561" y="72747"/>
                  </a:moveTo>
                  <a:cubicBezTo>
                    <a:pt x="54480" y="72747"/>
                    <a:pt x="54399" y="72747"/>
                    <a:pt x="54277" y="72788"/>
                  </a:cubicBezTo>
                  <a:cubicBezTo>
                    <a:pt x="54196" y="72869"/>
                    <a:pt x="54155" y="72910"/>
                    <a:pt x="54114" y="73032"/>
                  </a:cubicBezTo>
                  <a:cubicBezTo>
                    <a:pt x="53993" y="73641"/>
                    <a:pt x="53790" y="74249"/>
                    <a:pt x="53627" y="74858"/>
                  </a:cubicBezTo>
                  <a:cubicBezTo>
                    <a:pt x="53627" y="74980"/>
                    <a:pt x="53627" y="75061"/>
                    <a:pt x="53668" y="75143"/>
                  </a:cubicBezTo>
                  <a:cubicBezTo>
                    <a:pt x="53709" y="75224"/>
                    <a:pt x="53790" y="75305"/>
                    <a:pt x="53871" y="75305"/>
                  </a:cubicBezTo>
                  <a:lnTo>
                    <a:pt x="53993" y="75305"/>
                  </a:lnTo>
                  <a:lnTo>
                    <a:pt x="53993" y="75345"/>
                  </a:lnTo>
                  <a:cubicBezTo>
                    <a:pt x="54074" y="75305"/>
                    <a:pt x="54155" y="75305"/>
                    <a:pt x="54196" y="75264"/>
                  </a:cubicBezTo>
                  <a:cubicBezTo>
                    <a:pt x="54277" y="75224"/>
                    <a:pt x="54317" y="75143"/>
                    <a:pt x="54358" y="75061"/>
                  </a:cubicBezTo>
                  <a:cubicBezTo>
                    <a:pt x="54520" y="74452"/>
                    <a:pt x="54683" y="73843"/>
                    <a:pt x="54845" y="73194"/>
                  </a:cubicBezTo>
                  <a:cubicBezTo>
                    <a:pt x="54845" y="73113"/>
                    <a:pt x="54845" y="73032"/>
                    <a:pt x="54805" y="72950"/>
                  </a:cubicBezTo>
                  <a:cubicBezTo>
                    <a:pt x="54723" y="72829"/>
                    <a:pt x="54683" y="72788"/>
                    <a:pt x="54561" y="72747"/>
                  </a:cubicBezTo>
                  <a:close/>
                  <a:moveTo>
                    <a:pt x="53475" y="76302"/>
                  </a:moveTo>
                  <a:cubicBezTo>
                    <a:pt x="53456" y="76302"/>
                    <a:pt x="53438" y="76306"/>
                    <a:pt x="53424" y="76320"/>
                  </a:cubicBezTo>
                  <a:cubicBezTo>
                    <a:pt x="53343" y="76320"/>
                    <a:pt x="53303" y="76320"/>
                    <a:pt x="53262" y="76360"/>
                  </a:cubicBezTo>
                  <a:cubicBezTo>
                    <a:pt x="53221" y="76401"/>
                    <a:pt x="53181" y="76442"/>
                    <a:pt x="53140" y="76523"/>
                  </a:cubicBezTo>
                  <a:cubicBezTo>
                    <a:pt x="53100" y="76563"/>
                    <a:pt x="53100" y="76604"/>
                    <a:pt x="53100" y="76685"/>
                  </a:cubicBezTo>
                  <a:cubicBezTo>
                    <a:pt x="52897" y="77294"/>
                    <a:pt x="52694" y="77903"/>
                    <a:pt x="52491" y="78471"/>
                  </a:cubicBezTo>
                  <a:cubicBezTo>
                    <a:pt x="52450" y="78553"/>
                    <a:pt x="52450" y="78593"/>
                    <a:pt x="52450" y="78674"/>
                  </a:cubicBezTo>
                  <a:cubicBezTo>
                    <a:pt x="52491" y="78715"/>
                    <a:pt x="52491" y="78755"/>
                    <a:pt x="52531" y="78796"/>
                  </a:cubicBezTo>
                  <a:cubicBezTo>
                    <a:pt x="52572" y="78877"/>
                    <a:pt x="52612" y="78877"/>
                    <a:pt x="52653" y="78918"/>
                  </a:cubicBezTo>
                  <a:cubicBezTo>
                    <a:pt x="52694" y="78958"/>
                    <a:pt x="52775" y="78958"/>
                    <a:pt x="52815" y="78958"/>
                  </a:cubicBezTo>
                  <a:lnTo>
                    <a:pt x="52815" y="78999"/>
                  </a:lnTo>
                  <a:cubicBezTo>
                    <a:pt x="53018" y="78958"/>
                    <a:pt x="53100" y="78877"/>
                    <a:pt x="53181" y="78715"/>
                  </a:cubicBezTo>
                  <a:cubicBezTo>
                    <a:pt x="53384" y="78106"/>
                    <a:pt x="53587" y="77497"/>
                    <a:pt x="53790" y="76888"/>
                  </a:cubicBezTo>
                  <a:cubicBezTo>
                    <a:pt x="53830" y="76848"/>
                    <a:pt x="53830" y="76807"/>
                    <a:pt x="53830" y="76726"/>
                  </a:cubicBezTo>
                  <a:cubicBezTo>
                    <a:pt x="53871" y="76685"/>
                    <a:pt x="53830" y="76604"/>
                    <a:pt x="53830" y="76563"/>
                  </a:cubicBezTo>
                  <a:cubicBezTo>
                    <a:pt x="53830" y="76523"/>
                    <a:pt x="53790" y="76442"/>
                    <a:pt x="53749" y="76401"/>
                  </a:cubicBezTo>
                  <a:cubicBezTo>
                    <a:pt x="53709" y="76360"/>
                    <a:pt x="53627" y="76360"/>
                    <a:pt x="53587" y="76320"/>
                  </a:cubicBezTo>
                  <a:cubicBezTo>
                    <a:pt x="53560" y="76320"/>
                    <a:pt x="53515" y="76302"/>
                    <a:pt x="53475" y="76302"/>
                  </a:cubicBezTo>
                  <a:close/>
                  <a:moveTo>
                    <a:pt x="52085" y="80118"/>
                  </a:moveTo>
                  <a:cubicBezTo>
                    <a:pt x="52058" y="80118"/>
                    <a:pt x="52031" y="80122"/>
                    <a:pt x="52004" y="80136"/>
                  </a:cubicBezTo>
                  <a:cubicBezTo>
                    <a:pt x="51922" y="80136"/>
                    <a:pt x="51841" y="80217"/>
                    <a:pt x="51801" y="80258"/>
                  </a:cubicBezTo>
                  <a:cubicBezTo>
                    <a:pt x="51557" y="80866"/>
                    <a:pt x="51313" y="81435"/>
                    <a:pt x="51070" y="82044"/>
                  </a:cubicBezTo>
                  <a:cubicBezTo>
                    <a:pt x="51029" y="82125"/>
                    <a:pt x="51029" y="82206"/>
                    <a:pt x="51070" y="82328"/>
                  </a:cubicBezTo>
                  <a:cubicBezTo>
                    <a:pt x="51110" y="82409"/>
                    <a:pt x="51151" y="82490"/>
                    <a:pt x="51273" y="82531"/>
                  </a:cubicBezTo>
                  <a:lnTo>
                    <a:pt x="51395" y="82531"/>
                  </a:lnTo>
                  <a:lnTo>
                    <a:pt x="51395" y="82571"/>
                  </a:lnTo>
                  <a:cubicBezTo>
                    <a:pt x="51557" y="82531"/>
                    <a:pt x="51679" y="82490"/>
                    <a:pt x="51719" y="82328"/>
                  </a:cubicBezTo>
                  <a:cubicBezTo>
                    <a:pt x="52004" y="81719"/>
                    <a:pt x="52247" y="81151"/>
                    <a:pt x="52491" y="80542"/>
                  </a:cubicBezTo>
                  <a:cubicBezTo>
                    <a:pt x="52491" y="80460"/>
                    <a:pt x="52450" y="80379"/>
                    <a:pt x="52409" y="80298"/>
                  </a:cubicBezTo>
                  <a:cubicBezTo>
                    <a:pt x="52369" y="80217"/>
                    <a:pt x="52328" y="80176"/>
                    <a:pt x="52247" y="80136"/>
                  </a:cubicBezTo>
                  <a:cubicBezTo>
                    <a:pt x="52193" y="80136"/>
                    <a:pt x="52139" y="80118"/>
                    <a:pt x="52085" y="80118"/>
                  </a:cubicBezTo>
                  <a:close/>
                  <a:moveTo>
                    <a:pt x="50628" y="83556"/>
                  </a:moveTo>
                  <a:cubicBezTo>
                    <a:pt x="50583" y="83556"/>
                    <a:pt x="50542" y="83566"/>
                    <a:pt x="50501" y="83586"/>
                  </a:cubicBezTo>
                  <a:cubicBezTo>
                    <a:pt x="50380" y="83627"/>
                    <a:pt x="50339" y="83708"/>
                    <a:pt x="50299" y="83789"/>
                  </a:cubicBezTo>
                  <a:cubicBezTo>
                    <a:pt x="50014" y="84358"/>
                    <a:pt x="49730" y="84926"/>
                    <a:pt x="49446" y="85494"/>
                  </a:cubicBezTo>
                  <a:cubicBezTo>
                    <a:pt x="49405" y="85575"/>
                    <a:pt x="49405" y="85657"/>
                    <a:pt x="49405" y="85778"/>
                  </a:cubicBezTo>
                  <a:cubicBezTo>
                    <a:pt x="49446" y="85860"/>
                    <a:pt x="49527" y="85941"/>
                    <a:pt x="49608" y="85981"/>
                  </a:cubicBezTo>
                  <a:cubicBezTo>
                    <a:pt x="49649" y="86022"/>
                    <a:pt x="49690" y="86022"/>
                    <a:pt x="49771" y="86022"/>
                  </a:cubicBezTo>
                  <a:cubicBezTo>
                    <a:pt x="49893" y="86022"/>
                    <a:pt x="50014" y="85981"/>
                    <a:pt x="50096" y="85819"/>
                  </a:cubicBezTo>
                  <a:cubicBezTo>
                    <a:pt x="50380" y="85251"/>
                    <a:pt x="50664" y="84682"/>
                    <a:pt x="50948" y="84114"/>
                  </a:cubicBezTo>
                  <a:cubicBezTo>
                    <a:pt x="50989" y="83992"/>
                    <a:pt x="50989" y="83911"/>
                    <a:pt x="50948" y="83830"/>
                  </a:cubicBezTo>
                  <a:cubicBezTo>
                    <a:pt x="50907" y="83708"/>
                    <a:pt x="50867" y="83668"/>
                    <a:pt x="50786" y="83586"/>
                  </a:cubicBezTo>
                  <a:cubicBezTo>
                    <a:pt x="50725" y="83566"/>
                    <a:pt x="50674" y="83556"/>
                    <a:pt x="50628" y="83556"/>
                  </a:cubicBezTo>
                  <a:close/>
                  <a:moveTo>
                    <a:pt x="48756" y="87037"/>
                  </a:moveTo>
                  <a:cubicBezTo>
                    <a:pt x="48675" y="87078"/>
                    <a:pt x="48594" y="87118"/>
                    <a:pt x="48553" y="87159"/>
                  </a:cubicBezTo>
                  <a:cubicBezTo>
                    <a:pt x="48228" y="87727"/>
                    <a:pt x="47903" y="88255"/>
                    <a:pt x="47579" y="88823"/>
                  </a:cubicBezTo>
                  <a:cubicBezTo>
                    <a:pt x="47538" y="88904"/>
                    <a:pt x="47538" y="88985"/>
                    <a:pt x="47538" y="89067"/>
                  </a:cubicBezTo>
                  <a:cubicBezTo>
                    <a:pt x="47579" y="89188"/>
                    <a:pt x="47619" y="89270"/>
                    <a:pt x="47700" y="89310"/>
                  </a:cubicBezTo>
                  <a:cubicBezTo>
                    <a:pt x="47782" y="89351"/>
                    <a:pt x="47822" y="89351"/>
                    <a:pt x="47903" y="89351"/>
                  </a:cubicBezTo>
                  <a:lnTo>
                    <a:pt x="47903" y="89391"/>
                  </a:lnTo>
                  <a:cubicBezTo>
                    <a:pt x="48025" y="89391"/>
                    <a:pt x="48147" y="89310"/>
                    <a:pt x="48228" y="89188"/>
                  </a:cubicBezTo>
                  <a:cubicBezTo>
                    <a:pt x="48553" y="88620"/>
                    <a:pt x="48878" y="88092"/>
                    <a:pt x="49162" y="87524"/>
                  </a:cubicBezTo>
                  <a:cubicBezTo>
                    <a:pt x="49202" y="87443"/>
                    <a:pt x="49202" y="87362"/>
                    <a:pt x="49162" y="87280"/>
                  </a:cubicBezTo>
                  <a:cubicBezTo>
                    <a:pt x="49121" y="87199"/>
                    <a:pt x="49081" y="87159"/>
                    <a:pt x="48999" y="87118"/>
                  </a:cubicBezTo>
                  <a:cubicBezTo>
                    <a:pt x="48918" y="87078"/>
                    <a:pt x="48837" y="87037"/>
                    <a:pt x="48756" y="87037"/>
                  </a:cubicBezTo>
                  <a:close/>
                  <a:moveTo>
                    <a:pt x="46807" y="90325"/>
                  </a:moveTo>
                  <a:cubicBezTo>
                    <a:pt x="46726" y="90366"/>
                    <a:pt x="46645" y="90366"/>
                    <a:pt x="46564" y="90447"/>
                  </a:cubicBezTo>
                  <a:cubicBezTo>
                    <a:pt x="46239" y="90975"/>
                    <a:pt x="45874" y="91502"/>
                    <a:pt x="45508" y="92030"/>
                  </a:cubicBezTo>
                  <a:cubicBezTo>
                    <a:pt x="45468" y="92111"/>
                    <a:pt x="45427" y="92192"/>
                    <a:pt x="45468" y="92274"/>
                  </a:cubicBezTo>
                  <a:cubicBezTo>
                    <a:pt x="45468" y="92395"/>
                    <a:pt x="45508" y="92477"/>
                    <a:pt x="45589" y="92517"/>
                  </a:cubicBezTo>
                  <a:cubicBezTo>
                    <a:pt x="45671" y="92558"/>
                    <a:pt x="45752" y="92598"/>
                    <a:pt x="45833" y="92598"/>
                  </a:cubicBezTo>
                  <a:cubicBezTo>
                    <a:pt x="45955" y="92598"/>
                    <a:pt x="46036" y="92517"/>
                    <a:pt x="46117" y="92436"/>
                  </a:cubicBezTo>
                  <a:cubicBezTo>
                    <a:pt x="46483" y="91868"/>
                    <a:pt x="46848" y="91340"/>
                    <a:pt x="47213" y="90812"/>
                  </a:cubicBezTo>
                  <a:cubicBezTo>
                    <a:pt x="47213" y="90731"/>
                    <a:pt x="47213" y="90650"/>
                    <a:pt x="47173" y="90569"/>
                  </a:cubicBezTo>
                  <a:cubicBezTo>
                    <a:pt x="47132" y="90487"/>
                    <a:pt x="47091" y="90447"/>
                    <a:pt x="47010" y="90406"/>
                  </a:cubicBezTo>
                  <a:cubicBezTo>
                    <a:pt x="46970" y="90366"/>
                    <a:pt x="46889" y="90325"/>
                    <a:pt x="46807" y="90325"/>
                  </a:cubicBezTo>
                  <a:close/>
                  <a:moveTo>
                    <a:pt x="44656" y="93410"/>
                  </a:moveTo>
                  <a:cubicBezTo>
                    <a:pt x="44534" y="93451"/>
                    <a:pt x="44453" y="93492"/>
                    <a:pt x="44412" y="93573"/>
                  </a:cubicBezTo>
                  <a:cubicBezTo>
                    <a:pt x="44047" y="94100"/>
                    <a:pt x="43641" y="94588"/>
                    <a:pt x="43235" y="95075"/>
                  </a:cubicBezTo>
                  <a:cubicBezTo>
                    <a:pt x="43194" y="95156"/>
                    <a:pt x="43154" y="95278"/>
                    <a:pt x="43154" y="95359"/>
                  </a:cubicBezTo>
                  <a:cubicBezTo>
                    <a:pt x="43194" y="95440"/>
                    <a:pt x="43235" y="95521"/>
                    <a:pt x="43316" y="95602"/>
                  </a:cubicBezTo>
                  <a:cubicBezTo>
                    <a:pt x="43357" y="95643"/>
                    <a:pt x="43438" y="95684"/>
                    <a:pt x="43519" y="95684"/>
                  </a:cubicBezTo>
                  <a:cubicBezTo>
                    <a:pt x="43641" y="95684"/>
                    <a:pt x="43763" y="95602"/>
                    <a:pt x="43803" y="95521"/>
                  </a:cubicBezTo>
                  <a:cubicBezTo>
                    <a:pt x="44209" y="95034"/>
                    <a:pt x="44615" y="94506"/>
                    <a:pt x="44981" y="93979"/>
                  </a:cubicBezTo>
                  <a:cubicBezTo>
                    <a:pt x="45062" y="93897"/>
                    <a:pt x="45062" y="93816"/>
                    <a:pt x="45062" y="93735"/>
                  </a:cubicBezTo>
                  <a:cubicBezTo>
                    <a:pt x="45021" y="93613"/>
                    <a:pt x="44981" y="93532"/>
                    <a:pt x="44899" y="93492"/>
                  </a:cubicBezTo>
                  <a:cubicBezTo>
                    <a:pt x="44818" y="93451"/>
                    <a:pt x="44737" y="93410"/>
                    <a:pt x="44656" y="93410"/>
                  </a:cubicBezTo>
                  <a:close/>
                  <a:moveTo>
                    <a:pt x="42261" y="96414"/>
                  </a:moveTo>
                  <a:cubicBezTo>
                    <a:pt x="42179" y="96455"/>
                    <a:pt x="42098" y="96496"/>
                    <a:pt x="42017" y="96536"/>
                  </a:cubicBezTo>
                  <a:cubicBezTo>
                    <a:pt x="41611" y="97023"/>
                    <a:pt x="41205" y="97510"/>
                    <a:pt x="40759" y="97998"/>
                  </a:cubicBezTo>
                  <a:cubicBezTo>
                    <a:pt x="40677" y="98119"/>
                    <a:pt x="40677" y="98241"/>
                    <a:pt x="40718" y="98363"/>
                  </a:cubicBezTo>
                  <a:cubicBezTo>
                    <a:pt x="40799" y="98525"/>
                    <a:pt x="40880" y="98607"/>
                    <a:pt x="41043" y="98607"/>
                  </a:cubicBezTo>
                  <a:cubicBezTo>
                    <a:pt x="41165" y="98607"/>
                    <a:pt x="41246" y="98566"/>
                    <a:pt x="41327" y="98485"/>
                  </a:cubicBezTo>
                  <a:cubicBezTo>
                    <a:pt x="41733" y="97998"/>
                    <a:pt x="42179" y="97510"/>
                    <a:pt x="42585" y="97023"/>
                  </a:cubicBezTo>
                  <a:cubicBezTo>
                    <a:pt x="42626" y="96942"/>
                    <a:pt x="42667" y="96861"/>
                    <a:pt x="42667" y="96780"/>
                  </a:cubicBezTo>
                  <a:cubicBezTo>
                    <a:pt x="42667" y="96658"/>
                    <a:pt x="42626" y="96577"/>
                    <a:pt x="42545" y="96496"/>
                  </a:cubicBezTo>
                  <a:cubicBezTo>
                    <a:pt x="42464" y="96455"/>
                    <a:pt x="42382" y="96414"/>
                    <a:pt x="42261" y="96414"/>
                  </a:cubicBezTo>
                  <a:close/>
                  <a:moveTo>
                    <a:pt x="39744" y="99175"/>
                  </a:moveTo>
                  <a:cubicBezTo>
                    <a:pt x="39663" y="99175"/>
                    <a:pt x="39622" y="99215"/>
                    <a:pt x="39581" y="99256"/>
                  </a:cubicBezTo>
                  <a:cubicBezTo>
                    <a:pt x="39541" y="99256"/>
                    <a:pt x="39500" y="99337"/>
                    <a:pt x="39460" y="99378"/>
                  </a:cubicBezTo>
                  <a:cubicBezTo>
                    <a:pt x="39013" y="99824"/>
                    <a:pt x="38566" y="100271"/>
                    <a:pt x="38120" y="100717"/>
                  </a:cubicBezTo>
                  <a:cubicBezTo>
                    <a:pt x="38039" y="100799"/>
                    <a:pt x="37998" y="100880"/>
                    <a:pt x="37998" y="100961"/>
                  </a:cubicBezTo>
                  <a:cubicBezTo>
                    <a:pt x="37998" y="101083"/>
                    <a:pt x="38039" y="101164"/>
                    <a:pt x="38120" y="101245"/>
                  </a:cubicBezTo>
                  <a:cubicBezTo>
                    <a:pt x="38201" y="101326"/>
                    <a:pt x="38282" y="101367"/>
                    <a:pt x="38364" y="101367"/>
                  </a:cubicBezTo>
                  <a:cubicBezTo>
                    <a:pt x="38485" y="101367"/>
                    <a:pt x="38566" y="101326"/>
                    <a:pt x="38607" y="101245"/>
                  </a:cubicBezTo>
                  <a:cubicBezTo>
                    <a:pt x="39094" y="100799"/>
                    <a:pt x="39541" y="100352"/>
                    <a:pt x="39987" y="99865"/>
                  </a:cubicBezTo>
                  <a:cubicBezTo>
                    <a:pt x="40028" y="99865"/>
                    <a:pt x="40069" y="99824"/>
                    <a:pt x="40109" y="99743"/>
                  </a:cubicBezTo>
                  <a:cubicBezTo>
                    <a:pt x="40150" y="99703"/>
                    <a:pt x="40190" y="99662"/>
                    <a:pt x="40190" y="99581"/>
                  </a:cubicBezTo>
                  <a:cubicBezTo>
                    <a:pt x="40190" y="99540"/>
                    <a:pt x="40190" y="99500"/>
                    <a:pt x="40150" y="99418"/>
                  </a:cubicBezTo>
                  <a:cubicBezTo>
                    <a:pt x="40150" y="99378"/>
                    <a:pt x="40109" y="99337"/>
                    <a:pt x="40069" y="99297"/>
                  </a:cubicBezTo>
                  <a:cubicBezTo>
                    <a:pt x="40028" y="99215"/>
                    <a:pt x="39987" y="99215"/>
                    <a:pt x="39906" y="99175"/>
                  </a:cubicBezTo>
                  <a:close/>
                  <a:moveTo>
                    <a:pt x="36983" y="102017"/>
                  </a:moveTo>
                  <a:cubicBezTo>
                    <a:pt x="36902" y="102017"/>
                    <a:pt x="36821" y="102017"/>
                    <a:pt x="36740" y="102057"/>
                  </a:cubicBezTo>
                  <a:cubicBezTo>
                    <a:pt x="36253" y="102504"/>
                    <a:pt x="35765" y="102910"/>
                    <a:pt x="35319" y="103316"/>
                  </a:cubicBezTo>
                  <a:cubicBezTo>
                    <a:pt x="35197" y="103437"/>
                    <a:pt x="35156" y="103559"/>
                    <a:pt x="35238" y="103722"/>
                  </a:cubicBezTo>
                  <a:cubicBezTo>
                    <a:pt x="35278" y="103843"/>
                    <a:pt x="35400" y="103965"/>
                    <a:pt x="35522" y="103965"/>
                  </a:cubicBezTo>
                  <a:lnTo>
                    <a:pt x="35522" y="103925"/>
                  </a:lnTo>
                  <a:cubicBezTo>
                    <a:pt x="35603" y="103925"/>
                    <a:pt x="35684" y="103925"/>
                    <a:pt x="35765" y="103884"/>
                  </a:cubicBezTo>
                  <a:cubicBezTo>
                    <a:pt x="36253" y="103437"/>
                    <a:pt x="36740" y="103031"/>
                    <a:pt x="37227" y="102585"/>
                  </a:cubicBezTo>
                  <a:cubicBezTo>
                    <a:pt x="37267" y="102544"/>
                    <a:pt x="37267" y="102463"/>
                    <a:pt x="37267" y="102382"/>
                  </a:cubicBezTo>
                  <a:cubicBezTo>
                    <a:pt x="37267" y="102260"/>
                    <a:pt x="37227" y="102220"/>
                    <a:pt x="37186" y="102138"/>
                  </a:cubicBezTo>
                  <a:cubicBezTo>
                    <a:pt x="37105" y="102098"/>
                    <a:pt x="37064" y="102057"/>
                    <a:pt x="36983" y="102017"/>
                  </a:cubicBezTo>
                  <a:close/>
                  <a:moveTo>
                    <a:pt x="34142" y="104371"/>
                  </a:moveTo>
                  <a:cubicBezTo>
                    <a:pt x="34101" y="104371"/>
                    <a:pt x="34020" y="104371"/>
                    <a:pt x="33979" y="104412"/>
                  </a:cubicBezTo>
                  <a:cubicBezTo>
                    <a:pt x="33939" y="104452"/>
                    <a:pt x="33857" y="104452"/>
                    <a:pt x="33857" y="104533"/>
                  </a:cubicBezTo>
                  <a:cubicBezTo>
                    <a:pt x="33330" y="104939"/>
                    <a:pt x="32843" y="105305"/>
                    <a:pt x="32315" y="105670"/>
                  </a:cubicBezTo>
                  <a:cubicBezTo>
                    <a:pt x="32234" y="105751"/>
                    <a:pt x="32193" y="105832"/>
                    <a:pt x="32193" y="105914"/>
                  </a:cubicBezTo>
                  <a:cubicBezTo>
                    <a:pt x="32152" y="106035"/>
                    <a:pt x="32193" y="106117"/>
                    <a:pt x="32234" y="106198"/>
                  </a:cubicBezTo>
                  <a:cubicBezTo>
                    <a:pt x="32315" y="106279"/>
                    <a:pt x="32437" y="106320"/>
                    <a:pt x="32558" y="106320"/>
                  </a:cubicBezTo>
                  <a:cubicBezTo>
                    <a:pt x="32640" y="106320"/>
                    <a:pt x="32721" y="106320"/>
                    <a:pt x="32761" y="106279"/>
                  </a:cubicBezTo>
                  <a:cubicBezTo>
                    <a:pt x="33289" y="105873"/>
                    <a:pt x="33817" y="105508"/>
                    <a:pt x="34304" y="105102"/>
                  </a:cubicBezTo>
                  <a:cubicBezTo>
                    <a:pt x="34345" y="105061"/>
                    <a:pt x="34385" y="105021"/>
                    <a:pt x="34426" y="104980"/>
                  </a:cubicBezTo>
                  <a:cubicBezTo>
                    <a:pt x="34466" y="104939"/>
                    <a:pt x="34507" y="104899"/>
                    <a:pt x="34507" y="104818"/>
                  </a:cubicBezTo>
                  <a:cubicBezTo>
                    <a:pt x="34548" y="104777"/>
                    <a:pt x="34548" y="104736"/>
                    <a:pt x="34548" y="104655"/>
                  </a:cubicBezTo>
                  <a:cubicBezTo>
                    <a:pt x="34507" y="104615"/>
                    <a:pt x="34507" y="104533"/>
                    <a:pt x="34466" y="104493"/>
                  </a:cubicBezTo>
                  <a:cubicBezTo>
                    <a:pt x="34426" y="104452"/>
                    <a:pt x="34385" y="104412"/>
                    <a:pt x="34304" y="104412"/>
                  </a:cubicBezTo>
                  <a:cubicBezTo>
                    <a:pt x="34263" y="104371"/>
                    <a:pt x="34223" y="104371"/>
                    <a:pt x="34142" y="104371"/>
                  </a:cubicBezTo>
                  <a:close/>
                  <a:moveTo>
                    <a:pt x="30894" y="106776"/>
                  </a:moveTo>
                  <a:cubicBezTo>
                    <a:pt x="30853" y="106776"/>
                    <a:pt x="30813" y="106786"/>
                    <a:pt x="30772" y="106807"/>
                  </a:cubicBezTo>
                  <a:cubicBezTo>
                    <a:pt x="30244" y="107172"/>
                    <a:pt x="29717" y="107497"/>
                    <a:pt x="29189" y="107862"/>
                  </a:cubicBezTo>
                  <a:cubicBezTo>
                    <a:pt x="29067" y="107943"/>
                    <a:pt x="29027" y="108106"/>
                    <a:pt x="29067" y="108268"/>
                  </a:cubicBezTo>
                  <a:cubicBezTo>
                    <a:pt x="29108" y="108390"/>
                    <a:pt x="29230" y="108512"/>
                    <a:pt x="29392" y="108512"/>
                  </a:cubicBezTo>
                  <a:cubicBezTo>
                    <a:pt x="29473" y="108512"/>
                    <a:pt x="29514" y="108512"/>
                    <a:pt x="29595" y="108471"/>
                  </a:cubicBezTo>
                  <a:cubicBezTo>
                    <a:pt x="30123" y="108106"/>
                    <a:pt x="30650" y="107781"/>
                    <a:pt x="31178" y="107416"/>
                  </a:cubicBezTo>
                  <a:cubicBezTo>
                    <a:pt x="31259" y="107334"/>
                    <a:pt x="31259" y="107253"/>
                    <a:pt x="31259" y="107172"/>
                  </a:cubicBezTo>
                  <a:cubicBezTo>
                    <a:pt x="31300" y="107091"/>
                    <a:pt x="31259" y="107010"/>
                    <a:pt x="31219" y="106929"/>
                  </a:cubicBezTo>
                  <a:cubicBezTo>
                    <a:pt x="31178" y="106888"/>
                    <a:pt x="31097" y="106807"/>
                    <a:pt x="31016" y="106807"/>
                  </a:cubicBezTo>
                  <a:cubicBezTo>
                    <a:pt x="30975" y="106786"/>
                    <a:pt x="30935" y="106776"/>
                    <a:pt x="30894" y="106776"/>
                  </a:cubicBezTo>
                  <a:close/>
                  <a:moveTo>
                    <a:pt x="27565" y="108837"/>
                  </a:moveTo>
                  <a:cubicBezTo>
                    <a:pt x="27037" y="109161"/>
                    <a:pt x="26469" y="109486"/>
                    <a:pt x="25941" y="109811"/>
                  </a:cubicBezTo>
                  <a:cubicBezTo>
                    <a:pt x="25779" y="109933"/>
                    <a:pt x="25738" y="110054"/>
                    <a:pt x="25779" y="110217"/>
                  </a:cubicBezTo>
                  <a:cubicBezTo>
                    <a:pt x="25820" y="110379"/>
                    <a:pt x="25941" y="110460"/>
                    <a:pt x="26104" y="110501"/>
                  </a:cubicBezTo>
                  <a:cubicBezTo>
                    <a:pt x="26185" y="110501"/>
                    <a:pt x="26226" y="110501"/>
                    <a:pt x="26307" y="110460"/>
                  </a:cubicBezTo>
                  <a:cubicBezTo>
                    <a:pt x="26834" y="110136"/>
                    <a:pt x="27403" y="109811"/>
                    <a:pt x="27971" y="109486"/>
                  </a:cubicBezTo>
                  <a:cubicBezTo>
                    <a:pt x="28012" y="109405"/>
                    <a:pt x="28052" y="109324"/>
                    <a:pt x="28052" y="109242"/>
                  </a:cubicBezTo>
                  <a:cubicBezTo>
                    <a:pt x="28052" y="109161"/>
                    <a:pt x="28052" y="109080"/>
                    <a:pt x="28012" y="109039"/>
                  </a:cubicBezTo>
                  <a:cubicBezTo>
                    <a:pt x="27971" y="108958"/>
                    <a:pt x="27890" y="108877"/>
                    <a:pt x="27809" y="108877"/>
                  </a:cubicBezTo>
                  <a:cubicBezTo>
                    <a:pt x="27728" y="108837"/>
                    <a:pt x="27646" y="108837"/>
                    <a:pt x="27565" y="108837"/>
                  </a:cubicBezTo>
                  <a:close/>
                  <a:moveTo>
                    <a:pt x="24399" y="110673"/>
                  </a:moveTo>
                  <a:cubicBezTo>
                    <a:pt x="24358" y="110673"/>
                    <a:pt x="24318" y="110684"/>
                    <a:pt x="24277" y="110704"/>
                  </a:cubicBezTo>
                  <a:cubicBezTo>
                    <a:pt x="23709" y="110988"/>
                    <a:pt x="23140" y="111272"/>
                    <a:pt x="22572" y="111556"/>
                  </a:cubicBezTo>
                  <a:cubicBezTo>
                    <a:pt x="22410" y="111638"/>
                    <a:pt x="22369" y="111800"/>
                    <a:pt x="22410" y="111962"/>
                  </a:cubicBezTo>
                  <a:cubicBezTo>
                    <a:pt x="22450" y="112124"/>
                    <a:pt x="22531" y="112206"/>
                    <a:pt x="22733" y="112246"/>
                  </a:cubicBezTo>
                  <a:lnTo>
                    <a:pt x="22733" y="112246"/>
                  </a:lnTo>
                  <a:cubicBezTo>
                    <a:pt x="22789" y="112245"/>
                    <a:pt x="22823" y="112239"/>
                    <a:pt x="22856" y="112206"/>
                  </a:cubicBezTo>
                  <a:cubicBezTo>
                    <a:pt x="23465" y="111962"/>
                    <a:pt x="24033" y="111678"/>
                    <a:pt x="24602" y="111353"/>
                  </a:cubicBezTo>
                  <a:cubicBezTo>
                    <a:pt x="24683" y="111313"/>
                    <a:pt x="24723" y="111232"/>
                    <a:pt x="24764" y="111150"/>
                  </a:cubicBezTo>
                  <a:cubicBezTo>
                    <a:pt x="24805" y="111069"/>
                    <a:pt x="24805" y="110947"/>
                    <a:pt x="24764" y="110866"/>
                  </a:cubicBezTo>
                  <a:cubicBezTo>
                    <a:pt x="24723" y="110785"/>
                    <a:pt x="24642" y="110744"/>
                    <a:pt x="24521" y="110704"/>
                  </a:cubicBezTo>
                  <a:cubicBezTo>
                    <a:pt x="24480" y="110684"/>
                    <a:pt x="24439" y="110673"/>
                    <a:pt x="24399" y="110673"/>
                  </a:cubicBezTo>
                  <a:close/>
                  <a:moveTo>
                    <a:pt x="22733" y="112246"/>
                  </a:moveTo>
                  <a:cubicBezTo>
                    <a:pt x="22721" y="112247"/>
                    <a:pt x="22708" y="112247"/>
                    <a:pt x="22694" y="112247"/>
                  </a:cubicBezTo>
                  <a:lnTo>
                    <a:pt x="22734" y="112247"/>
                  </a:lnTo>
                  <a:cubicBezTo>
                    <a:pt x="22734" y="112246"/>
                    <a:pt x="22734" y="112246"/>
                    <a:pt x="22733" y="112246"/>
                  </a:cubicBezTo>
                  <a:close/>
                  <a:moveTo>
                    <a:pt x="20953" y="112297"/>
                  </a:moveTo>
                  <a:cubicBezTo>
                    <a:pt x="20908" y="112297"/>
                    <a:pt x="20867" y="112307"/>
                    <a:pt x="20826" y="112328"/>
                  </a:cubicBezTo>
                  <a:cubicBezTo>
                    <a:pt x="20258" y="112571"/>
                    <a:pt x="19649" y="112815"/>
                    <a:pt x="19081" y="113058"/>
                  </a:cubicBezTo>
                  <a:cubicBezTo>
                    <a:pt x="19000" y="113099"/>
                    <a:pt x="18959" y="113180"/>
                    <a:pt x="18918" y="113221"/>
                  </a:cubicBezTo>
                  <a:cubicBezTo>
                    <a:pt x="18878" y="113302"/>
                    <a:pt x="18878" y="113383"/>
                    <a:pt x="18878" y="113464"/>
                  </a:cubicBezTo>
                  <a:cubicBezTo>
                    <a:pt x="18918" y="113546"/>
                    <a:pt x="18918" y="113627"/>
                    <a:pt x="19000" y="113667"/>
                  </a:cubicBezTo>
                  <a:cubicBezTo>
                    <a:pt x="19040" y="113708"/>
                    <a:pt x="19121" y="113749"/>
                    <a:pt x="19203" y="113789"/>
                  </a:cubicBezTo>
                  <a:lnTo>
                    <a:pt x="19203" y="113749"/>
                  </a:lnTo>
                  <a:lnTo>
                    <a:pt x="19324" y="113749"/>
                  </a:lnTo>
                  <a:cubicBezTo>
                    <a:pt x="19933" y="113505"/>
                    <a:pt x="20542" y="113261"/>
                    <a:pt x="21111" y="113018"/>
                  </a:cubicBezTo>
                  <a:cubicBezTo>
                    <a:pt x="21192" y="112977"/>
                    <a:pt x="21273" y="112896"/>
                    <a:pt x="21313" y="112815"/>
                  </a:cubicBezTo>
                  <a:cubicBezTo>
                    <a:pt x="21354" y="112693"/>
                    <a:pt x="21354" y="112612"/>
                    <a:pt x="21313" y="112531"/>
                  </a:cubicBezTo>
                  <a:cubicBezTo>
                    <a:pt x="21273" y="112449"/>
                    <a:pt x="21192" y="112368"/>
                    <a:pt x="21111" y="112328"/>
                  </a:cubicBezTo>
                  <a:cubicBezTo>
                    <a:pt x="21050" y="112307"/>
                    <a:pt x="20999" y="112297"/>
                    <a:pt x="20953" y="112297"/>
                  </a:cubicBezTo>
                  <a:close/>
                  <a:moveTo>
                    <a:pt x="17295" y="113749"/>
                  </a:moveTo>
                  <a:cubicBezTo>
                    <a:pt x="16686" y="113952"/>
                    <a:pt x="16077" y="114154"/>
                    <a:pt x="15468" y="114357"/>
                  </a:cubicBezTo>
                  <a:cubicBezTo>
                    <a:pt x="15427" y="114398"/>
                    <a:pt x="15346" y="114439"/>
                    <a:pt x="15305" y="114520"/>
                  </a:cubicBezTo>
                  <a:cubicBezTo>
                    <a:pt x="15265" y="114601"/>
                    <a:pt x="15265" y="114682"/>
                    <a:pt x="15265" y="114763"/>
                  </a:cubicBezTo>
                  <a:cubicBezTo>
                    <a:pt x="15305" y="114845"/>
                    <a:pt x="15346" y="114926"/>
                    <a:pt x="15387" y="114966"/>
                  </a:cubicBezTo>
                  <a:cubicBezTo>
                    <a:pt x="15468" y="115007"/>
                    <a:pt x="15508" y="115048"/>
                    <a:pt x="15590" y="115088"/>
                  </a:cubicBezTo>
                  <a:cubicBezTo>
                    <a:pt x="15630" y="115088"/>
                    <a:pt x="15671" y="115048"/>
                    <a:pt x="15711" y="115048"/>
                  </a:cubicBezTo>
                  <a:cubicBezTo>
                    <a:pt x="16320" y="114845"/>
                    <a:pt x="16929" y="114642"/>
                    <a:pt x="17538" y="114439"/>
                  </a:cubicBezTo>
                  <a:cubicBezTo>
                    <a:pt x="17619" y="114398"/>
                    <a:pt x="17660" y="114317"/>
                    <a:pt x="17660" y="114236"/>
                  </a:cubicBezTo>
                  <a:cubicBezTo>
                    <a:pt x="17701" y="114154"/>
                    <a:pt x="17701" y="114073"/>
                    <a:pt x="17660" y="113992"/>
                  </a:cubicBezTo>
                  <a:cubicBezTo>
                    <a:pt x="17660" y="113911"/>
                    <a:pt x="17579" y="113830"/>
                    <a:pt x="17538" y="113789"/>
                  </a:cubicBezTo>
                  <a:cubicBezTo>
                    <a:pt x="17457" y="113749"/>
                    <a:pt x="17376" y="113749"/>
                    <a:pt x="17295" y="113749"/>
                  </a:cubicBezTo>
                  <a:close/>
                  <a:moveTo>
                    <a:pt x="13803" y="114804"/>
                  </a:moveTo>
                  <a:cubicBezTo>
                    <a:pt x="13763" y="114845"/>
                    <a:pt x="13682" y="114845"/>
                    <a:pt x="13641" y="114885"/>
                  </a:cubicBezTo>
                  <a:cubicBezTo>
                    <a:pt x="13032" y="115048"/>
                    <a:pt x="12423" y="115210"/>
                    <a:pt x="11814" y="115372"/>
                  </a:cubicBezTo>
                  <a:cubicBezTo>
                    <a:pt x="11733" y="115413"/>
                    <a:pt x="11692" y="115454"/>
                    <a:pt x="11652" y="115535"/>
                  </a:cubicBezTo>
                  <a:cubicBezTo>
                    <a:pt x="11611" y="115616"/>
                    <a:pt x="11571" y="115697"/>
                    <a:pt x="11571" y="115778"/>
                  </a:cubicBezTo>
                  <a:cubicBezTo>
                    <a:pt x="11611" y="115859"/>
                    <a:pt x="11652" y="115941"/>
                    <a:pt x="11692" y="115981"/>
                  </a:cubicBezTo>
                  <a:cubicBezTo>
                    <a:pt x="11733" y="116022"/>
                    <a:pt x="11814" y="116103"/>
                    <a:pt x="11895" y="116103"/>
                  </a:cubicBezTo>
                  <a:lnTo>
                    <a:pt x="11977" y="116103"/>
                  </a:lnTo>
                  <a:cubicBezTo>
                    <a:pt x="12626" y="115941"/>
                    <a:pt x="13235" y="115778"/>
                    <a:pt x="13844" y="115575"/>
                  </a:cubicBezTo>
                  <a:cubicBezTo>
                    <a:pt x="13925" y="115575"/>
                    <a:pt x="13966" y="115575"/>
                    <a:pt x="14006" y="115535"/>
                  </a:cubicBezTo>
                  <a:cubicBezTo>
                    <a:pt x="14088" y="115535"/>
                    <a:pt x="14128" y="115494"/>
                    <a:pt x="14169" y="115454"/>
                  </a:cubicBezTo>
                  <a:cubicBezTo>
                    <a:pt x="14209" y="115372"/>
                    <a:pt x="14209" y="115332"/>
                    <a:pt x="14250" y="115291"/>
                  </a:cubicBezTo>
                  <a:cubicBezTo>
                    <a:pt x="14250" y="115210"/>
                    <a:pt x="14250" y="115169"/>
                    <a:pt x="14209" y="115088"/>
                  </a:cubicBezTo>
                  <a:cubicBezTo>
                    <a:pt x="14209" y="115048"/>
                    <a:pt x="14169" y="114966"/>
                    <a:pt x="14128" y="114926"/>
                  </a:cubicBezTo>
                  <a:cubicBezTo>
                    <a:pt x="14088" y="114885"/>
                    <a:pt x="14047" y="114885"/>
                    <a:pt x="14006" y="114845"/>
                  </a:cubicBezTo>
                  <a:cubicBezTo>
                    <a:pt x="13925" y="114804"/>
                    <a:pt x="13885" y="114804"/>
                    <a:pt x="13803" y="114804"/>
                  </a:cubicBezTo>
                  <a:close/>
                  <a:moveTo>
                    <a:pt x="10150" y="115738"/>
                  </a:moveTo>
                  <a:cubicBezTo>
                    <a:pt x="10069" y="115738"/>
                    <a:pt x="10028" y="115778"/>
                    <a:pt x="9947" y="115819"/>
                  </a:cubicBezTo>
                  <a:cubicBezTo>
                    <a:pt x="9338" y="115941"/>
                    <a:pt x="8688" y="116062"/>
                    <a:pt x="8079" y="116184"/>
                  </a:cubicBezTo>
                  <a:cubicBezTo>
                    <a:pt x="7998" y="116225"/>
                    <a:pt x="7958" y="116265"/>
                    <a:pt x="7917" y="116347"/>
                  </a:cubicBezTo>
                  <a:cubicBezTo>
                    <a:pt x="7876" y="116428"/>
                    <a:pt x="7836" y="116468"/>
                    <a:pt x="7836" y="116550"/>
                  </a:cubicBezTo>
                  <a:cubicBezTo>
                    <a:pt x="7876" y="116631"/>
                    <a:pt x="7876" y="116712"/>
                    <a:pt x="7958" y="116793"/>
                  </a:cubicBezTo>
                  <a:cubicBezTo>
                    <a:pt x="7998" y="116834"/>
                    <a:pt x="8079" y="116874"/>
                    <a:pt x="8161" y="116915"/>
                  </a:cubicBezTo>
                  <a:lnTo>
                    <a:pt x="8201" y="116915"/>
                  </a:lnTo>
                  <a:cubicBezTo>
                    <a:pt x="8851" y="116793"/>
                    <a:pt x="9500" y="116671"/>
                    <a:pt x="10109" y="116509"/>
                  </a:cubicBezTo>
                  <a:lnTo>
                    <a:pt x="10272" y="116509"/>
                  </a:lnTo>
                  <a:cubicBezTo>
                    <a:pt x="10353" y="116468"/>
                    <a:pt x="10393" y="116428"/>
                    <a:pt x="10434" y="116387"/>
                  </a:cubicBezTo>
                  <a:cubicBezTo>
                    <a:pt x="10475" y="116347"/>
                    <a:pt x="10515" y="116306"/>
                    <a:pt x="10515" y="116225"/>
                  </a:cubicBezTo>
                  <a:cubicBezTo>
                    <a:pt x="10515" y="116184"/>
                    <a:pt x="10515" y="116103"/>
                    <a:pt x="10515" y="116062"/>
                  </a:cubicBezTo>
                  <a:cubicBezTo>
                    <a:pt x="10515" y="115981"/>
                    <a:pt x="10475" y="115941"/>
                    <a:pt x="10434" y="115900"/>
                  </a:cubicBezTo>
                  <a:cubicBezTo>
                    <a:pt x="10393" y="115859"/>
                    <a:pt x="10353" y="115819"/>
                    <a:pt x="10312" y="115778"/>
                  </a:cubicBezTo>
                  <a:cubicBezTo>
                    <a:pt x="10231" y="115778"/>
                    <a:pt x="10190" y="115738"/>
                    <a:pt x="10150" y="115738"/>
                  </a:cubicBezTo>
                  <a:close/>
                  <a:moveTo>
                    <a:pt x="6212" y="116509"/>
                  </a:moveTo>
                  <a:cubicBezTo>
                    <a:pt x="5603" y="116590"/>
                    <a:pt x="4954" y="116671"/>
                    <a:pt x="4304" y="116753"/>
                  </a:cubicBezTo>
                  <a:cubicBezTo>
                    <a:pt x="4223" y="116753"/>
                    <a:pt x="4182" y="116834"/>
                    <a:pt x="4142" y="116874"/>
                  </a:cubicBezTo>
                  <a:cubicBezTo>
                    <a:pt x="4101" y="116956"/>
                    <a:pt x="4061" y="117037"/>
                    <a:pt x="4061" y="117118"/>
                  </a:cubicBezTo>
                  <a:cubicBezTo>
                    <a:pt x="4061" y="117199"/>
                    <a:pt x="4101" y="117280"/>
                    <a:pt x="4142" y="117362"/>
                  </a:cubicBezTo>
                  <a:cubicBezTo>
                    <a:pt x="4223" y="117402"/>
                    <a:pt x="4263" y="117443"/>
                    <a:pt x="4345" y="117483"/>
                  </a:cubicBezTo>
                  <a:lnTo>
                    <a:pt x="4426" y="117483"/>
                  </a:lnTo>
                  <a:cubicBezTo>
                    <a:pt x="5075" y="117402"/>
                    <a:pt x="5684" y="117321"/>
                    <a:pt x="6334" y="117199"/>
                  </a:cubicBezTo>
                  <a:cubicBezTo>
                    <a:pt x="6415" y="117199"/>
                    <a:pt x="6456" y="117118"/>
                    <a:pt x="6496" y="117037"/>
                  </a:cubicBezTo>
                  <a:cubicBezTo>
                    <a:pt x="6537" y="116956"/>
                    <a:pt x="6577" y="116915"/>
                    <a:pt x="6537" y="116793"/>
                  </a:cubicBezTo>
                  <a:cubicBezTo>
                    <a:pt x="6537" y="116712"/>
                    <a:pt x="6496" y="116671"/>
                    <a:pt x="6456" y="116590"/>
                  </a:cubicBezTo>
                  <a:cubicBezTo>
                    <a:pt x="6374" y="116550"/>
                    <a:pt x="6293" y="116509"/>
                    <a:pt x="6212" y="116509"/>
                  </a:cubicBezTo>
                  <a:close/>
                  <a:moveTo>
                    <a:pt x="2437" y="116915"/>
                  </a:moveTo>
                  <a:cubicBezTo>
                    <a:pt x="1787" y="116996"/>
                    <a:pt x="1178" y="117037"/>
                    <a:pt x="529" y="117037"/>
                  </a:cubicBezTo>
                  <a:cubicBezTo>
                    <a:pt x="448" y="117077"/>
                    <a:pt x="366" y="117118"/>
                    <a:pt x="326" y="117199"/>
                  </a:cubicBezTo>
                  <a:cubicBezTo>
                    <a:pt x="285" y="117280"/>
                    <a:pt x="285" y="117362"/>
                    <a:pt x="285" y="117443"/>
                  </a:cubicBezTo>
                  <a:cubicBezTo>
                    <a:pt x="285" y="117524"/>
                    <a:pt x="285" y="117564"/>
                    <a:pt x="366" y="117646"/>
                  </a:cubicBezTo>
                  <a:cubicBezTo>
                    <a:pt x="407" y="117727"/>
                    <a:pt x="488" y="117767"/>
                    <a:pt x="569" y="117767"/>
                  </a:cubicBezTo>
                  <a:cubicBezTo>
                    <a:pt x="1178" y="117727"/>
                    <a:pt x="1828" y="117686"/>
                    <a:pt x="2477" y="117646"/>
                  </a:cubicBezTo>
                  <a:cubicBezTo>
                    <a:pt x="2558" y="117646"/>
                    <a:pt x="2640" y="117605"/>
                    <a:pt x="2721" y="117524"/>
                  </a:cubicBezTo>
                  <a:cubicBezTo>
                    <a:pt x="2802" y="117443"/>
                    <a:pt x="2802" y="117362"/>
                    <a:pt x="2802" y="117280"/>
                  </a:cubicBezTo>
                  <a:cubicBezTo>
                    <a:pt x="2802" y="117159"/>
                    <a:pt x="2761" y="117077"/>
                    <a:pt x="2680" y="117037"/>
                  </a:cubicBezTo>
                  <a:cubicBezTo>
                    <a:pt x="2599" y="116956"/>
                    <a:pt x="2518" y="116915"/>
                    <a:pt x="2437" y="11691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8"/>
            <p:cNvSpPr/>
            <p:nvPr/>
          </p:nvSpPr>
          <p:spPr>
            <a:xfrm>
              <a:off x="1457888" y="3092575"/>
              <a:ext cx="57575" cy="57575"/>
            </a:xfrm>
            <a:custGeom>
              <a:avLst/>
              <a:gdLst/>
              <a:ahLst/>
              <a:cxnLst/>
              <a:rect l="l" t="t" r="r" b="b"/>
              <a:pathLst>
                <a:path w="2303" h="2303" fill="none" extrusionOk="0">
                  <a:moveTo>
                    <a:pt x="2303" y="1168"/>
                  </a:moveTo>
                  <a:cubicBezTo>
                    <a:pt x="2303" y="1802"/>
                    <a:pt x="1802" y="2302"/>
                    <a:pt x="1168" y="2302"/>
                  </a:cubicBezTo>
                  <a:cubicBezTo>
                    <a:pt x="535" y="2302"/>
                    <a:pt x="1" y="1802"/>
                    <a:pt x="1" y="1168"/>
                  </a:cubicBezTo>
                  <a:cubicBezTo>
                    <a:pt x="1" y="534"/>
                    <a:pt x="535" y="1"/>
                    <a:pt x="1168" y="1"/>
                  </a:cubicBezTo>
                  <a:cubicBezTo>
                    <a:pt x="1802" y="1"/>
                    <a:pt x="2303" y="534"/>
                    <a:pt x="2303" y="1168"/>
                  </a:cubicBezTo>
                  <a:close/>
                </a:path>
              </a:pathLst>
            </a:custGeom>
            <a:solidFill>
              <a:schemeClr val="accent6"/>
            </a:solid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8"/>
            <p:cNvSpPr/>
            <p:nvPr/>
          </p:nvSpPr>
          <p:spPr>
            <a:xfrm>
              <a:off x="2904060" y="1932243"/>
              <a:ext cx="81684" cy="81684"/>
            </a:xfrm>
            <a:custGeom>
              <a:avLst/>
              <a:gdLst/>
              <a:ahLst/>
              <a:cxnLst/>
              <a:rect l="l" t="t" r="r" b="b"/>
              <a:pathLst>
                <a:path w="3817" h="3817" extrusionOk="0">
                  <a:moveTo>
                    <a:pt x="1908" y="1"/>
                  </a:moveTo>
                  <a:cubicBezTo>
                    <a:pt x="1665" y="1"/>
                    <a:pt x="1421" y="41"/>
                    <a:pt x="1178" y="163"/>
                  </a:cubicBezTo>
                  <a:cubicBezTo>
                    <a:pt x="975" y="244"/>
                    <a:pt x="731" y="407"/>
                    <a:pt x="569" y="569"/>
                  </a:cubicBezTo>
                  <a:cubicBezTo>
                    <a:pt x="406" y="732"/>
                    <a:pt x="244" y="934"/>
                    <a:pt x="163" y="1178"/>
                  </a:cubicBezTo>
                  <a:cubicBezTo>
                    <a:pt x="82" y="1422"/>
                    <a:pt x="0" y="1665"/>
                    <a:pt x="0" y="1909"/>
                  </a:cubicBezTo>
                  <a:cubicBezTo>
                    <a:pt x="0" y="2152"/>
                    <a:pt x="41" y="2396"/>
                    <a:pt x="163" y="2639"/>
                  </a:cubicBezTo>
                  <a:cubicBezTo>
                    <a:pt x="244" y="2883"/>
                    <a:pt x="406" y="3086"/>
                    <a:pt x="569" y="3248"/>
                  </a:cubicBezTo>
                  <a:cubicBezTo>
                    <a:pt x="731" y="3451"/>
                    <a:pt x="975" y="3573"/>
                    <a:pt x="1178" y="3695"/>
                  </a:cubicBezTo>
                  <a:cubicBezTo>
                    <a:pt x="1421" y="3776"/>
                    <a:pt x="1665" y="3817"/>
                    <a:pt x="1908" y="3817"/>
                  </a:cubicBezTo>
                  <a:cubicBezTo>
                    <a:pt x="2193" y="3817"/>
                    <a:pt x="2396" y="3776"/>
                    <a:pt x="2639" y="3695"/>
                  </a:cubicBezTo>
                  <a:cubicBezTo>
                    <a:pt x="2883" y="3573"/>
                    <a:pt x="3086" y="3451"/>
                    <a:pt x="3289" y="3248"/>
                  </a:cubicBezTo>
                  <a:cubicBezTo>
                    <a:pt x="3451" y="3086"/>
                    <a:pt x="3573" y="2883"/>
                    <a:pt x="3695" y="2639"/>
                  </a:cubicBezTo>
                  <a:cubicBezTo>
                    <a:pt x="3776" y="2396"/>
                    <a:pt x="3816" y="2152"/>
                    <a:pt x="3816" y="1909"/>
                  </a:cubicBezTo>
                  <a:cubicBezTo>
                    <a:pt x="3816" y="1665"/>
                    <a:pt x="3776" y="1422"/>
                    <a:pt x="3695" y="1178"/>
                  </a:cubicBezTo>
                  <a:cubicBezTo>
                    <a:pt x="3573" y="934"/>
                    <a:pt x="3451" y="732"/>
                    <a:pt x="3289" y="569"/>
                  </a:cubicBezTo>
                  <a:cubicBezTo>
                    <a:pt x="3086" y="407"/>
                    <a:pt x="2883" y="244"/>
                    <a:pt x="2639" y="163"/>
                  </a:cubicBezTo>
                  <a:cubicBezTo>
                    <a:pt x="2396" y="41"/>
                    <a:pt x="2193" y="1"/>
                    <a:pt x="1908" y="1"/>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8"/>
            <p:cNvSpPr/>
            <p:nvPr/>
          </p:nvSpPr>
          <p:spPr>
            <a:xfrm rot="-243064">
              <a:off x="1989582" y="2071073"/>
              <a:ext cx="413380" cy="413380"/>
            </a:xfrm>
            <a:custGeom>
              <a:avLst/>
              <a:gdLst/>
              <a:ahLst/>
              <a:cxnLst/>
              <a:rect l="l" t="t" r="r" b="b"/>
              <a:pathLst>
                <a:path w="22281" h="22281" extrusionOk="0">
                  <a:moveTo>
                    <a:pt x="11125" y="4468"/>
                  </a:moveTo>
                  <a:cubicBezTo>
                    <a:pt x="14834" y="4468"/>
                    <a:pt x="17812" y="7447"/>
                    <a:pt x="17812" y="11155"/>
                  </a:cubicBezTo>
                  <a:cubicBezTo>
                    <a:pt x="17812" y="14833"/>
                    <a:pt x="14834" y="17842"/>
                    <a:pt x="11125" y="17842"/>
                  </a:cubicBezTo>
                  <a:cubicBezTo>
                    <a:pt x="7447" y="17842"/>
                    <a:pt x="4438" y="14833"/>
                    <a:pt x="4438" y="11155"/>
                  </a:cubicBezTo>
                  <a:cubicBezTo>
                    <a:pt x="4438" y="7447"/>
                    <a:pt x="7447" y="4468"/>
                    <a:pt x="11125" y="4468"/>
                  </a:cubicBezTo>
                  <a:close/>
                  <a:moveTo>
                    <a:pt x="10244" y="0"/>
                  </a:moveTo>
                  <a:cubicBezTo>
                    <a:pt x="10001" y="0"/>
                    <a:pt x="9788" y="213"/>
                    <a:pt x="9788" y="456"/>
                  </a:cubicBezTo>
                  <a:cubicBezTo>
                    <a:pt x="9788" y="699"/>
                    <a:pt x="10001" y="882"/>
                    <a:pt x="10244" y="882"/>
                  </a:cubicBezTo>
                  <a:lnTo>
                    <a:pt x="10730" y="882"/>
                  </a:lnTo>
                  <a:lnTo>
                    <a:pt x="10730" y="3587"/>
                  </a:lnTo>
                  <a:cubicBezTo>
                    <a:pt x="9028" y="3678"/>
                    <a:pt x="7417" y="4347"/>
                    <a:pt x="6140" y="5471"/>
                  </a:cubicBezTo>
                  <a:lnTo>
                    <a:pt x="4226" y="3557"/>
                  </a:lnTo>
                  <a:lnTo>
                    <a:pt x="4529" y="3253"/>
                  </a:lnTo>
                  <a:cubicBezTo>
                    <a:pt x="4681" y="3101"/>
                    <a:pt x="4681" y="2797"/>
                    <a:pt x="4499" y="2645"/>
                  </a:cubicBezTo>
                  <a:cubicBezTo>
                    <a:pt x="4423" y="2553"/>
                    <a:pt x="4317" y="2508"/>
                    <a:pt x="4207" y="2508"/>
                  </a:cubicBezTo>
                  <a:cubicBezTo>
                    <a:pt x="4096" y="2508"/>
                    <a:pt x="3982" y="2553"/>
                    <a:pt x="3891" y="2645"/>
                  </a:cubicBezTo>
                  <a:lnTo>
                    <a:pt x="2615" y="3891"/>
                  </a:lnTo>
                  <a:cubicBezTo>
                    <a:pt x="2463" y="4073"/>
                    <a:pt x="2463" y="4347"/>
                    <a:pt x="2645" y="4529"/>
                  </a:cubicBezTo>
                  <a:cubicBezTo>
                    <a:pt x="2721" y="4605"/>
                    <a:pt x="2827" y="4643"/>
                    <a:pt x="2937" y="4643"/>
                  </a:cubicBezTo>
                  <a:cubicBezTo>
                    <a:pt x="3048" y="4643"/>
                    <a:pt x="3162" y="4605"/>
                    <a:pt x="3253" y="4529"/>
                  </a:cubicBezTo>
                  <a:lnTo>
                    <a:pt x="3587" y="4195"/>
                  </a:lnTo>
                  <a:lnTo>
                    <a:pt x="5502" y="6110"/>
                  </a:lnTo>
                  <a:cubicBezTo>
                    <a:pt x="4377" y="7356"/>
                    <a:pt x="3678" y="8967"/>
                    <a:pt x="3587" y="10669"/>
                  </a:cubicBezTo>
                  <a:lnTo>
                    <a:pt x="882" y="10669"/>
                  </a:lnTo>
                  <a:lnTo>
                    <a:pt x="882" y="10244"/>
                  </a:lnTo>
                  <a:cubicBezTo>
                    <a:pt x="882" y="10000"/>
                    <a:pt x="700" y="9818"/>
                    <a:pt x="426" y="9818"/>
                  </a:cubicBezTo>
                  <a:cubicBezTo>
                    <a:pt x="183" y="9818"/>
                    <a:pt x="1" y="10000"/>
                    <a:pt x="1" y="10244"/>
                  </a:cubicBezTo>
                  <a:lnTo>
                    <a:pt x="1" y="12037"/>
                  </a:lnTo>
                  <a:cubicBezTo>
                    <a:pt x="1" y="12280"/>
                    <a:pt x="183" y="12493"/>
                    <a:pt x="426" y="12493"/>
                  </a:cubicBezTo>
                  <a:cubicBezTo>
                    <a:pt x="700" y="12493"/>
                    <a:pt x="882" y="12280"/>
                    <a:pt x="882" y="12037"/>
                  </a:cubicBezTo>
                  <a:lnTo>
                    <a:pt x="882" y="11551"/>
                  </a:lnTo>
                  <a:lnTo>
                    <a:pt x="3587" y="11551"/>
                  </a:lnTo>
                  <a:cubicBezTo>
                    <a:pt x="3678" y="13253"/>
                    <a:pt x="4347" y="14894"/>
                    <a:pt x="5472" y="16140"/>
                  </a:cubicBezTo>
                  <a:lnTo>
                    <a:pt x="3557" y="18055"/>
                  </a:lnTo>
                  <a:lnTo>
                    <a:pt x="3253" y="17751"/>
                  </a:lnTo>
                  <a:cubicBezTo>
                    <a:pt x="3166" y="17679"/>
                    <a:pt x="3058" y="17641"/>
                    <a:pt x="2949" y="17641"/>
                  </a:cubicBezTo>
                  <a:cubicBezTo>
                    <a:pt x="2830" y="17641"/>
                    <a:pt x="2710" y="17686"/>
                    <a:pt x="2615" y="17782"/>
                  </a:cubicBezTo>
                  <a:cubicBezTo>
                    <a:pt x="2463" y="17964"/>
                    <a:pt x="2463" y="18238"/>
                    <a:pt x="2615" y="18390"/>
                  </a:cubicBezTo>
                  <a:lnTo>
                    <a:pt x="3891" y="19666"/>
                  </a:lnTo>
                  <a:cubicBezTo>
                    <a:pt x="3978" y="19739"/>
                    <a:pt x="4086" y="19777"/>
                    <a:pt x="4195" y="19777"/>
                  </a:cubicBezTo>
                  <a:cubicBezTo>
                    <a:pt x="4314" y="19777"/>
                    <a:pt x="4434" y="19731"/>
                    <a:pt x="4529" y="19636"/>
                  </a:cubicBezTo>
                  <a:cubicBezTo>
                    <a:pt x="4681" y="19484"/>
                    <a:pt x="4681" y="19210"/>
                    <a:pt x="4529" y="19028"/>
                  </a:cubicBezTo>
                  <a:lnTo>
                    <a:pt x="4195" y="18693"/>
                  </a:lnTo>
                  <a:lnTo>
                    <a:pt x="6080" y="16779"/>
                  </a:lnTo>
                  <a:cubicBezTo>
                    <a:pt x="7356" y="17934"/>
                    <a:pt x="8998" y="18602"/>
                    <a:pt x="10730" y="18693"/>
                  </a:cubicBezTo>
                  <a:lnTo>
                    <a:pt x="10730" y="21399"/>
                  </a:lnTo>
                  <a:lnTo>
                    <a:pt x="10244" y="21399"/>
                  </a:lnTo>
                  <a:cubicBezTo>
                    <a:pt x="10001" y="21399"/>
                    <a:pt x="9788" y="21611"/>
                    <a:pt x="9788" y="21855"/>
                  </a:cubicBezTo>
                  <a:cubicBezTo>
                    <a:pt x="9788" y="22098"/>
                    <a:pt x="10001" y="22280"/>
                    <a:pt x="10244" y="22280"/>
                  </a:cubicBezTo>
                  <a:lnTo>
                    <a:pt x="12037" y="22280"/>
                  </a:lnTo>
                  <a:cubicBezTo>
                    <a:pt x="12280" y="22280"/>
                    <a:pt x="12463" y="22098"/>
                    <a:pt x="12463" y="21855"/>
                  </a:cubicBezTo>
                  <a:cubicBezTo>
                    <a:pt x="12463" y="21611"/>
                    <a:pt x="12280" y="21399"/>
                    <a:pt x="12037" y="21399"/>
                  </a:cubicBezTo>
                  <a:lnTo>
                    <a:pt x="11612" y="21399"/>
                  </a:lnTo>
                  <a:lnTo>
                    <a:pt x="11612" y="18693"/>
                  </a:lnTo>
                  <a:cubicBezTo>
                    <a:pt x="13314" y="18602"/>
                    <a:pt x="14925" y="17934"/>
                    <a:pt x="16171" y="16779"/>
                  </a:cubicBezTo>
                  <a:lnTo>
                    <a:pt x="18086" y="18693"/>
                  </a:lnTo>
                  <a:lnTo>
                    <a:pt x="17752" y="19028"/>
                  </a:lnTo>
                  <a:cubicBezTo>
                    <a:pt x="17600" y="19210"/>
                    <a:pt x="17600" y="19484"/>
                    <a:pt x="17782" y="19666"/>
                  </a:cubicBezTo>
                  <a:cubicBezTo>
                    <a:pt x="17858" y="19742"/>
                    <a:pt x="17964" y="19780"/>
                    <a:pt x="18075" y="19780"/>
                  </a:cubicBezTo>
                  <a:cubicBezTo>
                    <a:pt x="18185" y="19780"/>
                    <a:pt x="18299" y="19742"/>
                    <a:pt x="18390" y="19666"/>
                  </a:cubicBezTo>
                  <a:lnTo>
                    <a:pt x="19636" y="18390"/>
                  </a:lnTo>
                  <a:cubicBezTo>
                    <a:pt x="19819" y="18207"/>
                    <a:pt x="19819" y="17934"/>
                    <a:pt x="19636" y="17751"/>
                  </a:cubicBezTo>
                  <a:cubicBezTo>
                    <a:pt x="19545" y="17675"/>
                    <a:pt x="19431" y="17637"/>
                    <a:pt x="19321" y="17637"/>
                  </a:cubicBezTo>
                  <a:cubicBezTo>
                    <a:pt x="19211" y="17637"/>
                    <a:pt x="19104" y="17675"/>
                    <a:pt x="19028" y="17751"/>
                  </a:cubicBezTo>
                  <a:lnTo>
                    <a:pt x="18724" y="18055"/>
                  </a:lnTo>
                  <a:lnTo>
                    <a:pt x="16809" y="16140"/>
                  </a:lnTo>
                  <a:cubicBezTo>
                    <a:pt x="17934" y="14864"/>
                    <a:pt x="18603" y="13253"/>
                    <a:pt x="18694" y="11551"/>
                  </a:cubicBezTo>
                  <a:lnTo>
                    <a:pt x="21399" y="11551"/>
                  </a:lnTo>
                  <a:lnTo>
                    <a:pt x="21399" y="12037"/>
                  </a:lnTo>
                  <a:cubicBezTo>
                    <a:pt x="21399" y="12280"/>
                    <a:pt x="21581" y="12493"/>
                    <a:pt x="21825" y="12493"/>
                  </a:cubicBezTo>
                  <a:cubicBezTo>
                    <a:pt x="22068" y="12493"/>
                    <a:pt x="22281" y="12280"/>
                    <a:pt x="22281" y="12037"/>
                  </a:cubicBezTo>
                  <a:lnTo>
                    <a:pt x="22281" y="10244"/>
                  </a:lnTo>
                  <a:cubicBezTo>
                    <a:pt x="22281" y="10000"/>
                    <a:pt x="22098" y="9818"/>
                    <a:pt x="21825" y="9818"/>
                  </a:cubicBezTo>
                  <a:cubicBezTo>
                    <a:pt x="21581" y="9818"/>
                    <a:pt x="21399" y="10000"/>
                    <a:pt x="21399" y="10244"/>
                  </a:cubicBezTo>
                  <a:lnTo>
                    <a:pt x="21399" y="10669"/>
                  </a:lnTo>
                  <a:lnTo>
                    <a:pt x="18694" y="10669"/>
                  </a:lnTo>
                  <a:cubicBezTo>
                    <a:pt x="18603" y="8967"/>
                    <a:pt x="17904" y="7356"/>
                    <a:pt x="16779" y="6110"/>
                  </a:cubicBezTo>
                  <a:lnTo>
                    <a:pt x="18694" y="4195"/>
                  </a:lnTo>
                  <a:lnTo>
                    <a:pt x="19028" y="4529"/>
                  </a:lnTo>
                  <a:cubicBezTo>
                    <a:pt x="19119" y="4605"/>
                    <a:pt x="19233" y="4643"/>
                    <a:pt x="19344" y="4643"/>
                  </a:cubicBezTo>
                  <a:cubicBezTo>
                    <a:pt x="19454" y="4643"/>
                    <a:pt x="19560" y="4605"/>
                    <a:pt x="19636" y="4529"/>
                  </a:cubicBezTo>
                  <a:cubicBezTo>
                    <a:pt x="19819" y="4347"/>
                    <a:pt x="19819" y="4073"/>
                    <a:pt x="19636" y="3891"/>
                  </a:cubicBezTo>
                  <a:lnTo>
                    <a:pt x="18390" y="2645"/>
                  </a:lnTo>
                  <a:cubicBezTo>
                    <a:pt x="18299" y="2553"/>
                    <a:pt x="18185" y="2508"/>
                    <a:pt x="18071" y="2508"/>
                  </a:cubicBezTo>
                  <a:cubicBezTo>
                    <a:pt x="17957" y="2508"/>
                    <a:pt x="17843" y="2553"/>
                    <a:pt x="17752" y="2645"/>
                  </a:cubicBezTo>
                  <a:cubicBezTo>
                    <a:pt x="17600" y="2827"/>
                    <a:pt x="17600" y="3101"/>
                    <a:pt x="17752" y="3253"/>
                  </a:cubicBezTo>
                  <a:lnTo>
                    <a:pt x="18056" y="3557"/>
                  </a:lnTo>
                  <a:lnTo>
                    <a:pt x="16141" y="5471"/>
                  </a:lnTo>
                  <a:cubicBezTo>
                    <a:pt x="14894" y="4347"/>
                    <a:pt x="13283" y="3708"/>
                    <a:pt x="11612" y="3587"/>
                  </a:cubicBezTo>
                  <a:lnTo>
                    <a:pt x="11612" y="882"/>
                  </a:lnTo>
                  <a:lnTo>
                    <a:pt x="12037" y="882"/>
                  </a:lnTo>
                  <a:cubicBezTo>
                    <a:pt x="12280" y="882"/>
                    <a:pt x="12463" y="699"/>
                    <a:pt x="12463" y="456"/>
                  </a:cubicBezTo>
                  <a:cubicBezTo>
                    <a:pt x="12463" y="213"/>
                    <a:pt x="12280" y="0"/>
                    <a:pt x="1203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8"/>
            <p:cNvSpPr/>
            <p:nvPr/>
          </p:nvSpPr>
          <p:spPr>
            <a:xfrm rot="-243064">
              <a:off x="2126006" y="2189169"/>
              <a:ext cx="65993" cy="66550"/>
            </a:xfrm>
            <a:custGeom>
              <a:avLst/>
              <a:gdLst/>
              <a:ahLst/>
              <a:cxnLst/>
              <a:rect l="l" t="t" r="r" b="b"/>
              <a:pathLst>
                <a:path w="3557" h="3587" extrusionOk="0">
                  <a:moveTo>
                    <a:pt x="1793" y="912"/>
                  </a:moveTo>
                  <a:cubicBezTo>
                    <a:pt x="2280" y="912"/>
                    <a:pt x="2675" y="1307"/>
                    <a:pt x="2675" y="1794"/>
                  </a:cubicBezTo>
                  <a:cubicBezTo>
                    <a:pt x="2675" y="2280"/>
                    <a:pt x="2280" y="2675"/>
                    <a:pt x="1793" y="2675"/>
                  </a:cubicBezTo>
                  <a:cubicBezTo>
                    <a:pt x="1307" y="2675"/>
                    <a:pt x="882" y="2280"/>
                    <a:pt x="882" y="1794"/>
                  </a:cubicBezTo>
                  <a:cubicBezTo>
                    <a:pt x="882" y="1307"/>
                    <a:pt x="1307" y="912"/>
                    <a:pt x="1793" y="912"/>
                  </a:cubicBezTo>
                  <a:close/>
                  <a:moveTo>
                    <a:pt x="1793" y="0"/>
                  </a:moveTo>
                  <a:cubicBezTo>
                    <a:pt x="790" y="0"/>
                    <a:pt x="0" y="821"/>
                    <a:pt x="0" y="1794"/>
                  </a:cubicBezTo>
                  <a:cubicBezTo>
                    <a:pt x="0" y="2766"/>
                    <a:pt x="790" y="3587"/>
                    <a:pt x="1793" y="3587"/>
                  </a:cubicBezTo>
                  <a:cubicBezTo>
                    <a:pt x="2766" y="3587"/>
                    <a:pt x="3556" y="2766"/>
                    <a:pt x="3556" y="1794"/>
                  </a:cubicBezTo>
                  <a:cubicBezTo>
                    <a:pt x="3556" y="821"/>
                    <a:pt x="2766" y="0"/>
                    <a:pt x="1793"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8"/>
            <p:cNvSpPr/>
            <p:nvPr/>
          </p:nvSpPr>
          <p:spPr>
            <a:xfrm rot="-243064">
              <a:off x="2199095" y="2283190"/>
              <a:ext cx="74453" cy="74472"/>
            </a:xfrm>
            <a:custGeom>
              <a:avLst/>
              <a:gdLst/>
              <a:ahLst/>
              <a:cxnLst/>
              <a:rect l="l" t="t" r="r" b="b"/>
              <a:pathLst>
                <a:path w="4013" h="4014" extrusionOk="0">
                  <a:moveTo>
                    <a:pt x="2006" y="913"/>
                  </a:moveTo>
                  <a:cubicBezTo>
                    <a:pt x="2645" y="913"/>
                    <a:pt x="3131" y="1399"/>
                    <a:pt x="3131" y="2007"/>
                  </a:cubicBezTo>
                  <a:cubicBezTo>
                    <a:pt x="3131" y="2645"/>
                    <a:pt x="2645" y="3132"/>
                    <a:pt x="2006" y="3132"/>
                  </a:cubicBezTo>
                  <a:cubicBezTo>
                    <a:pt x="1399" y="3132"/>
                    <a:pt x="912" y="2645"/>
                    <a:pt x="912" y="2007"/>
                  </a:cubicBezTo>
                  <a:cubicBezTo>
                    <a:pt x="912" y="1399"/>
                    <a:pt x="1399" y="913"/>
                    <a:pt x="2006" y="913"/>
                  </a:cubicBezTo>
                  <a:close/>
                  <a:moveTo>
                    <a:pt x="2006" y="1"/>
                  </a:moveTo>
                  <a:cubicBezTo>
                    <a:pt x="912" y="1"/>
                    <a:pt x="0" y="913"/>
                    <a:pt x="0" y="2007"/>
                  </a:cubicBezTo>
                  <a:cubicBezTo>
                    <a:pt x="0" y="3132"/>
                    <a:pt x="912" y="4013"/>
                    <a:pt x="2006" y="4013"/>
                  </a:cubicBezTo>
                  <a:cubicBezTo>
                    <a:pt x="3131" y="4013"/>
                    <a:pt x="4013" y="3132"/>
                    <a:pt x="4013" y="2007"/>
                  </a:cubicBezTo>
                  <a:cubicBezTo>
                    <a:pt x="4013" y="913"/>
                    <a:pt x="3131" y="1"/>
                    <a:pt x="200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8"/>
            <p:cNvSpPr/>
            <p:nvPr/>
          </p:nvSpPr>
          <p:spPr>
            <a:xfrm rot="-243064">
              <a:off x="2133946" y="2322866"/>
              <a:ext cx="24824" cy="24824"/>
            </a:xfrm>
            <a:custGeom>
              <a:avLst/>
              <a:gdLst/>
              <a:ahLst/>
              <a:cxnLst/>
              <a:rect l="l" t="t" r="r" b="b"/>
              <a:pathLst>
                <a:path w="1338" h="1338" extrusionOk="0">
                  <a:moveTo>
                    <a:pt x="669" y="0"/>
                  </a:moveTo>
                  <a:cubicBezTo>
                    <a:pt x="304" y="0"/>
                    <a:pt x="0" y="304"/>
                    <a:pt x="0" y="669"/>
                  </a:cubicBezTo>
                  <a:cubicBezTo>
                    <a:pt x="0" y="1034"/>
                    <a:pt x="304" y="1338"/>
                    <a:pt x="669" y="1338"/>
                  </a:cubicBezTo>
                  <a:cubicBezTo>
                    <a:pt x="1033" y="1338"/>
                    <a:pt x="1337" y="1034"/>
                    <a:pt x="1337" y="669"/>
                  </a:cubicBezTo>
                  <a:cubicBezTo>
                    <a:pt x="1337" y="304"/>
                    <a:pt x="1033" y="0"/>
                    <a:pt x="669"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8"/>
            <p:cNvSpPr/>
            <p:nvPr/>
          </p:nvSpPr>
          <p:spPr>
            <a:xfrm rot="-243064">
              <a:off x="2233766" y="2207810"/>
              <a:ext cx="24842" cy="24842"/>
            </a:xfrm>
            <a:custGeom>
              <a:avLst/>
              <a:gdLst/>
              <a:ahLst/>
              <a:cxnLst/>
              <a:rect l="l" t="t" r="r" b="b"/>
              <a:pathLst>
                <a:path w="1339" h="1339" extrusionOk="0">
                  <a:moveTo>
                    <a:pt x="669" y="1"/>
                  </a:moveTo>
                  <a:cubicBezTo>
                    <a:pt x="305" y="1"/>
                    <a:pt x="1" y="305"/>
                    <a:pt x="1" y="669"/>
                  </a:cubicBezTo>
                  <a:cubicBezTo>
                    <a:pt x="1" y="1034"/>
                    <a:pt x="305" y="1338"/>
                    <a:pt x="669" y="1338"/>
                  </a:cubicBezTo>
                  <a:cubicBezTo>
                    <a:pt x="1034" y="1338"/>
                    <a:pt x="1338" y="1034"/>
                    <a:pt x="1338" y="669"/>
                  </a:cubicBezTo>
                  <a:cubicBezTo>
                    <a:pt x="1338" y="305"/>
                    <a:pt x="1034" y="1"/>
                    <a:pt x="669"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8"/>
            <p:cNvSpPr/>
            <p:nvPr/>
          </p:nvSpPr>
          <p:spPr>
            <a:xfrm>
              <a:off x="3288040" y="2426562"/>
              <a:ext cx="81684" cy="81684"/>
            </a:xfrm>
            <a:custGeom>
              <a:avLst/>
              <a:gdLst/>
              <a:ahLst/>
              <a:cxnLst/>
              <a:rect l="l" t="t" r="r" b="b"/>
              <a:pathLst>
                <a:path w="3817" h="3817" extrusionOk="0">
                  <a:moveTo>
                    <a:pt x="1909" y="0"/>
                  </a:moveTo>
                  <a:cubicBezTo>
                    <a:pt x="1665" y="0"/>
                    <a:pt x="1421" y="41"/>
                    <a:pt x="1178" y="122"/>
                  </a:cubicBezTo>
                  <a:cubicBezTo>
                    <a:pt x="934" y="244"/>
                    <a:pt x="731" y="366"/>
                    <a:pt x="569" y="569"/>
                  </a:cubicBezTo>
                  <a:cubicBezTo>
                    <a:pt x="366" y="731"/>
                    <a:pt x="244" y="934"/>
                    <a:pt x="163" y="1178"/>
                  </a:cubicBezTo>
                  <a:cubicBezTo>
                    <a:pt x="41" y="1421"/>
                    <a:pt x="1" y="1665"/>
                    <a:pt x="1" y="1908"/>
                  </a:cubicBezTo>
                  <a:cubicBezTo>
                    <a:pt x="1" y="2152"/>
                    <a:pt x="41" y="2396"/>
                    <a:pt x="163" y="2639"/>
                  </a:cubicBezTo>
                  <a:cubicBezTo>
                    <a:pt x="244" y="2883"/>
                    <a:pt x="366" y="3086"/>
                    <a:pt x="569" y="3248"/>
                  </a:cubicBezTo>
                  <a:cubicBezTo>
                    <a:pt x="731" y="3410"/>
                    <a:pt x="934" y="3573"/>
                    <a:pt x="1178" y="3654"/>
                  </a:cubicBezTo>
                  <a:cubicBezTo>
                    <a:pt x="1421" y="3776"/>
                    <a:pt x="1665" y="3816"/>
                    <a:pt x="1909" y="3816"/>
                  </a:cubicBezTo>
                  <a:cubicBezTo>
                    <a:pt x="2152" y="3816"/>
                    <a:pt x="2396" y="3776"/>
                    <a:pt x="2639" y="3654"/>
                  </a:cubicBezTo>
                  <a:cubicBezTo>
                    <a:pt x="2883" y="3573"/>
                    <a:pt x="3086" y="3410"/>
                    <a:pt x="3248" y="3248"/>
                  </a:cubicBezTo>
                  <a:cubicBezTo>
                    <a:pt x="3451" y="3086"/>
                    <a:pt x="3573" y="2883"/>
                    <a:pt x="3654" y="2639"/>
                  </a:cubicBezTo>
                  <a:cubicBezTo>
                    <a:pt x="3776" y="2396"/>
                    <a:pt x="3817" y="2152"/>
                    <a:pt x="3817" y="1908"/>
                  </a:cubicBezTo>
                  <a:cubicBezTo>
                    <a:pt x="3817" y="1665"/>
                    <a:pt x="3776" y="1421"/>
                    <a:pt x="3654" y="1178"/>
                  </a:cubicBezTo>
                  <a:cubicBezTo>
                    <a:pt x="3573" y="934"/>
                    <a:pt x="3451" y="731"/>
                    <a:pt x="3248" y="569"/>
                  </a:cubicBezTo>
                  <a:cubicBezTo>
                    <a:pt x="3086" y="366"/>
                    <a:pt x="2883" y="244"/>
                    <a:pt x="2639" y="122"/>
                  </a:cubicBezTo>
                  <a:cubicBezTo>
                    <a:pt x="2396" y="41"/>
                    <a:pt x="2152" y="0"/>
                    <a:pt x="1909" y="0"/>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8"/>
            <p:cNvSpPr/>
            <p:nvPr/>
          </p:nvSpPr>
          <p:spPr>
            <a:xfrm>
              <a:off x="3381001" y="2892204"/>
              <a:ext cx="81684" cy="81684"/>
            </a:xfrm>
            <a:custGeom>
              <a:avLst/>
              <a:gdLst/>
              <a:ahLst/>
              <a:cxnLst/>
              <a:rect l="l" t="t" r="r" b="b"/>
              <a:pathLst>
                <a:path w="3817" h="3817" extrusionOk="0">
                  <a:moveTo>
                    <a:pt x="1908" y="0"/>
                  </a:moveTo>
                  <a:cubicBezTo>
                    <a:pt x="1665" y="0"/>
                    <a:pt x="1421" y="41"/>
                    <a:pt x="1178" y="163"/>
                  </a:cubicBezTo>
                  <a:cubicBezTo>
                    <a:pt x="934" y="244"/>
                    <a:pt x="731" y="406"/>
                    <a:pt x="569" y="569"/>
                  </a:cubicBezTo>
                  <a:cubicBezTo>
                    <a:pt x="406" y="731"/>
                    <a:pt x="244" y="934"/>
                    <a:pt x="163" y="1178"/>
                  </a:cubicBezTo>
                  <a:cubicBezTo>
                    <a:pt x="41" y="1421"/>
                    <a:pt x="0" y="1665"/>
                    <a:pt x="0" y="1908"/>
                  </a:cubicBezTo>
                  <a:cubicBezTo>
                    <a:pt x="0" y="2152"/>
                    <a:pt x="41" y="2396"/>
                    <a:pt x="163" y="2639"/>
                  </a:cubicBezTo>
                  <a:cubicBezTo>
                    <a:pt x="244" y="2883"/>
                    <a:pt x="406" y="3086"/>
                    <a:pt x="569" y="3248"/>
                  </a:cubicBezTo>
                  <a:cubicBezTo>
                    <a:pt x="731" y="3451"/>
                    <a:pt x="934" y="3573"/>
                    <a:pt x="1178" y="3695"/>
                  </a:cubicBezTo>
                  <a:cubicBezTo>
                    <a:pt x="1421" y="3776"/>
                    <a:pt x="1665" y="3816"/>
                    <a:pt x="1908" y="3816"/>
                  </a:cubicBezTo>
                  <a:cubicBezTo>
                    <a:pt x="2152" y="3816"/>
                    <a:pt x="2395" y="3776"/>
                    <a:pt x="2639" y="3695"/>
                  </a:cubicBezTo>
                  <a:cubicBezTo>
                    <a:pt x="2883" y="3573"/>
                    <a:pt x="3086" y="3451"/>
                    <a:pt x="3248" y="3248"/>
                  </a:cubicBezTo>
                  <a:cubicBezTo>
                    <a:pt x="3451" y="3086"/>
                    <a:pt x="3573" y="2883"/>
                    <a:pt x="3694" y="2639"/>
                  </a:cubicBezTo>
                  <a:cubicBezTo>
                    <a:pt x="3776" y="2396"/>
                    <a:pt x="3816" y="2152"/>
                    <a:pt x="3816" y="1908"/>
                  </a:cubicBezTo>
                  <a:cubicBezTo>
                    <a:pt x="3816" y="1665"/>
                    <a:pt x="3776" y="1421"/>
                    <a:pt x="3694" y="1178"/>
                  </a:cubicBezTo>
                  <a:cubicBezTo>
                    <a:pt x="3573" y="934"/>
                    <a:pt x="3451" y="731"/>
                    <a:pt x="3248" y="569"/>
                  </a:cubicBezTo>
                  <a:cubicBezTo>
                    <a:pt x="3086" y="406"/>
                    <a:pt x="2883" y="244"/>
                    <a:pt x="2639" y="163"/>
                  </a:cubicBezTo>
                  <a:cubicBezTo>
                    <a:pt x="2395" y="41"/>
                    <a:pt x="2152" y="0"/>
                    <a:pt x="1908" y="0"/>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8"/>
            <p:cNvSpPr/>
            <p:nvPr/>
          </p:nvSpPr>
          <p:spPr>
            <a:xfrm>
              <a:off x="3285429" y="3365658"/>
              <a:ext cx="81684" cy="81684"/>
            </a:xfrm>
            <a:custGeom>
              <a:avLst/>
              <a:gdLst/>
              <a:ahLst/>
              <a:cxnLst/>
              <a:rect l="l" t="t" r="r" b="b"/>
              <a:pathLst>
                <a:path w="3817" h="3817" extrusionOk="0">
                  <a:moveTo>
                    <a:pt x="1909" y="1"/>
                  </a:moveTo>
                  <a:cubicBezTo>
                    <a:pt x="1665" y="1"/>
                    <a:pt x="1422" y="41"/>
                    <a:pt x="1178" y="123"/>
                  </a:cubicBezTo>
                  <a:cubicBezTo>
                    <a:pt x="934" y="244"/>
                    <a:pt x="732" y="366"/>
                    <a:pt x="569" y="569"/>
                  </a:cubicBezTo>
                  <a:cubicBezTo>
                    <a:pt x="407" y="732"/>
                    <a:pt x="244" y="935"/>
                    <a:pt x="163" y="1178"/>
                  </a:cubicBezTo>
                  <a:cubicBezTo>
                    <a:pt x="41" y="1422"/>
                    <a:pt x="1" y="1665"/>
                    <a:pt x="1" y="1909"/>
                  </a:cubicBezTo>
                  <a:cubicBezTo>
                    <a:pt x="1" y="2152"/>
                    <a:pt x="41" y="2396"/>
                    <a:pt x="163" y="2640"/>
                  </a:cubicBezTo>
                  <a:cubicBezTo>
                    <a:pt x="244" y="2883"/>
                    <a:pt x="407" y="3086"/>
                    <a:pt x="569" y="3248"/>
                  </a:cubicBezTo>
                  <a:cubicBezTo>
                    <a:pt x="732" y="3411"/>
                    <a:pt x="934" y="3573"/>
                    <a:pt x="1178" y="3654"/>
                  </a:cubicBezTo>
                  <a:cubicBezTo>
                    <a:pt x="1422" y="3776"/>
                    <a:pt x="1665" y="3817"/>
                    <a:pt x="1909" y="3817"/>
                  </a:cubicBezTo>
                  <a:cubicBezTo>
                    <a:pt x="2152" y="3817"/>
                    <a:pt x="2396" y="3776"/>
                    <a:pt x="2639" y="3654"/>
                  </a:cubicBezTo>
                  <a:cubicBezTo>
                    <a:pt x="2883" y="3573"/>
                    <a:pt x="3086" y="3411"/>
                    <a:pt x="3248" y="3248"/>
                  </a:cubicBezTo>
                  <a:cubicBezTo>
                    <a:pt x="3451" y="3086"/>
                    <a:pt x="3573" y="2843"/>
                    <a:pt x="3695" y="2640"/>
                  </a:cubicBezTo>
                  <a:cubicBezTo>
                    <a:pt x="3776" y="2396"/>
                    <a:pt x="3817" y="2152"/>
                    <a:pt x="3817" y="1909"/>
                  </a:cubicBezTo>
                  <a:cubicBezTo>
                    <a:pt x="3817" y="1665"/>
                    <a:pt x="3776" y="1422"/>
                    <a:pt x="3695" y="1178"/>
                  </a:cubicBezTo>
                  <a:cubicBezTo>
                    <a:pt x="3573" y="935"/>
                    <a:pt x="3451" y="732"/>
                    <a:pt x="3248" y="569"/>
                  </a:cubicBezTo>
                  <a:cubicBezTo>
                    <a:pt x="3086" y="366"/>
                    <a:pt x="2883" y="244"/>
                    <a:pt x="2639" y="123"/>
                  </a:cubicBezTo>
                  <a:cubicBezTo>
                    <a:pt x="2396" y="41"/>
                    <a:pt x="2152" y="1"/>
                    <a:pt x="1909" y="1"/>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8"/>
            <p:cNvSpPr/>
            <p:nvPr/>
          </p:nvSpPr>
          <p:spPr>
            <a:xfrm>
              <a:off x="2903182" y="3853021"/>
              <a:ext cx="81684" cy="81684"/>
            </a:xfrm>
            <a:custGeom>
              <a:avLst/>
              <a:gdLst/>
              <a:ahLst/>
              <a:cxnLst/>
              <a:rect l="l" t="t" r="r" b="b"/>
              <a:pathLst>
                <a:path w="3817" h="3817" extrusionOk="0">
                  <a:moveTo>
                    <a:pt x="1909" y="1"/>
                  </a:moveTo>
                  <a:cubicBezTo>
                    <a:pt x="1665" y="1"/>
                    <a:pt x="1422" y="82"/>
                    <a:pt x="1178" y="163"/>
                  </a:cubicBezTo>
                  <a:cubicBezTo>
                    <a:pt x="935" y="244"/>
                    <a:pt x="732" y="407"/>
                    <a:pt x="569" y="569"/>
                  </a:cubicBezTo>
                  <a:cubicBezTo>
                    <a:pt x="366" y="772"/>
                    <a:pt x="244" y="975"/>
                    <a:pt x="123" y="1178"/>
                  </a:cubicBezTo>
                  <a:cubicBezTo>
                    <a:pt x="41" y="1422"/>
                    <a:pt x="1" y="1665"/>
                    <a:pt x="1" y="1909"/>
                  </a:cubicBezTo>
                  <a:cubicBezTo>
                    <a:pt x="1" y="2193"/>
                    <a:pt x="41" y="2436"/>
                    <a:pt x="123" y="2639"/>
                  </a:cubicBezTo>
                  <a:cubicBezTo>
                    <a:pt x="244" y="2883"/>
                    <a:pt x="366" y="3086"/>
                    <a:pt x="569" y="3289"/>
                  </a:cubicBezTo>
                  <a:cubicBezTo>
                    <a:pt x="732" y="3451"/>
                    <a:pt x="935" y="3573"/>
                    <a:pt x="1178" y="3695"/>
                  </a:cubicBezTo>
                  <a:cubicBezTo>
                    <a:pt x="1422" y="3776"/>
                    <a:pt x="1665" y="3817"/>
                    <a:pt x="1909" y="3817"/>
                  </a:cubicBezTo>
                  <a:cubicBezTo>
                    <a:pt x="2152" y="3817"/>
                    <a:pt x="2396" y="3776"/>
                    <a:pt x="2640" y="3695"/>
                  </a:cubicBezTo>
                  <a:cubicBezTo>
                    <a:pt x="2883" y="3573"/>
                    <a:pt x="3086" y="3451"/>
                    <a:pt x="3249" y="3289"/>
                  </a:cubicBezTo>
                  <a:cubicBezTo>
                    <a:pt x="3411" y="3086"/>
                    <a:pt x="3573" y="2883"/>
                    <a:pt x="3654" y="2639"/>
                  </a:cubicBezTo>
                  <a:cubicBezTo>
                    <a:pt x="3776" y="2436"/>
                    <a:pt x="3817" y="2193"/>
                    <a:pt x="3817" y="1909"/>
                  </a:cubicBezTo>
                  <a:cubicBezTo>
                    <a:pt x="3817" y="1665"/>
                    <a:pt x="3776" y="1422"/>
                    <a:pt x="3654" y="1178"/>
                  </a:cubicBezTo>
                  <a:cubicBezTo>
                    <a:pt x="3573" y="975"/>
                    <a:pt x="3411" y="772"/>
                    <a:pt x="3249" y="569"/>
                  </a:cubicBezTo>
                  <a:cubicBezTo>
                    <a:pt x="3086" y="407"/>
                    <a:pt x="2883" y="244"/>
                    <a:pt x="2640" y="163"/>
                  </a:cubicBezTo>
                  <a:cubicBezTo>
                    <a:pt x="2396" y="82"/>
                    <a:pt x="2152" y="1"/>
                    <a:pt x="1909" y="1"/>
                  </a:cubicBezTo>
                  <a:close/>
                </a:path>
              </a:pathLst>
            </a:custGeom>
            <a:solidFill>
              <a:srgbClr val="FFFFFF">
                <a:alpha val="4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8"/>
            <p:cNvSpPr/>
            <p:nvPr/>
          </p:nvSpPr>
          <p:spPr>
            <a:xfrm>
              <a:off x="1028188" y="2827350"/>
              <a:ext cx="146800" cy="73425"/>
            </a:xfrm>
            <a:custGeom>
              <a:avLst/>
              <a:gdLst/>
              <a:ahLst/>
              <a:cxnLst/>
              <a:rect l="l" t="t" r="r" b="b"/>
              <a:pathLst>
                <a:path w="5872" h="2937" fill="none" extrusionOk="0">
                  <a:moveTo>
                    <a:pt x="5872" y="2936"/>
                  </a:moveTo>
                  <a:cubicBezTo>
                    <a:pt x="5872" y="1302"/>
                    <a:pt x="4571" y="1"/>
                    <a:pt x="2936" y="1"/>
                  </a:cubicBezTo>
                  <a:cubicBezTo>
                    <a:pt x="1335" y="1"/>
                    <a:pt x="1" y="1302"/>
                    <a:pt x="1" y="2936"/>
                  </a:cubicBezTo>
                </a:path>
              </a:pathLst>
            </a:custGeom>
            <a:noFill/>
            <a:ln w="28575" cap="rnd"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5" name="Google Shape;1595;p28"/>
          <p:cNvSpPr txBox="1">
            <a:spLocks noGrp="1"/>
          </p:cNvSpPr>
          <p:nvPr>
            <p:ph type="title"/>
          </p:nvPr>
        </p:nvSpPr>
        <p:spPr>
          <a:xfrm>
            <a:off x="3944541" y="815743"/>
            <a:ext cx="5184713" cy="24717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000" dirty="0">
                <a:latin typeface="Times New Roman" panose="02020603050405020304" pitchFamily="18" charset="0"/>
                <a:cs typeface="Times New Roman" panose="02020603050405020304" pitchFamily="18" charset="0"/>
              </a:rPr>
              <a:t>Backend Technology</a:t>
            </a:r>
            <a:endParaRPr sz="5000" dirty="0">
              <a:latin typeface="Times New Roman" panose="02020603050405020304" pitchFamily="18" charset="0"/>
              <a:cs typeface="Times New Roman" panose="02020603050405020304" pitchFamily="18" charset="0"/>
            </a:endParaRPr>
          </a:p>
        </p:txBody>
      </p:sp>
      <p:sp>
        <p:nvSpPr>
          <p:cNvPr id="1596" name="Google Shape;1596;p28"/>
          <p:cNvSpPr/>
          <p:nvPr/>
        </p:nvSpPr>
        <p:spPr>
          <a:xfrm>
            <a:off x="1811055" y="1985965"/>
            <a:ext cx="32164" cy="15643"/>
          </a:xfrm>
          <a:custGeom>
            <a:avLst/>
            <a:gdLst/>
            <a:ahLst/>
            <a:cxnLst/>
            <a:rect l="l" t="t" r="r" b="b"/>
            <a:pathLst>
              <a:path w="1503" h="731" extrusionOk="0">
                <a:moveTo>
                  <a:pt x="284" y="0"/>
                </a:moveTo>
                <a:cubicBezTo>
                  <a:pt x="203" y="0"/>
                  <a:pt x="122" y="41"/>
                  <a:pt x="81" y="122"/>
                </a:cubicBezTo>
                <a:cubicBezTo>
                  <a:pt x="41" y="203"/>
                  <a:pt x="0" y="244"/>
                  <a:pt x="0" y="366"/>
                </a:cubicBezTo>
                <a:cubicBezTo>
                  <a:pt x="0" y="447"/>
                  <a:pt x="41" y="528"/>
                  <a:pt x="81" y="569"/>
                </a:cubicBezTo>
                <a:cubicBezTo>
                  <a:pt x="122" y="650"/>
                  <a:pt x="203" y="690"/>
                  <a:pt x="284" y="731"/>
                </a:cubicBezTo>
                <a:lnTo>
                  <a:pt x="1218" y="731"/>
                </a:lnTo>
                <a:cubicBezTo>
                  <a:pt x="1299" y="690"/>
                  <a:pt x="1381" y="650"/>
                  <a:pt x="1421" y="569"/>
                </a:cubicBezTo>
                <a:cubicBezTo>
                  <a:pt x="1462" y="487"/>
                  <a:pt x="1502" y="447"/>
                  <a:pt x="1502" y="366"/>
                </a:cubicBezTo>
                <a:cubicBezTo>
                  <a:pt x="1502" y="244"/>
                  <a:pt x="1462" y="163"/>
                  <a:pt x="1421" y="122"/>
                </a:cubicBezTo>
                <a:cubicBezTo>
                  <a:pt x="1381" y="41"/>
                  <a:pt x="1299" y="0"/>
                  <a:pt x="1218" y="0"/>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8"/>
          <p:cNvSpPr/>
          <p:nvPr/>
        </p:nvSpPr>
        <p:spPr>
          <a:xfrm>
            <a:off x="1811055" y="4493125"/>
            <a:ext cx="32164" cy="15665"/>
          </a:xfrm>
          <a:custGeom>
            <a:avLst/>
            <a:gdLst/>
            <a:ahLst/>
            <a:cxnLst/>
            <a:rect l="l" t="t" r="r" b="b"/>
            <a:pathLst>
              <a:path w="1503" h="732" extrusionOk="0">
                <a:moveTo>
                  <a:pt x="284" y="1"/>
                </a:moveTo>
                <a:cubicBezTo>
                  <a:pt x="203" y="42"/>
                  <a:pt x="122" y="82"/>
                  <a:pt x="81" y="123"/>
                </a:cubicBezTo>
                <a:cubicBezTo>
                  <a:pt x="41" y="204"/>
                  <a:pt x="0" y="285"/>
                  <a:pt x="0" y="366"/>
                </a:cubicBezTo>
                <a:cubicBezTo>
                  <a:pt x="0" y="447"/>
                  <a:pt x="41" y="529"/>
                  <a:pt x="81" y="610"/>
                </a:cubicBezTo>
                <a:cubicBezTo>
                  <a:pt x="122" y="650"/>
                  <a:pt x="203" y="691"/>
                  <a:pt x="284" y="732"/>
                </a:cubicBezTo>
                <a:lnTo>
                  <a:pt x="1218" y="732"/>
                </a:lnTo>
                <a:cubicBezTo>
                  <a:pt x="1299" y="691"/>
                  <a:pt x="1381" y="650"/>
                  <a:pt x="1421" y="610"/>
                </a:cubicBezTo>
                <a:cubicBezTo>
                  <a:pt x="1462" y="529"/>
                  <a:pt x="1502" y="447"/>
                  <a:pt x="1502" y="366"/>
                </a:cubicBezTo>
                <a:cubicBezTo>
                  <a:pt x="1502" y="285"/>
                  <a:pt x="1462" y="204"/>
                  <a:pt x="1421" y="123"/>
                </a:cubicBezTo>
                <a:cubicBezTo>
                  <a:pt x="1381" y="82"/>
                  <a:pt x="1299" y="42"/>
                  <a:pt x="1218" y="1"/>
                </a:cubicBezTo>
                <a:close/>
              </a:path>
            </a:pathLst>
          </a:custGeom>
          <a:solidFill>
            <a:srgbClr val="2323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8" name="Google Shape;1598;p28"/>
          <p:cNvGrpSpPr/>
          <p:nvPr/>
        </p:nvGrpSpPr>
        <p:grpSpPr>
          <a:xfrm>
            <a:off x="3188201" y="2412510"/>
            <a:ext cx="1431901" cy="390021"/>
            <a:chOff x="3545388" y="2098179"/>
            <a:chExt cx="1431901" cy="390021"/>
          </a:xfrm>
        </p:grpSpPr>
        <p:sp>
          <p:nvSpPr>
            <p:cNvPr id="1600" name="Google Shape;1600;p28"/>
            <p:cNvSpPr/>
            <p:nvPr/>
          </p:nvSpPr>
          <p:spPr>
            <a:xfrm>
              <a:off x="3581627" y="2104023"/>
              <a:ext cx="1395662" cy="381995"/>
            </a:xfrm>
            <a:custGeom>
              <a:avLst/>
              <a:gdLst/>
              <a:ahLst/>
              <a:cxnLst/>
              <a:rect l="l" t="t" r="r" b="b"/>
              <a:pathLst>
                <a:path w="84114" h="23708" extrusionOk="0">
                  <a:moveTo>
                    <a:pt x="11854" y="0"/>
                  </a:moveTo>
                  <a:cubicBezTo>
                    <a:pt x="11448" y="0"/>
                    <a:pt x="11083" y="41"/>
                    <a:pt x="10677" y="81"/>
                  </a:cubicBezTo>
                  <a:cubicBezTo>
                    <a:pt x="10312" y="122"/>
                    <a:pt x="9906" y="162"/>
                    <a:pt x="9540" y="244"/>
                  </a:cubicBezTo>
                  <a:cubicBezTo>
                    <a:pt x="9175" y="325"/>
                    <a:pt x="8769" y="406"/>
                    <a:pt x="8404" y="528"/>
                  </a:cubicBezTo>
                  <a:cubicBezTo>
                    <a:pt x="8038" y="650"/>
                    <a:pt x="7673" y="771"/>
                    <a:pt x="7308" y="934"/>
                  </a:cubicBezTo>
                  <a:cubicBezTo>
                    <a:pt x="6942" y="1056"/>
                    <a:pt x="6618" y="1218"/>
                    <a:pt x="6252" y="1421"/>
                  </a:cubicBezTo>
                  <a:cubicBezTo>
                    <a:pt x="5927" y="1583"/>
                    <a:pt x="5603" y="1786"/>
                    <a:pt x="5278" y="2030"/>
                  </a:cubicBezTo>
                  <a:cubicBezTo>
                    <a:pt x="4953" y="2233"/>
                    <a:pt x="4628" y="2476"/>
                    <a:pt x="4344" y="2720"/>
                  </a:cubicBezTo>
                  <a:cubicBezTo>
                    <a:pt x="4060" y="2964"/>
                    <a:pt x="3735" y="3207"/>
                    <a:pt x="3492" y="3491"/>
                  </a:cubicBezTo>
                  <a:cubicBezTo>
                    <a:pt x="3208" y="3775"/>
                    <a:pt x="2923" y="4060"/>
                    <a:pt x="2680" y="4344"/>
                  </a:cubicBezTo>
                  <a:cubicBezTo>
                    <a:pt x="2436" y="4628"/>
                    <a:pt x="2233" y="4953"/>
                    <a:pt x="1990" y="5277"/>
                  </a:cubicBezTo>
                  <a:cubicBezTo>
                    <a:pt x="1787" y="5602"/>
                    <a:pt x="1584" y="5927"/>
                    <a:pt x="1421" y="6292"/>
                  </a:cubicBezTo>
                  <a:cubicBezTo>
                    <a:pt x="1218" y="6617"/>
                    <a:pt x="1056" y="6982"/>
                    <a:pt x="894" y="7307"/>
                  </a:cubicBezTo>
                  <a:cubicBezTo>
                    <a:pt x="772" y="7673"/>
                    <a:pt x="650" y="8038"/>
                    <a:pt x="528" y="8403"/>
                  </a:cubicBezTo>
                  <a:cubicBezTo>
                    <a:pt x="406" y="8809"/>
                    <a:pt x="325" y="9175"/>
                    <a:pt x="244" y="9540"/>
                  </a:cubicBezTo>
                  <a:cubicBezTo>
                    <a:pt x="163" y="9905"/>
                    <a:pt x="82" y="10311"/>
                    <a:pt x="82" y="10677"/>
                  </a:cubicBezTo>
                  <a:cubicBezTo>
                    <a:pt x="41" y="11083"/>
                    <a:pt x="0" y="11489"/>
                    <a:pt x="0" y="11854"/>
                  </a:cubicBezTo>
                  <a:cubicBezTo>
                    <a:pt x="0" y="12260"/>
                    <a:pt x="41" y="12625"/>
                    <a:pt x="82" y="13031"/>
                  </a:cubicBezTo>
                  <a:cubicBezTo>
                    <a:pt x="82" y="13396"/>
                    <a:pt x="163" y="13762"/>
                    <a:pt x="244" y="14168"/>
                  </a:cubicBezTo>
                  <a:cubicBezTo>
                    <a:pt x="325" y="14533"/>
                    <a:pt x="406" y="14899"/>
                    <a:pt x="528" y="15304"/>
                  </a:cubicBezTo>
                  <a:cubicBezTo>
                    <a:pt x="609" y="15670"/>
                    <a:pt x="772" y="16035"/>
                    <a:pt x="894" y="16401"/>
                  </a:cubicBezTo>
                  <a:cubicBezTo>
                    <a:pt x="1056" y="16725"/>
                    <a:pt x="1218" y="17091"/>
                    <a:pt x="1421" y="17415"/>
                  </a:cubicBezTo>
                  <a:cubicBezTo>
                    <a:pt x="1584" y="17781"/>
                    <a:pt x="1787" y="18106"/>
                    <a:pt x="1990" y="18430"/>
                  </a:cubicBezTo>
                  <a:cubicBezTo>
                    <a:pt x="2233" y="18755"/>
                    <a:pt x="2436" y="19080"/>
                    <a:pt x="2680" y="19364"/>
                  </a:cubicBezTo>
                  <a:cubicBezTo>
                    <a:pt x="2964" y="19648"/>
                    <a:pt x="3208" y="19932"/>
                    <a:pt x="3492" y="20216"/>
                  </a:cubicBezTo>
                  <a:cubicBezTo>
                    <a:pt x="3735" y="20501"/>
                    <a:pt x="4060" y="20744"/>
                    <a:pt x="4344" y="20988"/>
                  </a:cubicBezTo>
                  <a:cubicBezTo>
                    <a:pt x="4628" y="21231"/>
                    <a:pt x="4953" y="21475"/>
                    <a:pt x="5278" y="21678"/>
                  </a:cubicBezTo>
                  <a:cubicBezTo>
                    <a:pt x="5603" y="21921"/>
                    <a:pt x="5927" y="22124"/>
                    <a:pt x="6252" y="22287"/>
                  </a:cubicBezTo>
                  <a:cubicBezTo>
                    <a:pt x="6618" y="22490"/>
                    <a:pt x="6942" y="22652"/>
                    <a:pt x="7308" y="22774"/>
                  </a:cubicBezTo>
                  <a:cubicBezTo>
                    <a:pt x="7673" y="22936"/>
                    <a:pt x="8038" y="23058"/>
                    <a:pt x="8404" y="23180"/>
                  </a:cubicBezTo>
                  <a:cubicBezTo>
                    <a:pt x="8769" y="23302"/>
                    <a:pt x="9175" y="23383"/>
                    <a:pt x="9540" y="23464"/>
                  </a:cubicBezTo>
                  <a:cubicBezTo>
                    <a:pt x="9906" y="23545"/>
                    <a:pt x="10312" y="23626"/>
                    <a:pt x="10677" y="23626"/>
                  </a:cubicBezTo>
                  <a:cubicBezTo>
                    <a:pt x="11083" y="23667"/>
                    <a:pt x="11448" y="23708"/>
                    <a:pt x="11854" y="23708"/>
                  </a:cubicBezTo>
                  <a:lnTo>
                    <a:pt x="72260" y="23708"/>
                  </a:lnTo>
                  <a:cubicBezTo>
                    <a:pt x="72666" y="23708"/>
                    <a:pt x="73031" y="23667"/>
                    <a:pt x="73437" y="23626"/>
                  </a:cubicBezTo>
                  <a:cubicBezTo>
                    <a:pt x="73803" y="23586"/>
                    <a:pt x="74209" y="23545"/>
                    <a:pt x="74574" y="23464"/>
                  </a:cubicBezTo>
                  <a:cubicBezTo>
                    <a:pt x="74939" y="23383"/>
                    <a:pt x="75345" y="23302"/>
                    <a:pt x="75711" y="23180"/>
                  </a:cubicBezTo>
                  <a:cubicBezTo>
                    <a:pt x="76076" y="23058"/>
                    <a:pt x="76441" y="22936"/>
                    <a:pt x="76807" y="22774"/>
                  </a:cubicBezTo>
                  <a:cubicBezTo>
                    <a:pt x="77172" y="22652"/>
                    <a:pt x="77497" y="22490"/>
                    <a:pt x="77862" y="22287"/>
                  </a:cubicBezTo>
                  <a:cubicBezTo>
                    <a:pt x="78187" y="22124"/>
                    <a:pt x="78512" y="21921"/>
                    <a:pt x="78836" y="21678"/>
                  </a:cubicBezTo>
                  <a:cubicBezTo>
                    <a:pt x="79161" y="21475"/>
                    <a:pt x="79486" y="21231"/>
                    <a:pt x="79770" y="20988"/>
                  </a:cubicBezTo>
                  <a:cubicBezTo>
                    <a:pt x="80095" y="20744"/>
                    <a:pt x="80379" y="20501"/>
                    <a:pt x="80623" y="20216"/>
                  </a:cubicBezTo>
                  <a:cubicBezTo>
                    <a:pt x="80907" y="19932"/>
                    <a:pt x="81191" y="19648"/>
                    <a:pt x="81435" y="19364"/>
                  </a:cubicBezTo>
                  <a:cubicBezTo>
                    <a:pt x="81678" y="19080"/>
                    <a:pt x="81881" y="18755"/>
                    <a:pt x="82125" y="18430"/>
                  </a:cubicBezTo>
                  <a:cubicBezTo>
                    <a:pt x="82328" y="18106"/>
                    <a:pt x="82531" y="17781"/>
                    <a:pt x="82693" y="17415"/>
                  </a:cubicBezTo>
                  <a:cubicBezTo>
                    <a:pt x="82896" y="17091"/>
                    <a:pt x="83058" y="16766"/>
                    <a:pt x="83221" y="16401"/>
                  </a:cubicBezTo>
                  <a:cubicBezTo>
                    <a:pt x="83343" y="16035"/>
                    <a:pt x="83505" y="15670"/>
                    <a:pt x="83586" y="15304"/>
                  </a:cubicBezTo>
                  <a:cubicBezTo>
                    <a:pt x="83708" y="14939"/>
                    <a:pt x="83789" y="14533"/>
                    <a:pt x="83870" y="14168"/>
                  </a:cubicBezTo>
                  <a:cubicBezTo>
                    <a:pt x="83951" y="13802"/>
                    <a:pt x="84033" y="13396"/>
                    <a:pt x="84073" y="13031"/>
                  </a:cubicBezTo>
                  <a:cubicBezTo>
                    <a:pt x="84073" y="12625"/>
                    <a:pt x="84114" y="12260"/>
                    <a:pt x="84114" y="11854"/>
                  </a:cubicBezTo>
                  <a:cubicBezTo>
                    <a:pt x="84114" y="11448"/>
                    <a:pt x="84073" y="11083"/>
                    <a:pt x="84073" y="10677"/>
                  </a:cubicBezTo>
                  <a:cubicBezTo>
                    <a:pt x="84033" y="10311"/>
                    <a:pt x="83951" y="9946"/>
                    <a:pt x="83870" y="9540"/>
                  </a:cubicBezTo>
                  <a:cubicBezTo>
                    <a:pt x="83789" y="9175"/>
                    <a:pt x="83708" y="8809"/>
                    <a:pt x="83586" y="8403"/>
                  </a:cubicBezTo>
                  <a:cubicBezTo>
                    <a:pt x="83505" y="8038"/>
                    <a:pt x="83343" y="7673"/>
                    <a:pt x="83221" y="7307"/>
                  </a:cubicBezTo>
                  <a:cubicBezTo>
                    <a:pt x="83058" y="6982"/>
                    <a:pt x="82896" y="6617"/>
                    <a:pt x="82693" y="6292"/>
                  </a:cubicBezTo>
                  <a:cubicBezTo>
                    <a:pt x="82531" y="5927"/>
                    <a:pt x="82328" y="5602"/>
                    <a:pt x="82125" y="5277"/>
                  </a:cubicBezTo>
                  <a:cubicBezTo>
                    <a:pt x="81881" y="4953"/>
                    <a:pt x="81678" y="4628"/>
                    <a:pt x="81435" y="4344"/>
                  </a:cubicBezTo>
                  <a:cubicBezTo>
                    <a:pt x="81191" y="4060"/>
                    <a:pt x="80907" y="3775"/>
                    <a:pt x="80623" y="3491"/>
                  </a:cubicBezTo>
                  <a:cubicBezTo>
                    <a:pt x="80379" y="3207"/>
                    <a:pt x="80095" y="2964"/>
                    <a:pt x="79770" y="2720"/>
                  </a:cubicBezTo>
                  <a:cubicBezTo>
                    <a:pt x="79486" y="2476"/>
                    <a:pt x="79161" y="2233"/>
                    <a:pt x="78836" y="2030"/>
                  </a:cubicBezTo>
                  <a:cubicBezTo>
                    <a:pt x="78512" y="1786"/>
                    <a:pt x="78187" y="1583"/>
                    <a:pt x="77862" y="1421"/>
                  </a:cubicBezTo>
                  <a:cubicBezTo>
                    <a:pt x="77497" y="1218"/>
                    <a:pt x="77172" y="1056"/>
                    <a:pt x="76807" y="934"/>
                  </a:cubicBezTo>
                  <a:cubicBezTo>
                    <a:pt x="76441" y="771"/>
                    <a:pt x="76076" y="650"/>
                    <a:pt x="75711" y="528"/>
                  </a:cubicBezTo>
                  <a:cubicBezTo>
                    <a:pt x="75345" y="406"/>
                    <a:pt x="74939" y="325"/>
                    <a:pt x="74574" y="244"/>
                  </a:cubicBezTo>
                  <a:cubicBezTo>
                    <a:pt x="74209" y="162"/>
                    <a:pt x="73803" y="122"/>
                    <a:pt x="73437" y="81"/>
                  </a:cubicBezTo>
                  <a:cubicBezTo>
                    <a:pt x="73031" y="41"/>
                    <a:pt x="72666" y="0"/>
                    <a:pt x="72260" y="0"/>
                  </a:cubicBezTo>
                  <a:close/>
                </a:path>
              </a:pathLst>
            </a:cu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8"/>
            <p:cNvSpPr/>
            <p:nvPr/>
          </p:nvSpPr>
          <p:spPr>
            <a:xfrm>
              <a:off x="3561703" y="2098179"/>
              <a:ext cx="389202" cy="389223"/>
            </a:xfrm>
            <a:custGeom>
              <a:avLst/>
              <a:gdLst/>
              <a:ahLst/>
              <a:cxnLst/>
              <a:rect l="l" t="t" r="r" b="b"/>
              <a:pathLst>
                <a:path w="18187" h="18188" extrusionOk="0">
                  <a:moveTo>
                    <a:pt x="9418" y="0"/>
                  </a:moveTo>
                  <a:cubicBezTo>
                    <a:pt x="9134" y="0"/>
                    <a:pt x="8850" y="0"/>
                    <a:pt x="8525" y="41"/>
                  </a:cubicBezTo>
                  <a:cubicBezTo>
                    <a:pt x="8241" y="41"/>
                    <a:pt x="7957" y="82"/>
                    <a:pt x="7632" y="122"/>
                  </a:cubicBezTo>
                  <a:cubicBezTo>
                    <a:pt x="7348" y="163"/>
                    <a:pt x="7064" y="244"/>
                    <a:pt x="6779" y="285"/>
                  </a:cubicBezTo>
                  <a:cubicBezTo>
                    <a:pt x="6495" y="366"/>
                    <a:pt x="6211" y="488"/>
                    <a:pt x="5927" y="569"/>
                  </a:cubicBezTo>
                  <a:cubicBezTo>
                    <a:pt x="5643" y="691"/>
                    <a:pt x="5359" y="772"/>
                    <a:pt x="5115" y="934"/>
                  </a:cubicBezTo>
                  <a:cubicBezTo>
                    <a:pt x="4831" y="1056"/>
                    <a:pt x="4587" y="1178"/>
                    <a:pt x="4303" y="1340"/>
                  </a:cubicBezTo>
                  <a:cubicBezTo>
                    <a:pt x="4060" y="1503"/>
                    <a:pt x="3816" y="1665"/>
                    <a:pt x="3572" y="1868"/>
                  </a:cubicBezTo>
                  <a:cubicBezTo>
                    <a:pt x="3329" y="2030"/>
                    <a:pt x="3126" y="2233"/>
                    <a:pt x="2882" y="2436"/>
                  </a:cubicBezTo>
                  <a:cubicBezTo>
                    <a:pt x="2679" y="2639"/>
                    <a:pt x="2476" y="2842"/>
                    <a:pt x="2273" y="3086"/>
                  </a:cubicBezTo>
                  <a:cubicBezTo>
                    <a:pt x="2070" y="3289"/>
                    <a:pt x="1867" y="3532"/>
                    <a:pt x="1705" y="3776"/>
                  </a:cubicBezTo>
                  <a:cubicBezTo>
                    <a:pt x="1543" y="4019"/>
                    <a:pt x="1380" y="4263"/>
                    <a:pt x="1218" y="4507"/>
                  </a:cubicBezTo>
                  <a:cubicBezTo>
                    <a:pt x="1096" y="4750"/>
                    <a:pt x="934" y="5034"/>
                    <a:pt x="812" y="5318"/>
                  </a:cubicBezTo>
                  <a:cubicBezTo>
                    <a:pt x="690" y="5562"/>
                    <a:pt x="568" y="5846"/>
                    <a:pt x="487" y="6130"/>
                  </a:cubicBezTo>
                  <a:cubicBezTo>
                    <a:pt x="365" y="6415"/>
                    <a:pt x="284" y="6699"/>
                    <a:pt x="244" y="6983"/>
                  </a:cubicBezTo>
                  <a:cubicBezTo>
                    <a:pt x="162" y="7267"/>
                    <a:pt x="122" y="7551"/>
                    <a:pt x="81" y="7876"/>
                  </a:cubicBezTo>
                  <a:cubicBezTo>
                    <a:pt x="41" y="8160"/>
                    <a:pt x="0" y="8444"/>
                    <a:pt x="0" y="8769"/>
                  </a:cubicBezTo>
                  <a:cubicBezTo>
                    <a:pt x="0" y="9053"/>
                    <a:pt x="0" y="9337"/>
                    <a:pt x="0" y="9662"/>
                  </a:cubicBezTo>
                  <a:cubicBezTo>
                    <a:pt x="0" y="9946"/>
                    <a:pt x="41" y="10230"/>
                    <a:pt x="81" y="10515"/>
                  </a:cubicBezTo>
                  <a:cubicBezTo>
                    <a:pt x="162" y="10839"/>
                    <a:pt x="203" y="11124"/>
                    <a:pt x="284" y="11408"/>
                  </a:cubicBezTo>
                  <a:cubicBezTo>
                    <a:pt x="365" y="11692"/>
                    <a:pt x="447" y="11976"/>
                    <a:pt x="568" y="12260"/>
                  </a:cubicBezTo>
                  <a:cubicBezTo>
                    <a:pt x="650" y="12544"/>
                    <a:pt x="771" y="12829"/>
                    <a:pt x="893" y="13072"/>
                  </a:cubicBezTo>
                  <a:cubicBezTo>
                    <a:pt x="1015" y="13356"/>
                    <a:pt x="1177" y="13600"/>
                    <a:pt x="1340" y="13843"/>
                  </a:cubicBezTo>
                  <a:cubicBezTo>
                    <a:pt x="1502" y="14128"/>
                    <a:pt x="1664" y="14371"/>
                    <a:pt x="1827" y="14615"/>
                  </a:cubicBezTo>
                  <a:cubicBezTo>
                    <a:pt x="2030" y="14818"/>
                    <a:pt x="2192" y="15061"/>
                    <a:pt x="2395" y="15264"/>
                  </a:cubicBezTo>
                  <a:cubicBezTo>
                    <a:pt x="2598" y="15508"/>
                    <a:pt x="2842" y="15711"/>
                    <a:pt x="3045" y="15914"/>
                  </a:cubicBezTo>
                  <a:cubicBezTo>
                    <a:pt x="3288" y="16117"/>
                    <a:pt x="3491" y="16279"/>
                    <a:pt x="3735" y="16482"/>
                  </a:cubicBezTo>
                  <a:cubicBezTo>
                    <a:pt x="3978" y="16645"/>
                    <a:pt x="4222" y="16807"/>
                    <a:pt x="4506" y="16969"/>
                  </a:cubicBezTo>
                  <a:cubicBezTo>
                    <a:pt x="4750" y="17091"/>
                    <a:pt x="5034" y="17253"/>
                    <a:pt x="5277" y="17375"/>
                  </a:cubicBezTo>
                  <a:cubicBezTo>
                    <a:pt x="5562" y="17497"/>
                    <a:pt x="5846" y="17619"/>
                    <a:pt x="6130" y="17700"/>
                  </a:cubicBezTo>
                  <a:cubicBezTo>
                    <a:pt x="6374" y="17781"/>
                    <a:pt x="6698" y="17862"/>
                    <a:pt x="6982" y="17944"/>
                  </a:cubicBezTo>
                  <a:cubicBezTo>
                    <a:pt x="7267" y="18025"/>
                    <a:pt x="7551" y="18065"/>
                    <a:pt x="7835" y="18106"/>
                  </a:cubicBezTo>
                  <a:cubicBezTo>
                    <a:pt x="8160" y="18147"/>
                    <a:pt x="8444" y="18187"/>
                    <a:pt x="8728" y="18187"/>
                  </a:cubicBezTo>
                  <a:lnTo>
                    <a:pt x="9621" y="18187"/>
                  </a:lnTo>
                  <a:cubicBezTo>
                    <a:pt x="9946" y="18147"/>
                    <a:pt x="10230" y="18106"/>
                    <a:pt x="10514" y="18065"/>
                  </a:cubicBezTo>
                  <a:cubicBezTo>
                    <a:pt x="10798" y="18025"/>
                    <a:pt x="11083" y="17984"/>
                    <a:pt x="11407" y="17903"/>
                  </a:cubicBezTo>
                  <a:cubicBezTo>
                    <a:pt x="11692" y="17822"/>
                    <a:pt x="11976" y="17741"/>
                    <a:pt x="12260" y="17619"/>
                  </a:cubicBezTo>
                  <a:cubicBezTo>
                    <a:pt x="12503" y="17538"/>
                    <a:pt x="12788" y="17416"/>
                    <a:pt x="13072" y="17294"/>
                  </a:cubicBezTo>
                  <a:cubicBezTo>
                    <a:pt x="13315" y="17132"/>
                    <a:pt x="13599" y="17010"/>
                    <a:pt x="13843" y="16847"/>
                  </a:cubicBezTo>
                  <a:cubicBezTo>
                    <a:pt x="14087" y="16685"/>
                    <a:pt x="14330" y="16523"/>
                    <a:pt x="14574" y="16360"/>
                  </a:cubicBezTo>
                  <a:cubicBezTo>
                    <a:pt x="14817" y="16157"/>
                    <a:pt x="15061" y="15954"/>
                    <a:pt x="15264" y="15751"/>
                  </a:cubicBezTo>
                  <a:cubicBezTo>
                    <a:pt x="15507" y="15548"/>
                    <a:pt x="15710" y="15345"/>
                    <a:pt x="15913" y="15142"/>
                  </a:cubicBezTo>
                  <a:cubicBezTo>
                    <a:pt x="16076" y="14899"/>
                    <a:pt x="16279" y="14696"/>
                    <a:pt x="16441" y="14452"/>
                  </a:cubicBezTo>
                  <a:cubicBezTo>
                    <a:pt x="16644" y="14209"/>
                    <a:pt x="16807" y="13925"/>
                    <a:pt x="16928" y="13681"/>
                  </a:cubicBezTo>
                  <a:cubicBezTo>
                    <a:pt x="17091" y="13437"/>
                    <a:pt x="17212" y="13153"/>
                    <a:pt x="17334" y="12910"/>
                  </a:cubicBezTo>
                  <a:cubicBezTo>
                    <a:pt x="17497" y="12626"/>
                    <a:pt x="17578" y="12341"/>
                    <a:pt x="17700" y="12057"/>
                  </a:cubicBezTo>
                  <a:cubicBezTo>
                    <a:pt x="17781" y="11773"/>
                    <a:pt x="17862" y="11489"/>
                    <a:pt x="17943" y="11205"/>
                  </a:cubicBezTo>
                  <a:cubicBezTo>
                    <a:pt x="17984" y="10921"/>
                    <a:pt x="18065" y="10636"/>
                    <a:pt x="18106" y="10312"/>
                  </a:cubicBezTo>
                  <a:cubicBezTo>
                    <a:pt x="18146" y="10027"/>
                    <a:pt x="18146" y="9743"/>
                    <a:pt x="18187" y="9459"/>
                  </a:cubicBezTo>
                  <a:cubicBezTo>
                    <a:pt x="18187" y="9134"/>
                    <a:pt x="18187" y="8850"/>
                    <a:pt x="18146" y="8566"/>
                  </a:cubicBezTo>
                  <a:cubicBezTo>
                    <a:pt x="18146" y="8241"/>
                    <a:pt x="18106" y="7957"/>
                    <a:pt x="18065" y="7673"/>
                  </a:cubicBezTo>
                  <a:cubicBezTo>
                    <a:pt x="18024" y="7348"/>
                    <a:pt x="17943" y="7064"/>
                    <a:pt x="17903" y="6780"/>
                  </a:cubicBezTo>
                  <a:cubicBezTo>
                    <a:pt x="17821" y="6496"/>
                    <a:pt x="17700" y="6212"/>
                    <a:pt x="17618" y="5927"/>
                  </a:cubicBezTo>
                  <a:cubicBezTo>
                    <a:pt x="17497" y="5643"/>
                    <a:pt x="17415" y="5359"/>
                    <a:pt x="17253" y="5115"/>
                  </a:cubicBezTo>
                  <a:cubicBezTo>
                    <a:pt x="17131" y="4872"/>
                    <a:pt x="17009" y="4588"/>
                    <a:pt x="16847" y="4344"/>
                  </a:cubicBezTo>
                  <a:cubicBezTo>
                    <a:pt x="16685" y="4060"/>
                    <a:pt x="16522" y="3857"/>
                    <a:pt x="16319" y="3613"/>
                  </a:cubicBezTo>
                  <a:cubicBezTo>
                    <a:pt x="16157" y="3370"/>
                    <a:pt x="15954" y="3126"/>
                    <a:pt x="15751" y="2923"/>
                  </a:cubicBezTo>
                  <a:cubicBezTo>
                    <a:pt x="15548" y="2680"/>
                    <a:pt x="15345" y="2477"/>
                    <a:pt x="15102" y="2274"/>
                  </a:cubicBezTo>
                  <a:cubicBezTo>
                    <a:pt x="14899" y="2111"/>
                    <a:pt x="14655" y="1908"/>
                    <a:pt x="14411" y="1746"/>
                  </a:cubicBezTo>
                  <a:cubicBezTo>
                    <a:pt x="14168" y="1543"/>
                    <a:pt x="13924" y="1381"/>
                    <a:pt x="13681" y="1259"/>
                  </a:cubicBezTo>
                  <a:cubicBezTo>
                    <a:pt x="13437" y="1097"/>
                    <a:pt x="13153" y="975"/>
                    <a:pt x="12869" y="853"/>
                  </a:cubicBezTo>
                  <a:cubicBezTo>
                    <a:pt x="12625" y="691"/>
                    <a:pt x="12341" y="609"/>
                    <a:pt x="12057" y="488"/>
                  </a:cubicBezTo>
                  <a:cubicBezTo>
                    <a:pt x="11773" y="406"/>
                    <a:pt x="11489" y="325"/>
                    <a:pt x="11204" y="244"/>
                  </a:cubicBezTo>
                  <a:cubicBezTo>
                    <a:pt x="10920" y="203"/>
                    <a:pt x="10595" y="122"/>
                    <a:pt x="10311" y="82"/>
                  </a:cubicBezTo>
                  <a:cubicBezTo>
                    <a:pt x="10027" y="41"/>
                    <a:pt x="9743" y="41"/>
                    <a:pt x="94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8"/>
            <p:cNvSpPr txBox="1"/>
            <p:nvPr/>
          </p:nvSpPr>
          <p:spPr>
            <a:xfrm>
              <a:off x="3545388" y="2098200"/>
              <a:ext cx="585300" cy="3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latin typeface="Fira Sans Extra Condensed Medium"/>
                  <a:ea typeface="Fira Sans Extra Condensed Medium"/>
                  <a:cs typeface="Fira Sans Extra Condensed Medium"/>
                  <a:sym typeface="Fira Sans Extra Condensed Medium"/>
                </a:rPr>
                <a:t>01</a:t>
              </a:r>
              <a:endParaRPr sz="1800" dirty="0">
                <a:solidFill>
                  <a:srgbClr val="FFFFFF"/>
                </a:solidFill>
                <a:latin typeface="Fira Sans Extra Condensed Medium"/>
                <a:ea typeface="Fira Sans Extra Condensed Medium"/>
                <a:cs typeface="Fira Sans Extra Condensed Medium"/>
                <a:sym typeface="Fira Sans Extra Condensed Medium"/>
              </a:endParaRPr>
            </a:p>
          </p:txBody>
        </p:sp>
        <p:sp>
          <p:nvSpPr>
            <p:cNvPr id="1604" name="Google Shape;1604;p28"/>
            <p:cNvSpPr txBox="1"/>
            <p:nvPr/>
          </p:nvSpPr>
          <p:spPr>
            <a:xfrm>
              <a:off x="3932450" y="2101950"/>
              <a:ext cx="981300" cy="38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MY SQL</a:t>
              </a:r>
              <a:endParaRPr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grpSp>
        <p:nvGrpSpPr>
          <p:cNvPr id="1613" name="Google Shape;1613;p28"/>
          <p:cNvGrpSpPr/>
          <p:nvPr/>
        </p:nvGrpSpPr>
        <p:grpSpPr>
          <a:xfrm>
            <a:off x="3161030" y="3710041"/>
            <a:ext cx="1410976" cy="395734"/>
            <a:chOff x="3516813" y="3393900"/>
            <a:chExt cx="1410976" cy="395734"/>
          </a:xfrm>
        </p:grpSpPr>
        <p:sp>
          <p:nvSpPr>
            <p:cNvPr id="1615" name="Google Shape;1615;p28"/>
            <p:cNvSpPr/>
            <p:nvPr/>
          </p:nvSpPr>
          <p:spPr>
            <a:xfrm>
              <a:off x="3532127" y="3403668"/>
              <a:ext cx="1395662" cy="381952"/>
            </a:xfrm>
            <a:custGeom>
              <a:avLst/>
              <a:gdLst/>
              <a:ahLst/>
              <a:cxnLst/>
              <a:rect l="l" t="t" r="r" b="b"/>
              <a:pathLst>
                <a:path w="84114" h="23709" extrusionOk="0">
                  <a:moveTo>
                    <a:pt x="11854" y="1"/>
                  </a:moveTo>
                  <a:cubicBezTo>
                    <a:pt x="11449" y="1"/>
                    <a:pt x="11083" y="41"/>
                    <a:pt x="10677" y="82"/>
                  </a:cubicBezTo>
                  <a:cubicBezTo>
                    <a:pt x="10312" y="123"/>
                    <a:pt x="9906" y="163"/>
                    <a:pt x="9541" y="244"/>
                  </a:cubicBezTo>
                  <a:cubicBezTo>
                    <a:pt x="9175" y="326"/>
                    <a:pt x="8769" y="407"/>
                    <a:pt x="8404" y="529"/>
                  </a:cubicBezTo>
                  <a:cubicBezTo>
                    <a:pt x="8039" y="650"/>
                    <a:pt x="7673" y="772"/>
                    <a:pt x="7308" y="935"/>
                  </a:cubicBezTo>
                  <a:cubicBezTo>
                    <a:pt x="6942" y="1056"/>
                    <a:pt x="6618" y="1219"/>
                    <a:pt x="6252" y="1422"/>
                  </a:cubicBezTo>
                  <a:cubicBezTo>
                    <a:pt x="5928" y="1584"/>
                    <a:pt x="5603" y="1787"/>
                    <a:pt x="5278" y="2031"/>
                  </a:cubicBezTo>
                  <a:cubicBezTo>
                    <a:pt x="4953" y="2234"/>
                    <a:pt x="4628" y="2477"/>
                    <a:pt x="4344" y="2721"/>
                  </a:cubicBezTo>
                  <a:cubicBezTo>
                    <a:pt x="4060" y="2964"/>
                    <a:pt x="3735" y="3208"/>
                    <a:pt x="3492" y="3492"/>
                  </a:cubicBezTo>
                  <a:cubicBezTo>
                    <a:pt x="3208" y="3776"/>
                    <a:pt x="2964" y="4060"/>
                    <a:pt x="2680" y="4345"/>
                  </a:cubicBezTo>
                  <a:cubicBezTo>
                    <a:pt x="2436" y="4669"/>
                    <a:pt x="2233" y="4953"/>
                    <a:pt x="1990" y="5278"/>
                  </a:cubicBezTo>
                  <a:cubicBezTo>
                    <a:pt x="1787" y="5603"/>
                    <a:pt x="1584" y="5928"/>
                    <a:pt x="1421" y="6293"/>
                  </a:cubicBezTo>
                  <a:cubicBezTo>
                    <a:pt x="1218" y="6618"/>
                    <a:pt x="1056" y="6983"/>
                    <a:pt x="894" y="7349"/>
                  </a:cubicBezTo>
                  <a:cubicBezTo>
                    <a:pt x="772" y="7673"/>
                    <a:pt x="610" y="8039"/>
                    <a:pt x="528" y="8445"/>
                  </a:cubicBezTo>
                  <a:cubicBezTo>
                    <a:pt x="407" y="8810"/>
                    <a:pt x="325" y="9175"/>
                    <a:pt x="244" y="9541"/>
                  </a:cubicBezTo>
                  <a:cubicBezTo>
                    <a:pt x="163" y="9947"/>
                    <a:pt x="82" y="10312"/>
                    <a:pt x="82" y="10718"/>
                  </a:cubicBezTo>
                  <a:cubicBezTo>
                    <a:pt x="41" y="11083"/>
                    <a:pt x="1" y="11489"/>
                    <a:pt x="1" y="11855"/>
                  </a:cubicBezTo>
                  <a:cubicBezTo>
                    <a:pt x="1" y="12261"/>
                    <a:pt x="41" y="12626"/>
                    <a:pt x="82" y="13032"/>
                  </a:cubicBezTo>
                  <a:cubicBezTo>
                    <a:pt x="82" y="13397"/>
                    <a:pt x="163" y="13803"/>
                    <a:pt x="244" y="14169"/>
                  </a:cubicBezTo>
                  <a:cubicBezTo>
                    <a:pt x="325" y="14534"/>
                    <a:pt x="407" y="14940"/>
                    <a:pt x="528" y="15305"/>
                  </a:cubicBezTo>
                  <a:cubicBezTo>
                    <a:pt x="650" y="15671"/>
                    <a:pt x="772" y="16036"/>
                    <a:pt x="894" y="16401"/>
                  </a:cubicBezTo>
                  <a:cubicBezTo>
                    <a:pt x="1056" y="16767"/>
                    <a:pt x="1218" y="17091"/>
                    <a:pt x="1421" y="17457"/>
                  </a:cubicBezTo>
                  <a:cubicBezTo>
                    <a:pt x="1584" y="17782"/>
                    <a:pt x="1787" y="18106"/>
                    <a:pt x="1990" y="18431"/>
                  </a:cubicBezTo>
                  <a:cubicBezTo>
                    <a:pt x="2233" y="18756"/>
                    <a:pt x="2436" y="19081"/>
                    <a:pt x="2680" y="19365"/>
                  </a:cubicBezTo>
                  <a:cubicBezTo>
                    <a:pt x="2923" y="19690"/>
                    <a:pt x="3208" y="19974"/>
                    <a:pt x="3492" y="20258"/>
                  </a:cubicBezTo>
                  <a:cubicBezTo>
                    <a:pt x="3735" y="20501"/>
                    <a:pt x="4060" y="20786"/>
                    <a:pt x="4344" y="21029"/>
                  </a:cubicBezTo>
                  <a:cubicBezTo>
                    <a:pt x="4628" y="21273"/>
                    <a:pt x="4953" y="21516"/>
                    <a:pt x="5278" y="21719"/>
                  </a:cubicBezTo>
                  <a:cubicBezTo>
                    <a:pt x="5603" y="21922"/>
                    <a:pt x="5928" y="22125"/>
                    <a:pt x="6252" y="22328"/>
                  </a:cubicBezTo>
                  <a:cubicBezTo>
                    <a:pt x="6618" y="22491"/>
                    <a:pt x="6942" y="22653"/>
                    <a:pt x="7308" y="22815"/>
                  </a:cubicBezTo>
                  <a:cubicBezTo>
                    <a:pt x="7673" y="22937"/>
                    <a:pt x="8039" y="23100"/>
                    <a:pt x="8404" y="23181"/>
                  </a:cubicBezTo>
                  <a:cubicBezTo>
                    <a:pt x="8769" y="23303"/>
                    <a:pt x="9175" y="23424"/>
                    <a:pt x="9541" y="23465"/>
                  </a:cubicBezTo>
                  <a:cubicBezTo>
                    <a:pt x="9906" y="23546"/>
                    <a:pt x="10312" y="23627"/>
                    <a:pt x="10677" y="23668"/>
                  </a:cubicBezTo>
                  <a:cubicBezTo>
                    <a:pt x="11083" y="23708"/>
                    <a:pt x="11449" y="23708"/>
                    <a:pt x="11854" y="23708"/>
                  </a:cubicBezTo>
                  <a:lnTo>
                    <a:pt x="72260" y="23708"/>
                  </a:lnTo>
                  <a:cubicBezTo>
                    <a:pt x="72666" y="23708"/>
                    <a:pt x="73032" y="23708"/>
                    <a:pt x="73437" y="23668"/>
                  </a:cubicBezTo>
                  <a:cubicBezTo>
                    <a:pt x="73803" y="23627"/>
                    <a:pt x="74209" y="23546"/>
                    <a:pt x="74574" y="23465"/>
                  </a:cubicBezTo>
                  <a:cubicBezTo>
                    <a:pt x="74939" y="23424"/>
                    <a:pt x="75345" y="23303"/>
                    <a:pt x="75711" y="23181"/>
                  </a:cubicBezTo>
                  <a:cubicBezTo>
                    <a:pt x="76076" y="23100"/>
                    <a:pt x="76442" y="22937"/>
                    <a:pt x="76807" y="22815"/>
                  </a:cubicBezTo>
                  <a:cubicBezTo>
                    <a:pt x="77172" y="22653"/>
                    <a:pt x="77497" y="22491"/>
                    <a:pt x="77862" y="22328"/>
                  </a:cubicBezTo>
                  <a:cubicBezTo>
                    <a:pt x="78187" y="22125"/>
                    <a:pt x="78512" y="21922"/>
                    <a:pt x="78837" y="21719"/>
                  </a:cubicBezTo>
                  <a:cubicBezTo>
                    <a:pt x="79161" y="21516"/>
                    <a:pt x="79486" y="21273"/>
                    <a:pt x="79770" y="21029"/>
                  </a:cubicBezTo>
                  <a:cubicBezTo>
                    <a:pt x="80095" y="20786"/>
                    <a:pt x="80379" y="20501"/>
                    <a:pt x="80623" y="20258"/>
                  </a:cubicBezTo>
                  <a:cubicBezTo>
                    <a:pt x="80907" y="19974"/>
                    <a:pt x="81191" y="19690"/>
                    <a:pt x="81435" y="19365"/>
                  </a:cubicBezTo>
                  <a:cubicBezTo>
                    <a:pt x="81678" y="19081"/>
                    <a:pt x="81881" y="18756"/>
                    <a:pt x="82125" y="18431"/>
                  </a:cubicBezTo>
                  <a:cubicBezTo>
                    <a:pt x="82328" y="18106"/>
                    <a:pt x="82531" y="17782"/>
                    <a:pt x="82693" y="17457"/>
                  </a:cubicBezTo>
                  <a:cubicBezTo>
                    <a:pt x="82896" y="17091"/>
                    <a:pt x="83059" y="16767"/>
                    <a:pt x="83221" y="16401"/>
                  </a:cubicBezTo>
                  <a:cubicBezTo>
                    <a:pt x="83343" y="16036"/>
                    <a:pt x="83505" y="15671"/>
                    <a:pt x="83586" y="15305"/>
                  </a:cubicBezTo>
                  <a:cubicBezTo>
                    <a:pt x="83708" y="14940"/>
                    <a:pt x="83789" y="14575"/>
                    <a:pt x="83870" y="14169"/>
                  </a:cubicBezTo>
                  <a:cubicBezTo>
                    <a:pt x="83952" y="13803"/>
                    <a:pt x="84033" y="13397"/>
                    <a:pt x="84073" y="13032"/>
                  </a:cubicBezTo>
                  <a:cubicBezTo>
                    <a:pt x="84114" y="12626"/>
                    <a:pt x="84114" y="12261"/>
                    <a:pt x="84114" y="11855"/>
                  </a:cubicBezTo>
                  <a:cubicBezTo>
                    <a:pt x="84114" y="11489"/>
                    <a:pt x="84073" y="11083"/>
                    <a:pt x="84073" y="10718"/>
                  </a:cubicBezTo>
                  <a:cubicBezTo>
                    <a:pt x="84033" y="10312"/>
                    <a:pt x="83952" y="9947"/>
                    <a:pt x="83870" y="9541"/>
                  </a:cubicBezTo>
                  <a:cubicBezTo>
                    <a:pt x="83789" y="9175"/>
                    <a:pt x="83708" y="8810"/>
                    <a:pt x="83586" y="8445"/>
                  </a:cubicBezTo>
                  <a:cubicBezTo>
                    <a:pt x="83505" y="8039"/>
                    <a:pt x="83343" y="7673"/>
                    <a:pt x="83221" y="7349"/>
                  </a:cubicBezTo>
                  <a:cubicBezTo>
                    <a:pt x="83059" y="6983"/>
                    <a:pt x="82896" y="6618"/>
                    <a:pt x="82693" y="6293"/>
                  </a:cubicBezTo>
                  <a:cubicBezTo>
                    <a:pt x="82531" y="5928"/>
                    <a:pt x="82328" y="5603"/>
                    <a:pt x="82125" y="5278"/>
                  </a:cubicBezTo>
                  <a:cubicBezTo>
                    <a:pt x="81881" y="4953"/>
                    <a:pt x="81678" y="4669"/>
                    <a:pt x="81435" y="4345"/>
                  </a:cubicBezTo>
                  <a:cubicBezTo>
                    <a:pt x="81191" y="4060"/>
                    <a:pt x="80907" y="3776"/>
                    <a:pt x="80623" y="3492"/>
                  </a:cubicBezTo>
                  <a:cubicBezTo>
                    <a:pt x="80379" y="3208"/>
                    <a:pt x="80095" y="2964"/>
                    <a:pt x="79770" y="2721"/>
                  </a:cubicBezTo>
                  <a:cubicBezTo>
                    <a:pt x="79486" y="2477"/>
                    <a:pt x="79161" y="2234"/>
                    <a:pt x="78837" y="2031"/>
                  </a:cubicBezTo>
                  <a:cubicBezTo>
                    <a:pt x="78512" y="1787"/>
                    <a:pt x="78187" y="1584"/>
                    <a:pt x="77862" y="1422"/>
                  </a:cubicBezTo>
                  <a:cubicBezTo>
                    <a:pt x="77497" y="1219"/>
                    <a:pt x="77172" y="1056"/>
                    <a:pt x="76807" y="935"/>
                  </a:cubicBezTo>
                  <a:cubicBezTo>
                    <a:pt x="76442" y="772"/>
                    <a:pt x="76076" y="650"/>
                    <a:pt x="75711" y="529"/>
                  </a:cubicBezTo>
                  <a:cubicBezTo>
                    <a:pt x="75345" y="407"/>
                    <a:pt x="74939" y="326"/>
                    <a:pt x="74574" y="244"/>
                  </a:cubicBezTo>
                  <a:cubicBezTo>
                    <a:pt x="74209" y="163"/>
                    <a:pt x="73803" y="123"/>
                    <a:pt x="73437" y="82"/>
                  </a:cubicBezTo>
                  <a:cubicBezTo>
                    <a:pt x="73032" y="41"/>
                    <a:pt x="72666" y="1"/>
                    <a:pt x="72260" y="1"/>
                  </a:cubicBezTo>
                  <a:close/>
                </a:path>
              </a:pathLst>
            </a:custGeom>
            <a:solidFill>
              <a:srgbClr val="FFFFFF"/>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8"/>
            <p:cNvSpPr/>
            <p:nvPr/>
          </p:nvSpPr>
          <p:spPr>
            <a:xfrm>
              <a:off x="3532150" y="3399555"/>
              <a:ext cx="389223" cy="390079"/>
            </a:xfrm>
            <a:custGeom>
              <a:avLst/>
              <a:gdLst/>
              <a:ahLst/>
              <a:cxnLst/>
              <a:rect l="l" t="t" r="r" b="b"/>
              <a:pathLst>
                <a:path w="18188" h="18228" extrusionOk="0">
                  <a:moveTo>
                    <a:pt x="9094" y="0"/>
                  </a:moveTo>
                  <a:cubicBezTo>
                    <a:pt x="8810" y="0"/>
                    <a:pt x="8485" y="41"/>
                    <a:pt x="8201" y="81"/>
                  </a:cubicBezTo>
                  <a:cubicBezTo>
                    <a:pt x="7917" y="81"/>
                    <a:pt x="7592" y="122"/>
                    <a:pt x="7308" y="203"/>
                  </a:cubicBezTo>
                  <a:cubicBezTo>
                    <a:pt x="7024" y="244"/>
                    <a:pt x="6740" y="325"/>
                    <a:pt x="6455" y="406"/>
                  </a:cubicBezTo>
                  <a:cubicBezTo>
                    <a:pt x="6171" y="487"/>
                    <a:pt x="5887" y="609"/>
                    <a:pt x="5603" y="731"/>
                  </a:cubicBezTo>
                  <a:cubicBezTo>
                    <a:pt x="5319" y="812"/>
                    <a:pt x="5075" y="974"/>
                    <a:pt x="4791" y="1096"/>
                  </a:cubicBezTo>
                  <a:cubicBezTo>
                    <a:pt x="4548" y="1259"/>
                    <a:pt x="4263" y="1380"/>
                    <a:pt x="4020" y="1543"/>
                  </a:cubicBezTo>
                  <a:cubicBezTo>
                    <a:pt x="3776" y="1705"/>
                    <a:pt x="3533" y="1908"/>
                    <a:pt x="3330" y="2111"/>
                  </a:cubicBezTo>
                  <a:cubicBezTo>
                    <a:pt x="3086" y="2273"/>
                    <a:pt x="2883" y="2476"/>
                    <a:pt x="2640" y="2679"/>
                  </a:cubicBezTo>
                  <a:cubicBezTo>
                    <a:pt x="2437" y="2923"/>
                    <a:pt x="2234" y="3126"/>
                    <a:pt x="2071" y="3369"/>
                  </a:cubicBezTo>
                  <a:cubicBezTo>
                    <a:pt x="1868" y="3572"/>
                    <a:pt x="1706" y="3816"/>
                    <a:pt x="1503" y="4060"/>
                  </a:cubicBezTo>
                  <a:cubicBezTo>
                    <a:pt x="1340" y="4303"/>
                    <a:pt x="1178" y="4587"/>
                    <a:pt x="1056" y="4831"/>
                  </a:cubicBezTo>
                  <a:cubicBezTo>
                    <a:pt x="935" y="5115"/>
                    <a:pt x="772" y="5359"/>
                    <a:pt x="691" y="5643"/>
                  </a:cubicBezTo>
                  <a:cubicBezTo>
                    <a:pt x="569" y="5927"/>
                    <a:pt x="447" y="6211"/>
                    <a:pt x="366" y="6495"/>
                  </a:cubicBezTo>
                  <a:cubicBezTo>
                    <a:pt x="285" y="6779"/>
                    <a:pt x="204" y="7064"/>
                    <a:pt x="163" y="7348"/>
                  </a:cubicBezTo>
                  <a:cubicBezTo>
                    <a:pt x="82" y="7632"/>
                    <a:pt x="41" y="7957"/>
                    <a:pt x="41" y="8241"/>
                  </a:cubicBezTo>
                  <a:cubicBezTo>
                    <a:pt x="1" y="8525"/>
                    <a:pt x="1" y="8850"/>
                    <a:pt x="1" y="9134"/>
                  </a:cubicBezTo>
                  <a:cubicBezTo>
                    <a:pt x="1" y="9418"/>
                    <a:pt x="1" y="9743"/>
                    <a:pt x="41" y="10027"/>
                  </a:cubicBezTo>
                  <a:cubicBezTo>
                    <a:pt x="41" y="10311"/>
                    <a:pt x="123" y="10595"/>
                    <a:pt x="163" y="10920"/>
                  </a:cubicBezTo>
                  <a:cubicBezTo>
                    <a:pt x="204" y="11204"/>
                    <a:pt x="285" y="11488"/>
                    <a:pt x="366" y="11773"/>
                  </a:cubicBezTo>
                  <a:cubicBezTo>
                    <a:pt x="447" y="12057"/>
                    <a:pt x="569" y="12341"/>
                    <a:pt x="691" y="12625"/>
                  </a:cubicBezTo>
                  <a:cubicBezTo>
                    <a:pt x="772" y="12869"/>
                    <a:pt x="935" y="13153"/>
                    <a:pt x="1056" y="13437"/>
                  </a:cubicBezTo>
                  <a:cubicBezTo>
                    <a:pt x="1219" y="13681"/>
                    <a:pt x="1340" y="13924"/>
                    <a:pt x="1503" y="14168"/>
                  </a:cubicBezTo>
                  <a:cubicBezTo>
                    <a:pt x="1706" y="14452"/>
                    <a:pt x="1868" y="14696"/>
                    <a:pt x="2071" y="14898"/>
                  </a:cubicBezTo>
                  <a:cubicBezTo>
                    <a:pt x="2234" y="15142"/>
                    <a:pt x="2437" y="15345"/>
                    <a:pt x="2640" y="15589"/>
                  </a:cubicBezTo>
                  <a:cubicBezTo>
                    <a:pt x="2883" y="15792"/>
                    <a:pt x="3086" y="15995"/>
                    <a:pt x="3330" y="16157"/>
                  </a:cubicBezTo>
                  <a:cubicBezTo>
                    <a:pt x="3533" y="16360"/>
                    <a:pt x="3776" y="16522"/>
                    <a:pt x="4020" y="16685"/>
                  </a:cubicBezTo>
                  <a:cubicBezTo>
                    <a:pt x="4263" y="16888"/>
                    <a:pt x="4548" y="17009"/>
                    <a:pt x="4791" y="17172"/>
                  </a:cubicBezTo>
                  <a:cubicBezTo>
                    <a:pt x="5075" y="17294"/>
                    <a:pt x="5319" y="17415"/>
                    <a:pt x="5603" y="17537"/>
                  </a:cubicBezTo>
                  <a:cubicBezTo>
                    <a:pt x="5887" y="17659"/>
                    <a:pt x="6171" y="17740"/>
                    <a:pt x="6455" y="17862"/>
                  </a:cubicBezTo>
                  <a:cubicBezTo>
                    <a:pt x="6740" y="17943"/>
                    <a:pt x="7024" y="18024"/>
                    <a:pt x="7308" y="18065"/>
                  </a:cubicBezTo>
                  <a:cubicBezTo>
                    <a:pt x="7592" y="18106"/>
                    <a:pt x="7917" y="18146"/>
                    <a:pt x="8201" y="18187"/>
                  </a:cubicBezTo>
                  <a:cubicBezTo>
                    <a:pt x="8485" y="18227"/>
                    <a:pt x="8810" y="18227"/>
                    <a:pt x="9094" y="18227"/>
                  </a:cubicBezTo>
                  <a:cubicBezTo>
                    <a:pt x="9378" y="18227"/>
                    <a:pt x="9703" y="18227"/>
                    <a:pt x="9987" y="18187"/>
                  </a:cubicBezTo>
                  <a:cubicBezTo>
                    <a:pt x="10271" y="18146"/>
                    <a:pt x="10556" y="18106"/>
                    <a:pt x="10880" y="18065"/>
                  </a:cubicBezTo>
                  <a:cubicBezTo>
                    <a:pt x="11165" y="17984"/>
                    <a:pt x="11449" y="17943"/>
                    <a:pt x="11733" y="17862"/>
                  </a:cubicBezTo>
                  <a:cubicBezTo>
                    <a:pt x="12017" y="17740"/>
                    <a:pt x="12301" y="17659"/>
                    <a:pt x="12585" y="17537"/>
                  </a:cubicBezTo>
                  <a:cubicBezTo>
                    <a:pt x="12870" y="17415"/>
                    <a:pt x="13113" y="17294"/>
                    <a:pt x="13397" y="17172"/>
                  </a:cubicBezTo>
                  <a:cubicBezTo>
                    <a:pt x="13641" y="17009"/>
                    <a:pt x="13884" y="16888"/>
                    <a:pt x="14169" y="16685"/>
                  </a:cubicBezTo>
                  <a:cubicBezTo>
                    <a:pt x="14412" y="16522"/>
                    <a:pt x="14615" y="16360"/>
                    <a:pt x="14859" y="16157"/>
                  </a:cubicBezTo>
                  <a:cubicBezTo>
                    <a:pt x="15102" y="15995"/>
                    <a:pt x="15305" y="15792"/>
                    <a:pt x="15549" y="15589"/>
                  </a:cubicBezTo>
                  <a:cubicBezTo>
                    <a:pt x="15752" y="15345"/>
                    <a:pt x="15955" y="15142"/>
                    <a:pt x="16117" y="14898"/>
                  </a:cubicBezTo>
                  <a:cubicBezTo>
                    <a:pt x="16320" y="14655"/>
                    <a:pt x="16483" y="14452"/>
                    <a:pt x="16645" y="14168"/>
                  </a:cubicBezTo>
                  <a:cubicBezTo>
                    <a:pt x="16848" y="13924"/>
                    <a:pt x="16970" y="13681"/>
                    <a:pt x="17132" y="13437"/>
                  </a:cubicBezTo>
                  <a:cubicBezTo>
                    <a:pt x="17254" y="13153"/>
                    <a:pt x="17376" y="12909"/>
                    <a:pt x="17497" y="12625"/>
                  </a:cubicBezTo>
                  <a:cubicBezTo>
                    <a:pt x="17619" y="12341"/>
                    <a:pt x="17700" y="12057"/>
                    <a:pt x="17822" y="11773"/>
                  </a:cubicBezTo>
                  <a:cubicBezTo>
                    <a:pt x="17903" y="11488"/>
                    <a:pt x="17985" y="11204"/>
                    <a:pt x="18025" y="10920"/>
                  </a:cubicBezTo>
                  <a:cubicBezTo>
                    <a:pt x="18066" y="10636"/>
                    <a:pt x="18106" y="10311"/>
                    <a:pt x="18147" y="10027"/>
                  </a:cubicBezTo>
                  <a:cubicBezTo>
                    <a:pt x="18188" y="9743"/>
                    <a:pt x="18188" y="9418"/>
                    <a:pt x="18188" y="9134"/>
                  </a:cubicBezTo>
                  <a:cubicBezTo>
                    <a:pt x="18188" y="8850"/>
                    <a:pt x="18188" y="8525"/>
                    <a:pt x="18147" y="8241"/>
                  </a:cubicBezTo>
                  <a:cubicBezTo>
                    <a:pt x="18106" y="7957"/>
                    <a:pt x="18066" y="7632"/>
                    <a:pt x="18025" y="7348"/>
                  </a:cubicBezTo>
                  <a:cubicBezTo>
                    <a:pt x="17944" y="7064"/>
                    <a:pt x="17903" y="6779"/>
                    <a:pt x="17822" y="6495"/>
                  </a:cubicBezTo>
                  <a:cubicBezTo>
                    <a:pt x="17700" y="6211"/>
                    <a:pt x="17619" y="5927"/>
                    <a:pt x="17497" y="5643"/>
                  </a:cubicBezTo>
                  <a:cubicBezTo>
                    <a:pt x="17376" y="5359"/>
                    <a:pt x="17254" y="5115"/>
                    <a:pt x="17132" y="4831"/>
                  </a:cubicBezTo>
                  <a:cubicBezTo>
                    <a:pt x="16970" y="4587"/>
                    <a:pt x="16848" y="4303"/>
                    <a:pt x="16645" y="4060"/>
                  </a:cubicBezTo>
                  <a:cubicBezTo>
                    <a:pt x="16483" y="3816"/>
                    <a:pt x="16320" y="3572"/>
                    <a:pt x="16117" y="3369"/>
                  </a:cubicBezTo>
                  <a:cubicBezTo>
                    <a:pt x="15955" y="3126"/>
                    <a:pt x="15752" y="2923"/>
                    <a:pt x="15549" y="2679"/>
                  </a:cubicBezTo>
                  <a:cubicBezTo>
                    <a:pt x="15305" y="2476"/>
                    <a:pt x="15102" y="2273"/>
                    <a:pt x="14859" y="2111"/>
                  </a:cubicBezTo>
                  <a:cubicBezTo>
                    <a:pt x="14615" y="1908"/>
                    <a:pt x="14412" y="1705"/>
                    <a:pt x="14169" y="1543"/>
                  </a:cubicBezTo>
                  <a:cubicBezTo>
                    <a:pt x="13884" y="1380"/>
                    <a:pt x="13641" y="1218"/>
                    <a:pt x="13397" y="1096"/>
                  </a:cubicBezTo>
                  <a:cubicBezTo>
                    <a:pt x="13113" y="974"/>
                    <a:pt x="12870" y="812"/>
                    <a:pt x="12585" y="731"/>
                  </a:cubicBezTo>
                  <a:cubicBezTo>
                    <a:pt x="12301" y="609"/>
                    <a:pt x="12017" y="487"/>
                    <a:pt x="11733" y="406"/>
                  </a:cubicBezTo>
                  <a:cubicBezTo>
                    <a:pt x="11449" y="325"/>
                    <a:pt x="11165" y="244"/>
                    <a:pt x="10880" y="203"/>
                  </a:cubicBezTo>
                  <a:cubicBezTo>
                    <a:pt x="10596" y="122"/>
                    <a:pt x="10271" y="81"/>
                    <a:pt x="9987" y="81"/>
                  </a:cubicBezTo>
                  <a:cubicBezTo>
                    <a:pt x="9703" y="41"/>
                    <a:pt x="9378" y="0"/>
                    <a:pt x="90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8"/>
            <p:cNvSpPr txBox="1"/>
            <p:nvPr/>
          </p:nvSpPr>
          <p:spPr>
            <a:xfrm>
              <a:off x="3516813" y="3395325"/>
              <a:ext cx="585300" cy="3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latin typeface="Fira Sans Extra Condensed Medium"/>
                  <a:ea typeface="Fira Sans Extra Condensed Medium"/>
                  <a:cs typeface="Fira Sans Extra Condensed Medium"/>
                  <a:sym typeface="Fira Sans Extra Condensed Medium"/>
                </a:rPr>
                <a:t>02</a:t>
              </a:r>
              <a:endParaRPr sz="1800" dirty="0">
                <a:solidFill>
                  <a:srgbClr val="FFFFFF"/>
                </a:solidFill>
                <a:latin typeface="Fira Sans Extra Condensed Medium"/>
                <a:ea typeface="Fira Sans Extra Condensed Medium"/>
                <a:cs typeface="Fira Sans Extra Condensed Medium"/>
                <a:sym typeface="Fira Sans Extra Condensed Medium"/>
              </a:endParaRPr>
            </a:p>
          </p:txBody>
        </p:sp>
        <p:sp>
          <p:nvSpPr>
            <p:cNvPr id="1618" name="Google Shape;1618;p28"/>
            <p:cNvSpPr txBox="1"/>
            <p:nvPr/>
          </p:nvSpPr>
          <p:spPr>
            <a:xfrm>
              <a:off x="3871000" y="3393900"/>
              <a:ext cx="958200" cy="38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PHP</a:t>
              </a:r>
              <a:endParaRPr sz="1600" b="1"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05"/>
        <p:cNvGrpSpPr/>
        <p:nvPr/>
      </p:nvGrpSpPr>
      <p:grpSpPr>
        <a:xfrm>
          <a:off x="0" y="0"/>
          <a:ext cx="0" cy="0"/>
          <a:chOff x="0" y="0"/>
          <a:chExt cx="0" cy="0"/>
        </a:xfrm>
      </p:grpSpPr>
      <p:sp>
        <p:nvSpPr>
          <p:cNvPr id="2206" name="Google Shape;2206;p34"/>
          <p:cNvSpPr txBox="1">
            <a:spLocks noGrp="1"/>
          </p:cNvSpPr>
          <p:nvPr>
            <p:ph type="title"/>
          </p:nvPr>
        </p:nvSpPr>
        <p:spPr>
          <a:xfrm>
            <a:off x="720000" y="542402"/>
            <a:ext cx="7704000" cy="5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Hardware Requirements</a:t>
            </a:r>
            <a:endParaRPr dirty="0">
              <a:latin typeface="Times New Roman" panose="02020603050405020304" pitchFamily="18" charset="0"/>
              <a:cs typeface="Times New Roman" panose="02020603050405020304" pitchFamily="18" charset="0"/>
            </a:endParaRPr>
          </a:p>
        </p:txBody>
      </p:sp>
      <p:grpSp>
        <p:nvGrpSpPr>
          <p:cNvPr id="2207" name="Google Shape;2207;p34"/>
          <p:cNvGrpSpPr/>
          <p:nvPr/>
        </p:nvGrpSpPr>
        <p:grpSpPr>
          <a:xfrm>
            <a:off x="2274122" y="1785309"/>
            <a:ext cx="4424306" cy="2370015"/>
            <a:chOff x="2647950" y="1430512"/>
            <a:chExt cx="4214427" cy="2167551"/>
          </a:xfrm>
        </p:grpSpPr>
        <p:sp>
          <p:nvSpPr>
            <p:cNvPr id="2209" name="Google Shape;2209;p34"/>
            <p:cNvSpPr/>
            <p:nvPr/>
          </p:nvSpPr>
          <p:spPr>
            <a:xfrm flipH="1">
              <a:off x="5459775" y="2662063"/>
              <a:ext cx="1152531" cy="712002"/>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4"/>
            <p:cNvSpPr/>
            <p:nvPr/>
          </p:nvSpPr>
          <p:spPr>
            <a:xfrm>
              <a:off x="3645263" y="1652813"/>
              <a:ext cx="1152531" cy="712002"/>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4"/>
            <p:cNvSpPr/>
            <p:nvPr/>
          </p:nvSpPr>
          <p:spPr>
            <a:xfrm>
              <a:off x="2647950" y="2662075"/>
              <a:ext cx="1152531" cy="712002"/>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48BFE3">
                <a:alpha val="147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2" name="Google Shape;2212;p34"/>
            <p:cNvSpPr/>
            <p:nvPr/>
          </p:nvSpPr>
          <p:spPr>
            <a:xfrm rot="10800000">
              <a:off x="4568477" y="1430512"/>
              <a:ext cx="2293900" cy="1159737"/>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3" name="Google Shape;2213;p34"/>
            <p:cNvGrpSpPr/>
            <p:nvPr/>
          </p:nvGrpSpPr>
          <p:grpSpPr>
            <a:xfrm>
              <a:off x="2756589" y="1738467"/>
              <a:ext cx="3774266" cy="1859596"/>
              <a:chOff x="5306461" y="2932675"/>
              <a:chExt cx="1317186" cy="648983"/>
            </a:xfrm>
          </p:grpSpPr>
          <p:grpSp>
            <p:nvGrpSpPr>
              <p:cNvPr id="2214" name="Google Shape;2214;p34"/>
              <p:cNvGrpSpPr/>
              <p:nvPr/>
            </p:nvGrpSpPr>
            <p:grpSpPr>
              <a:xfrm>
                <a:off x="5938695" y="3176919"/>
                <a:ext cx="684952" cy="404739"/>
                <a:chOff x="5938695" y="3176919"/>
                <a:chExt cx="684952" cy="404739"/>
              </a:xfrm>
            </p:grpSpPr>
            <p:grpSp>
              <p:nvGrpSpPr>
                <p:cNvPr id="2215" name="Google Shape;2215;p34"/>
                <p:cNvGrpSpPr/>
                <p:nvPr/>
              </p:nvGrpSpPr>
              <p:grpSpPr>
                <a:xfrm>
                  <a:off x="5938695" y="3176919"/>
                  <a:ext cx="684952" cy="404739"/>
                  <a:chOff x="5938695" y="3176919"/>
                  <a:chExt cx="684952" cy="404739"/>
                </a:xfrm>
              </p:grpSpPr>
              <p:sp>
                <p:nvSpPr>
                  <p:cNvPr id="2216" name="Google Shape;2216;p34"/>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7" name="Google Shape;2217;p34"/>
                  <p:cNvSpPr/>
                  <p:nvPr/>
                </p:nvSpPr>
                <p:spPr>
                  <a:xfrm>
                    <a:off x="6256085" y="3285807"/>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sz="1600" b="1" dirty="0">
                        <a:latin typeface="Times New Roman" panose="02020603050405020304" pitchFamily="18" charset="0"/>
                        <a:cs typeface="Times New Roman" panose="02020603050405020304" pitchFamily="18" charset="0"/>
                      </a:rPr>
                      <a:t>    </a:t>
                    </a:r>
                    <a:r>
                      <a:rPr lang="en-IN" sz="1600" b="1" dirty="0">
                        <a:solidFill>
                          <a:schemeClr val="bg1"/>
                        </a:solidFill>
                        <a:latin typeface="Times New Roman" panose="02020603050405020304" pitchFamily="18" charset="0"/>
                        <a:cs typeface="Times New Roman" panose="02020603050405020304" pitchFamily="18" charset="0"/>
                      </a:rPr>
                      <a:t>4 GB</a:t>
                    </a:r>
                    <a:endParaRPr sz="1600" b="1" dirty="0">
                      <a:solidFill>
                        <a:schemeClr val="bg1"/>
                      </a:solidFill>
                      <a:latin typeface="Times New Roman" panose="02020603050405020304" pitchFamily="18" charset="0"/>
                      <a:cs typeface="Times New Roman" panose="02020603050405020304" pitchFamily="18" charset="0"/>
                    </a:endParaRPr>
                  </a:p>
                </p:txBody>
              </p:sp>
            </p:grpSp>
            <p:sp>
              <p:nvSpPr>
                <p:cNvPr id="2218" name="Google Shape;2218;p34"/>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5E60CE">
                    <a:alpha val="1250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9" name="Google Shape;2219;p34"/>
              <p:cNvGrpSpPr/>
              <p:nvPr/>
            </p:nvGrpSpPr>
            <p:grpSpPr>
              <a:xfrm>
                <a:off x="5306461" y="3176835"/>
                <a:ext cx="684742" cy="404655"/>
                <a:chOff x="5306461" y="3176835"/>
                <a:chExt cx="684742" cy="404655"/>
              </a:xfrm>
            </p:grpSpPr>
            <p:grpSp>
              <p:nvGrpSpPr>
                <p:cNvPr id="2220" name="Google Shape;2220;p34"/>
                <p:cNvGrpSpPr/>
                <p:nvPr/>
              </p:nvGrpSpPr>
              <p:grpSpPr>
                <a:xfrm>
                  <a:off x="5306461" y="3176835"/>
                  <a:ext cx="684742" cy="404655"/>
                  <a:chOff x="5306461" y="3176835"/>
                  <a:chExt cx="684742" cy="404655"/>
                </a:xfrm>
              </p:grpSpPr>
              <p:sp>
                <p:nvSpPr>
                  <p:cNvPr id="2221" name="Google Shape;2221;p34"/>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4"/>
                  <p:cNvSpPr/>
                  <p:nvPr/>
                </p:nvSpPr>
                <p:spPr>
                  <a:xfrm>
                    <a:off x="5306461" y="3285409"/>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FFFFFF"/>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sz="1600" b="1" dirty="0">
                        <a:solidFill>
                          <a:schemeClr val="tx2"/>
                        </a:solidFill>
                        <a:latin typeface="Times New Roman" panose="02020603050405020304" pitchFamily="18" charset="0"/>
                        <a:cs typeface="Times New Roman" panose="02020603050405020304" pitchFamily="18" charset="0"/>
                      </a:rPr>
                      <a:t>   8 GB</a:t>
                    </a:r>
                    <a:endParaRPr sz="1600" b="1" dirty="0">
                      <a:solidFill>
                        <a:schemeClr val="tx2"/>
                      </a:solidFill>
                      <a:latin typeface="Times New Roman" panose="02020603050405020304" pitchFamily="18" charset="0"/>
                      <a:cs typeface="Times New Roman" panose="02020603050405020304" pitchFamily="18" charset="0"/>
                    </a:endParaRPr>
                  </a:p>
                </p:txBody>
              </p:sp>
            </p:grpSp>
            <p:sp>
              <p:nvSpPr>
                <p:cNvPr id="2223" name="Google Shape;2223;p34"/>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48BFE3">
                    <a:alpha val="14730"/>
                  </a:srgbClr>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4" name="Google Shape;2224;p34"/>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5" name="Google Shape;2225;p34"/>
              <p:cNvGrpSpPr/>
              <p:nvPr/>
            </p:nvGrpSpPr>
            <p:grpSpPr>
              <a:xfrm>
                <a:off x="5655888" y="2932675"/>
                <a:ext cx="583474" cy="191990"/>
                <a:chOff x="5655888" y="2932675"/>
                <a:chExt cx="583474" cy="191990"/>
              </a:xfrm>
            </p:grpSpPr>
            <p:sp>
              <p:nvSpPr>
                <p:cNvPr id="2226" name="Google Shape;2226;p34"/>
                <p:cNvSpPr/>
                <p:nvPr/>
              </p:nvSpPr>
              <p:spPr>
                <a:xfrm>
                  <a:off x="5655888" y="2934741"/>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FFFFFF"/>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IN" sz="1600" b="1" dirty="0">
                      <a:latin typeface="Times New Roman" panose="02020603050405020304" pitchFamily="18" charset="0"/>
                      <a:cs typeface="Times New Roman" panose="02020603050405020304" pitchFamily="18" charset="0"/>
                    </a:rPr>
                    <a:t>  </a:t>
                  </a:r>
                  <a:r>
                    <a:rPr lang="en-IN" sz="1600" b="1" dirty="0">
                      <a:solidFill>
                        <a:schemeClr val="accent6"/>
                      </a:solidFill>
                      <a:latin typeface="Times New Roman" panose="02020603050405020304" pitchFamily="18" charset="0"/>
                      <a:cs typeface="Times New Roman" panose="02020603050405020304" pitchFamily="18" charset="0"/>
                    </a:rPr>
                    <a:t>Intel i3</a:t>
                  </a:r>
                </a:p>
              </p:txBody>
            </p:sp>
            <p:sp>
              <p:nvSpPr>
                <p:cNvPr id="2227" name="Google Shape;2227;p34"/>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5E60CE">
                    <a:alpha val="12500"/>
                  </a:srgbClr>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57" name="Google Shape;2257;p34"/>
            <p:cNvSpPr txBox="1"/>
            <p:nvPr/>
          </p:nvSpPr>
          <p:spPr>
            <a:xfrm>
              <a:off x="4905375" y="1753725"/>
              <a:ext cx="523800" cy="51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rPr>
                <a:t>01</a:t>
              </a:r>
              <a:endParaRPr sz="20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58" name="Google Shape;2258;p34"/>
            <p:cNvSpPr txBox="1"/>
            <p:nvPr/>
          </p:nvSpPr>
          <p:spPr>
            <a:xfrm>
              <a:off x="4857750" y="2761425"/>
              <a:ext cx="571500" cy="51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rPr>
                <a:t>02</a:t>
              </a:r>
              <a:endParaRPr sz="20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59" name="Google Shape;2259;p34"/>
            <p:cNvSpPr txBox="1"/>
            <p:nvPr/>
          </p:nvSpPr>
          <p:spPr>
            <a:xfrm>
              <a:off x="3859575" y="2761425"/>
              <a:ext cx="571500" cy="51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rPr>
                <a:t>03</a:t>
              </a:r>
              <a:endParaRPr sz="20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sp>
        <p:nvSpPr>
          <p:cNvPr id="2262" name="Google Shape;2262;p34"/>
          <p:cNvSpPr txBox="1"/>
          <p:nvPr/>
        </p:nvSpPr>
        <p:spPr>
          <a:xfrm>
            <a:off x="6566293" y="3240538"/>
            <a:ext cx="913212" cy="542443"/>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5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rPr>
              <a:t>2. RAM</a:t>
            </a:r>
            <a:endParaRPr sz="1500" b="1" dirty="0">
              <a:solidFill>
                <a:schemeClr val="lt1"/>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68" name="Google Shape;2268;p34"/>
          <p:cNvSpPr txBox="1"/>
          <p:nvPr/>
        </p:nvSpPr>
        <p:spPr>
          <a:xfrm>
            <a:off x="1685925" y="2178970"/>
            <a:ext cx="1576085" cy="5132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rPr>
              <a:t>1. PROCESSOR</a:t>
            </a:r>
            <a:endParaRPr sz="1500" b="1"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271" name="Google Shape;2271;p34"/>
          <p:cNvSpPr txBox="1"/>
          <p:nvPr/>
        </p:nvSpPr>
        <p:spPr>
          <a:xfrm>
            <a:off x="864394" y="3262659"/>
            <a:ext cx="1377683" cy="5132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rPr>
              <a:t>3. Hard Disk</a:t>
            </a:r>
            <a:endParaRPr sz="1500" b="1" dirty="0">
              <a:solidFill>
                <a:schemeClr val="lt2"/>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52"/>
        <p:cNvGrpSpPr/>
        <p:nvPr/>
      </p:nvGrpSpPr>
      <p:grpSpPr>
        <a:xfrm>
          <a:off x="0" y="0"/>
          <a:ext cx="0" cy="0"/>
          <a:chOff x="0" y="0"/>
          <a:chExt cx="0" cy="0"/>
        </a:xfrm>
      </p:grpSpPr>
      <p:sp>
        <p:nvSpPr>
          <p:cNvPr id="2353" name="Google Shape;2353;p37"/>
          <p:cNvSpPr txBox="1">
            <a:spLocks noGrp="1"/>
          </p:cNvSpPr>
          <p:nvPr>
            <p:ph type="title"/>
          </p:nvPr>
        </p:nvSpPr>
        <p:spPr>
          <a:xfrm>
            <a:off x="643646" y="165478"/>
            <a:ext cx="7704000" cy="5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Software Requirements</a:t>
            </a:r>
            <a:endParaRPr dirty="0">
              <a:latin typeface="Times New Roman" panose="02020603050405020304" pitchFamily="18" charset="0"/>
              <a:cs typeface="Times New Roman" panose="02020603050405020304" pitchFamily="18" charset="0"/>
            </a:endParaRPr>
          </a:p>
        </p:txBody>
      </p:sp>
      <p:grpSp>
        <p:nvGrpSpPr>
          <p:cNvPr id="2354" name="Google Shape;2354;p37"/>
          <p:cNvGrpSpPr/>
          <p:nvPr/>
        </p:nvGrpSpPr>
        <p:grpSpPr>
          <a:xfrm>
            <a:off x="2506138" y="719299"/>
            <a:ext cx="2453990" cy="799501"/>
            <a:chOff x="3183354" y="1512575"/>
            <a:chExt cx="2453990" cy="799501"/>
          </a:xfrm>
        </p:grpSpPr>
        <p:sp>
          <p:nvSpPr>
            <p:cNvPr id="2355" name="Google Shape;2355;p37"/>
            <p:cNvSpPr/>
            <p:nvPr/>
          </p:nvSpPr>
          <p:spPr>
            <a:xfrm>
              <a:off x="3223683" y="1563211"/>
              <a:ext cx="2376213" cy="738938"/>
            </a:xfrm>
            <a:custGeom>
              <a:avLst/>
              <a:gdLst/>
              <a:ahLst/>
              <a:cxnLst/>
              <a:rect l="l" t="t" r="r" b="b"/>
              <a:pathLst>
                <a:path w="105586" h="35054" extrusionOk="0">
                  <a:moveTo>
                    <a:pt x="26780" y="1"/>
                  </a:moveTo>
                  <a:cubicBezTo>
                    <a:pt x="20570" y="1"/>
                    <a:pt x="14436" y="600"/>
                    <a:pt x="8788" y="3043"/>
                  </a:cubicBezTo>
                  <a:cubicBezTo>
                    <a:pt x="6698" y="3939"/>
                    <a:pt x="4693" y="5090"/>
                    <a:pt x="3243" y="6839"/>
                  </a:cubicBezTo>
                  <a:cubicBezTo>
                    <a:pt x="0" y="10722"/>
                    <a:pt x="299" y="16396"/>
                    <a:pt x="1110" y="21387"/>
                  </a:cubicBezTo>
                  <a:cubicBezTo>
                    <a:pt x="1536" y="23904"/>
                    <a:pt x="2048" y="26506"/>
                    <a:pt x="3584" y="28554"/>
                  </a:cubicBezTo>
                  <a:cubicBezTo>
                    <a:pt x="6613" y="32692"/>
                    <a:pt x="12372" y="33332"/>
                    <a:pt x="17491" y="33588"/>
                  </a:cubicBezTo>
                  <a:cubicBezTo>
                    <a:pt x="30754" y="34321"/>
                    <a:pt x="44077" y="35054"/>
                    <a:pt x="57370" y="35054"/>
                  </a:cubicBezTo>
                  <a:cubicBezTo>
                    <a:pt x="68835" y="35054"/>
                    <a:pt x="80276" y="34509"/>
                    <a:pt x="91636" y="32948"/>
                  </a:cubicBezTo>
                  <a:cubicBezTo>
                    <a:pt x="96883" y="32223"/>
                    <a:pt x="103026" y="30559"/>
                    <a:pt x="104860" y="25525"/>
                  </a:cubicBezTo>
                  <a:cubicBezTo>
                    <a:pt x="105586" y="23477"/>
                    <a:pt x="105415" y="21259"/>
                    <a:pt x="105202" y="19083"/>
                  </a:cubicBezTo>
                  <a:cubicBezTo>
                    <a:pt x="105116" y="17889"/>
                    <a:pt x="104988" y="16651"/>
                    <a:pt x="104306" y="15670"/>
                  </a:cubicBezTo>
                  <a:cubicBezTo>
                    <a:pt x="103197" y="14049"/>
                    <a:pt x="100936" y="13708"/>
                    <a:pt x="98973" y="13580"/>
                  </a:cubicBezTo>
                  <a:cubicBezTo>
                    <a:pt x="93086" y="13196"/>
                    <a:pt x="87071" y="12385"/>
                    <a:pt x="81696" y="9740"/>
                  </a:cubicBezTo>
                  <a:cubicBezTo>
                    <a:pt x="81056" y="9484"/>
                    <a:pt x="80501" y="9101"/>
                    <a:pt x="80075" y="8546"/>
                  </a:cubicBezTo>
                  <a:cubicBezTo>
                    <a:pt x="79435" y="7650"/>
                    <a:pt x="79520" y="6370"/>
                    <a:pt x="79179" y="5304"/>
                  </a:cubicBezTo>
                  <a:cubicBezTo>
                    <a:pt x="78624" y="3811"/>
                    <a:pt x="77472" y="2659"/>
                    <a:pt x="76022" y="2061"/>
                  </a:cubicBezTo>
                  <a:cubicBezTo>
                    <a:pt x="74571" y="1507"/>
                    <a:pt x="73036" y="1166"/>
                    <a:pt x="71500" y="1080"/>
                  </a:cubicBezTo>
                  <a:cubicBezTo>
                    <a:pt x="66634" y="571"/>
                    <a:pt x="61752" y="462"/>
                    <a:pt x="56868" y="462"/>
                  </a:cubicBezTo>
                  <a:cubicBezTo>
                    <a:pt x="53210" y="462"/>
                    <a:pt x="49551" y="523"/>
                    <a:pt x="45898" y="523"/>
                  </a:cubicBezTo>
                  <a:cubicBezTo>
                    <a:pt x="43394" y="523"/>
                    <a:pt x="40892" y="494"/>
                    <a:pt x="38395" y="398"/>
                  </a:cubicBezTo>
                  <a:cubicBezTo>
                    <a:pt x="34560" y="234"/>
                    <a:pt x="30655" y="1"/>
                    <a:pt x="26780" y="1"/>
                  </a:cubicBezTo>
                  <a:close/>
                </a:path>
              </a:pathLst>
            </a:custGeom>
            <a:solidFill>
              <a:srgbClr val="5E60CE">
                <a:alpha val="7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6" name="Google Shape;2356;p37"/>
            <p:cNvSpPr/>
            <p:nvPr/>
          </p:nvSpPr>
          <p:spPr>
            <a:xfrm>
              <a:off x="3183354" y="1512575"/>
              <a:ext cx="2453990" cy="799501"/>
            </a:xfrm>
            <a:custGeom>
              <a:avLst/>
              <a:gdLst/>
              <a:ahLst/>
              <a:cxnLst/>
              <a:rect l="l" t="t" r="r" b="b"/>
              <a:pathLst>
                <a:path w="109042" h="37927" extrusionOk="0">
                  <a:moveTo>
                    <a:pt x="63261" y="1030"/>
                  </a:moveTo>
                  <a:cubicBezTo>
                    <a:pt x="70271" y="1030"/>
                    <a:pt x="77276" y="1131"/>
                    <a:pt x="84256" y="1648"/>
                  </a:cubicBezTo>
                  <a:cubicBezTo>
                    <a:pt x="88820" y="1989"/>
                    <a:pt x="93385" y="2501"/>
                    <a:pt x="97950" y="3098"/>
                  </a:cubicBezTo>
                  <a:cubicBezTo>
                    <a:pt x="99102" y="3226"/>
                    <a:pt x="100211" y="3354"/>
                    <a:pt x="101363" y="3525"/>
                  </a:cubicBezTo>
                  <a:cubicBezTo>
                    <a:pt x="102216" y="3653"/>
                    <a:pt x="103069" y="3866"/>
                    <a:pt x="103880" y="4165"/>
                  </a:cubicBezTo>
                  <a:cubicBezTo>
                    <a:pt x="105799" y="5018"/>
                    <a:pt x="106141" y="6980"/>
                    <a:pt x="106524" y="8900"/>
                  </a:cubicBezTo>
                  <a:cubicBezTo>
                    <a:pt x="107335" y="13337"/>
                    <a:pt x="107804" y="17859"/>
                    <a:pt x="107847" y="22381"/>
                  </a:cubicBezTo>
                  <a:cubicBezTo>
                    <a:pt x="107847" y="24642"/>
                    <a:pt x="107804" y="26903"/>
                    <a:pt x="107676" y="29164"/>
                  </a:cubicBezTo>
                  <a:cubicBezTo>
                    <a:pt x="107548" y="30913"/>
                    <a:pt x="107506" y="33004"/>
                    <a:pt x="106439" y="34497"/>
                  </a:cubicBezTo>
                  <a:cubicBezTo>
                    <a:pt x="105330" y="35947"/>
                    <a:pt x="103240" y="36118"/>
                    <a:pt x="101533" y="36160"/>
                  </a:cubicBezTo>
                  <a:cubicBezTo>
                    <a:pt x="101290" y="36160"/>
                    <a:pt x="101133" y="36296"/>
                    <a:pt x="101063" y="36469"/>
                  </a:cubicBezTo>
                  <a:lnTo>
                    <a:pt x="101063" y="36469"/>
                  </a:lnTo>
                  <a:cubicBezTo>
                    <a:pt x="91947" y="36679"/>
                    <a:pt x="82791" y="36888"/>
                    <a:pt x="73676" y="37014"/>
                  </a:cubicBezTo>
                  <a:cubicBezTo>
                    <a:pt x="68556" y="37084"/>
                    <a:pt x="63449" y="37116"/>
                    <a:pt x="58341" y="37116"/>
                  </a:cubicBezTo>
                  <a:cubicBezTo>
                    <a:pt x="54170" y="37116"/>
                    <a:pt x="49999" y="37095"/>
                    <a:pt x="45818" y="37056"/>
                  </a:cubicBezTo>
                  <a:cubicBezTo>
                    <a:pt x="36561" y="36928"/>
                    <a:pt x="27389" y="36758"/>
                    <a:pt x="18131" y="36502"/>
                  </a:cubicBezTo>
                  <a:cubicBezTo>
                    <a:pt x="16484" y="36467"/>
                    <a:pt x="14808" y="36350"/>
                    <a:pt x="13127" y="36350"/>
                  </a:cubicBezTo>
                  <a:cubicBezTo>
                    <a:pt x="12719" y="36350"/>
                    <a:pt x="12311" y="36357"/>
                    <a:pt x="11903" y="36374"/>
                  </a:cubicBezTo>
                  <a:cubicBezTo>
                    <a:pt x="10591" y="36470"/>
                    <a:pt x="9279" y="36518"/>
                    <a:pt x="7967" y="36518"/>
                  </a:cubicBezTo>
                  <a:cubicBezTo>
                    <a:pt x="7530" y="36518"/>
                    <a:pt x="7093" y="36512"/>
                    <a:pt x="6656" y="36502"/>
                  </a:cubicBezTo>
                  <a:cubicBezTo>
                    <a:pt x="5077" y="36331"/>
                    <a:pt x="3456" y="35819"/>
                    <a:pt x="2475" y="34411"/>
                  </a:cubicBezTo>
                  <a:cubicBezTo>
                    <a:pt x="1536" y="33046"/>
                    <a:pt x="1280" y="31382"/>
                    <a:pt x="1195" y="29804"/>
                  </a:cubicBezTo>
                  <a:cubicBezTo>
                    <a:pt x="1024" y="27714"/>
                    <a:pt x="1067" y="25623"/>
                    <a:pt x="1067" y="23533"/>
                  </a:cubicBezTo>
                  <a:cubicBezTo>
                    <a:pt x="1110" y="21229"/>
                    <a:pt x="1195" y="18926"/>
                    <a:pt x="1323" y="16622"/>
                  </a:cubicBezTo>
                  <a:cubicBezTo>
                    <a:pt x="1494" y="14361"/>
                    <a:pt x="1707" y="12100"/>
                    <a:pt x="1963" y="9881"/>
                  </a:cubicBezTo>
                  <a:cubicBezTo>
                    <a:pt x="2176" y="8047"/>
                    <a:pt x="2347" y="5829"/>
                    <a:pt x="3925" y="4549"/>
                  </a:cubicBezTo>
                  <a:cubicBezTo>
                    <a:pt x="5376" y="3397"/>
                    <a:pt x="7552" y="2970"/>
                    <a:pt x="9343" y="2672"/>
                  </a:cubicBezTo>
                  <a:cubicBezTo>
                    <a:pt x="11434" y="2330"/>
                    <a:pt x="13567" y="2160"/>
                    <a:pt x="15700" y="2117"/>
                  </a:cubicBezTo>
                  <a:cubicBezTo>
                    <a:pt x="20051" y="2032"/>
                    <a:pt x="24360" y="1861"/>
                    <a:pt x="28711" y="1691"/>
                  </a:cubicBezTo>
                  <a:cubicBezTo>
                    <a:pt x="37969" y="1307"/>
                    <a:pt x="47269" y="1093"/>
                    <a:pt x="56526" y="1051"/>
                  </a:cubicBezTo>
                  <a:cubicBezTo>
                    <a:pt x="58771" y="1040"/>
                    <a:pt x="61017" y="1030"/>
                    <a:pt x="63261" y="1030"/>
                  </a:cubicBezTo>
                  <a:close/>
                  <a:moveTo>
                    <a:pt x="59563" y="1"/>
                  </a:moveTo>
                  <a:cubicBezTo>
                    <a:pt x="51924" y="1"/>
                    <a:pt x="44285" y="130"/>
                    <a:pt x="36646" y="368"/>
                  </a:cubicBezTo>
                  <a:cubicBezTo>
                    <a:pt x="31826" y="496"/>
                    <a:pt x="27005" y="667"/>
                    <a:pt x="22184" y="880"/>
                  </a:cubicBezTo>
                  <a:cubicBezTo>
                    <a:pt x="17961" y="1093"/>
                    <a:pt x="13652" y="880"/>
                    <a:pt x="9471" y="1563"/>
                  </a:cubicBezTo>
                  <a:cubicBezTo>
                    <a:pt x="7552" y="1861"/>
                    <a:pt x="5376" y="2288"/>
                    <a:pt x="3712" y="3397"/>
                  </a:cubicBezTo>
                  <a:cubicBezTo>
                    <a:pt x="2048" y="4463"/>
                    <a:pt x="1451" y="6255"/>
                    <a:pt x="1152" y="8090"/>
                  </a:cubicBezTo>
                  <a:cubicBezTo>
                    <a:pt x="470" y="12697"/>
                    <a:pt x="129" y="17347"/>
                    <a:pt x="86" y="21997"/>
                  </a:cubicBezTo>
                  <a:cubicBezTo>
                    <a:pt x="43" y="24301"/>
                    <a:pt x="1" y="26604"/>
                    <a:pt x="129" y="28908"/>
                  </a:cubicBezTo>
                  <a:cubicBezTo>
                    <a:pt x="129" y="30572"/>
                    <a:pt x="427" y="32236"/>
                    <a:pt x="1024" y="33814"/>
                  </a:cubicBezTo>
                  <a:cubicBezTo>
                    <a:pt x="1664" y="35307"/>
                    <a:pt x="2902" y="36502"/>
                    <a:pt x="4437" y="37014"/>
                  </a:cubicBezTo>
                  <a:cubicBezTo>
                    <a:pt x="5564" y="37389"/>
                    <a:pt x="6789" y="37491"/>
                    <a:pt x="7992" y="37491"/>
                  </a:cubicBezTo>
                  <a:cubicBezTo>
                    <a:pt x="8565" y="37491"/>
                    <a:pt x="9134" y="37468"/>
                    <a:pt x="9685" y="37440"/>
                  </a:cubicBezTo>
                  <a:cubicBezTo>
                    <a:pt x="10902" y="37359"/>
                    <a:pt x="12102" y="37329"/>
                    <a:pt x="13306" y="37329"/>
                  </a:cubicBezTo>
                  <a:cubicBezTo>
                    <a:pt x="14001" y="37329"/>
                    <a:pt x="14698" y="37339"/>
                    <a:pt x="15401" y="37355"/>
                  </a:cubicBezTo>
                  <a:cubicBezTo>
                    <a:pt x="17790" y="37440"/>
                    <a:pt x="20222" y="37526"/>
                    <a:pt x="22611" y="37568"/>
                  </a:cubicBezTo>
                  <a:cubicBezTo>
                    <a:pt x="27346" y="37696"/>
                    <a:pt x="32124" y="37782"/>
                    <a:pt x="36902" y="37824"/>
                  </a:cubicBezTo>
                  <a:cubicBezTo>
                    <a:pt x="42186" y="37895"/>
                    <a:pt x="47458" y="37926"/>
                    <a:pt x="52730" y="37926"/>
                  </a:cubicBezTo>
                  <a:cubicBezTo>
                    <a:pt x="57035" y="37926"/>
                    <a:pt x="61341" y="37905"/>
                    <a:pt x="65655" y="37867"/>
                  </a:cubicBezTo>
                  <a:cubicBezTo>
                    <a:pt x="75254" y="37782"/>
                    <a:pt x="84853" y="37568"/>
                    <a:pt x="94451" y="37184"/>
                  </a:cubicBezTo>
                  <a:cubicBezTo>
                    <a:pt x="96651" y="37104"/>
                    <a:pt x="98850" y="36987"/>
                    <a:pt x="101049" y="36867"/>
                  </a:cubicBezTo>
                  <a:lnTo>
                    <a:pt x="101049" y="36867"/>
                  </a:lnTo>
                  <a:cubicBezTo>
                    <a:pt x="101107" y="37045"/>
                    <a:pt x="101255" y="37186"/>
                    <a:pt x="101494" y="37186"/>
                  </a:cubicBezTo>
                  <a:cubicBezTo>
                    <a:pt x="101507" y="37186"/>
                    <a:pt x="101520" y="37185"/>
                    <a:pt x="101533" y="37184"/>
                  </a:cubicBezTo>
                  <a:cubicBezTo>
                    <a:pt x="103325" y="37099"/>
                    <a:pt x="105287" y="36971"/>
                    <a:pt x="106695" y="35691"/>
                  </a:cubicBezTo>
                  <a:cubicBezTo>
                    <a:pt x="108146" y="34411"/>
                    <a:pt x="108402" y="32534"/>
                    <a:pt x="108572" y="30828"/>
                  </a:cubicBezTo>
                  <a:cubicBezTo>
                    <a:pt x="108999" y="26178"/>
                    <a:pt x="109041" y="21528"/>
                    <a:pt x="108658" y="16878"/>
                  </a:cubicBezTo>
                  <a:cubicBezTo>
                    <a:pt x="108444" y="14574"/>
                    <a:pt x="108146" y="12270"/>
                    <a:pt x="107804" y="10052"/>
                  </a:cubicBezTo>
                  <a:cubicBezTo>
                    <a:pt x="107463" y="8132"/>
                    <a:pt x="107250" y="5786"/>
                    <a:pt x="105885" y="4335"/>
                  </a:cubicBezTo>
                  <a:cubicBezTo>
                    <a:pt x="104647" y="2970"/>
                    <a:pt x="102685" y="2672"/>
                    <a:pt x="100936" y="2416"/>
                  </a:cubicBezTo>
                  <a:cubicBezTo>
                    <a:pt x="98632" y="2074"/>
                    <a:pt x="96329" y="1819"/>
                    <a:pt x="93982" y="1520"/>
                  </a:cubicBezTo>
                  <a:cubicBezTo>
                    <a:pt x="89247" y="1008"/>
                    <a:pt x="84469" y="581"/>
                    <a:pt x="79691" y="325"/>
                  </a:cubicBezTo>
                  <a:cubicBezTo>
                    <a:pt x="74956" y="69"/>
                    <a:pt x="70178" y="69"/>
                    <a:pt x="65442" y="27"/>
                  </a:cubicBezTo>
                  <a:cubicBezTo>
                    <a:pt x="63482" y="9"/>
                    <a:pt x="61523" y="1"/>
                    <a:pt x="59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7" name="Google Shape;2357;p37"/>
          <p:cNvGrpSpPr/>
          <p:nvPr/>
        </p:nvGrpSpPr>
        <p:grpSpPr>
          <a:xfrm>
            <a:off x="1033364" y="744713"/>
            <a:ext cx="1399834" cy="790711"/>
            <a:chOff x="1711544" y="1537197"/>
            <a:chExt cx="1399834" cy="790711"/>
          </a:xfrm>
        </p:grpSpPr>
        <p:sp>
          <p:nvSpPr>
            <p:cNvPr id="2358" name="Google Shape;2358;p37"/>
            <p:cNvSpPr/>
            <p:nvPr/>
          </p:nvSpPr>
          <p:spPr>
            <a:xfrm>
              <a:off x="2707146" y="1903430"/>
              <a:ext cx="57635" cy="53986"/>
            </a:xfrm>
            <a:custGeom>
              <a:avLst/>
              <a:gdLst/>
              <a:ahLst/>
              <a:cxnLst/>
              <a:rect l="l" t="t" r="r" b="b"/>
              <a:pathLst>
                <a:path w="2561" h="2561" extrusionOk="0">
                  <a:moveTo>
                    <a:pt x="1281" y="1"/>
                  </a:moveTo>
                  <a:cubicBezTo>
                    <a:pt x="555" y="1"/>
                    <a:pt x="1" y="555"/>
                    <a:pt x="1" y="1280"/>
                  </a:cubicBezTo>
                  <a:cubicBezTo>
                    <a:pt x="1" y="2006"/>
                    <a:pt x="555" y="2560"/>
                    <a:pt x="1281" y="2560"/>
                  </a:cubicBezTo>
                  <a:cubicBezTo>
                    <a:pt x="1963" y="2560"/>
                    <a:pt x="2561" y="2006"/>
                    <a:pt x="2561" y="1280"/>
                  </a:cubicBezTo>
                  <a:cubicBezTo>
                    <a:pt x="2561" y="555"/>
                    <a:pt x="1963"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7"/>
            <p:cNvSpPr/>
            <p:nvPr/>
          </p:nvSpPr>
          <p:spPr>
            <a:xfrm>
              <a:off x="2837721" y="1903430"/>
              <a:ext cx="57635" cy="53986"/>
            </a:xfrm>
            <a:custGeom>
              <a:avLst/>
              <a:gdLst/>
              <a:ahLst/>
              <a:cxnLst/>
              <a:rect l="l" t="t" r="r" b="b"/>
              <a:pathLst>
                <a:path w="2561" h="2561" extrusionOk="0">
                  <a:moveTo>
                    <a:pt x="1281" y="1"/>
                  </a:moveTo>
                  <a:cubicBezTo>
                    <a:pt x="598" y="1"/>
                    <a:pt x="1" y="555"/>
                    <a:pt x="1" y="1280"/>
                  </a:cubicBezTo>
                  <a:cubicBezTo>
                    <a:pt x="1" y="2006"/>
                    <a:pt x="598" y="2560"/>
                    <a:pt x="1281" y="2560"/>
                  </a:cubicBezTo>
                  <a:cubicBezTo>
                    <a:pt x="2006" y="2560"/>
                    <a:pt x="2560" y="2006"/>
                    <a:pt x="2560" y="1280"/>
                  </a:cubicBezTo>
                  <a:cubicBezTo>
                    <a:pt x="2560" y="555"/>
                    <a:pt x="2006"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7"/>
            <p:cNvSpPr/>
            <p:nvPr/>
          </p:nvSpPr>
          <p:spPr>
            <a:xfrm>
              <a:off x="2969263" y="1903430"/>
              <a:ext cx="57613" cy="53986"/>
            </a:xfrm>
            <a:custGeom>
              <a:avLst/>
              <a:gdLst/>
              <a:ahLst/>
              <a:cxnLst/>
              <a:rect l="l" t="t" r="r" b="b"/>
              <a:pathLst>
                <a:path w="2560" h="2561" extrusionOk="0">
                  <a:moveTo>
                    <a:pt x="1280" y="1"/>
                  </a:moveTo>
                  <a:cubicBezTo>
                    <a:pt x="555" y="1"/>
                    <a:pt x="0" y="555"/>
                    <a:pt x="0" y="1280"/>
                  </a:cubicBezTo>
                  <a:cubicBezTo>
                    <a:pt x="0" y="2006"/>
                    <a:pt x="555" y="2560"/>
                    <a:pt x="1280" y="2560"/>
                  </a:cubicBezTo>
                  <a:cubicBezTo>
                    <a:pt x="1963" y="2560"/>
                    <a:pt x="2560" y="2006"/>
                    <a:pt x="2560" y="1280"/>
                  </a:cubicBezTo>
                  <a:cubicBezTo>
                    <a:pt x="2560" y="555"/>
                    <a:pt x="1963" y="1"/>
                    <a:pt x="12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7"/>
            <p:cNvSpPr/>
            <p:nvPr/>
          </p:nvSpPr>
          <p:spPr>
            <a:xfrm>
              <a:off x="1711544" y="1537197"/>
              <a:ext cx="1399834" cy="790711"/>
            </a:xfrm>
            <a:custGeom>
              <a:avLst/>
              <a:gdLst/>
              <a:ahLst/>
              <a:cxnLst/>
              <a:rect l="l" t="t" r="r" b="b"/>
              <a:pathLst>
                <a:path w="62201" h="37510" extrusionOk="0">
                  <a:moveTo>
                    <a:pt x="41511" y="0"/>
                  </a:moveTo>
                  <a:cubicBezTo>
                    <a:pt x="40217" y="0"/>
                    <a:pt x="38922" y="4"/>
                    <a:pt x="37627" y="11"/>
                  </a:cubicBezTo>
                  <a:cubicBezTo>
                    <a:pt x="29693" y="53"/>
                    <a:pt x="21758" y="181"/>
                    <a:pt x="13823" y="523"/>
                  </a:cubicBezTo>
                  <a:cubicBezTo>
                    <a:pt x="9386" y="736"/>
                    <a:pt x="4864" y="864"/>
                    <a:pt x="427" y="1376"/>
                  </a:cubicBezTo>
                  <a:cubicBezTo>
                    <a:pt x="43" y="1418"/>
                    <a:pt x="1" y="2016"/>
                    <a:pt x="427" y="2016"/>
                  </a:cubicBezTo>
                  <a:cubicBezTo>
                    <a:pt x="4437" y="2016"/>
                    <a:pt x="8405" y="1760"/>
                    <a:pt x="12372" y="1632"/>
                  </a:cubicBezTo>
                  <a:cubicBezTo>
                    <a:pt x="16340" y="1461"/>
                    <a:pt x="20350" y="1333"/>
                    <a:pt x="24317" y="1248"/>
                  </a:cubicBezTo>
                  <a:cubicBezTo>
                    <a:pt x="30126" y="1123"/>
                    <a:pt x="35935" y="1044"/>
                    <a:pt x="41744" y="1044"/>
                  </a:cubicBezTo>
                  <a:cubicBezTo>
                    <a:pt x="43870" y="1044"/>
                    <a:pt x="45996" y="1054"/>
                    <a:pt x="48122" y="1077"/>
                  </a:cubicBezTo>
                  <a:cubicBezTo>
                    <a:pt x="52601" y="1162"/>
                    <a:pt x="57081" y="1248"/>
                    <a:pt x="61517" y="1376"/>
                  </a:cubicBezTo>
                  <a:cubicBezTo>
                    <a:pt x="62200" y="1376"/>
                    <a:pt x="62200" y="309"/>
                    <a:pt x="61517" y="309"/>
                  </a:cubicBezTo>
                  <a:cubicBezTo>
                    <a:pt x="54870" y="95"/>
                    <a:pt x="48193" y="0"/>
                    <a:pt x="41511" y="0"/>
                  </a:cubicBezTo>
                  <a:close/>
                  <a:moveTo>
                    <a:pt x="40719" y="2477"/>
                  </a:moveTo>
                  <a:cubicBezTo>
                    <a:pt x="39688" y="2477"/>
                    <a:pt x="38658" y="2479"/>
                    <a:pt x="37627" y="2485"/>
                  </a:cubicBezTo>
                  <a:cubicBezTo>
                    <a:pt x="29693" y="2528"/>
                    <a:pt x="21758" y="2698"/>
                    <a:pt x="13865" y="3040"/>
                  </a:cubicBezTo>
                  <a:cubicBezTo>
                    <a:pt x="9386" y="3210"/>
                    <a:pt x="4907" y="3338"/>
                    <a:pt x="427" y="3850"/>
                  </a:cubicBezTo>
                  <a:cubicBezTo>
                    <a:pt x="1" y="3850"/>
                    <a:pt x="1" y="4533"/>
                    <a:pt x="427" y="4533"/>
                  </a:cubicBezTo>
                  <a:cubicBezTo>
                    <a:pt x="4437" y="4533"/>
                    <a:pt x="8405" y="4277"/>
                    <a:pt x="12372" y="4106"/>
                  </a:cubicBezTo>
                  <a:cubicBezTo>
                    <a:pt x="16340" y="3978"/>
                    <a:pt x="20350" y="3850"/>
                    <a:pt x="24317" y="3722"/>
                  </a:cubicBezTo>
                  <a:cubicBezTo>
                    <a:pt x="29607" y="3608"/>
                    <a:pt x="34897" y="3551"/>
                    <a:pt x="40187" y="3551"/>
                  </a:cubicBezTo>
                  <a:cubicBezTo>
                    <a:pt x="42832" y="3551"/>
                    <a:pt x="45477" y="3566"/>
                    <a:pt x="48122" y="3594"/>
                  </a:cubicBezTo>
                  <a:cubicBezTo>
                    <a:pt x="52601" y="3637"/>
                    <a:pt x="57081" y="3722"/>
                    <a:pt x="61517" y="3850"/>
                  </a:cubicBezTo>
                  <a:cubicBezTo>
                    <a:pt x="62200" y="3850"/>
                    <a:pt x="62200" y="2784"/>
                    <a:pt x="61517" y="2784"/>
                  </a:cubicBezTo>
                  <a:cubicBezTo>
                    <a:pt x="54608" y="2598"/>
                    <a:pt x="47665" y="2477"/>
                    <a:pt x="40719" y="2477"/>
                  </a:cubicBezTo>
                  <a:close/>
                  <a:moveTo>
                    <a:pt x="37627" y="33158"/>
                  </a:moveTo>
                  <a:cubicBezTo>
                    <a:pt x="29693" y="33201"/>
                    <a:pt x="21758" y="33371"/>
                    <a:pt x="13865" y="33713"/>
                  </a:cubicBezTo>
                  <a:cubicBezTo>
                    <a:pt x="9386" y="33883"/>
                    <a:pt x="4907" y="34011"/>
                    <a:pt x="427" y="34566"/>
                  </a:cubicBezTo>
                  <a:cubicBezTo>
                    <a:pt x="1" y="34566"/>
                    <a:pt x="1" y="35206"/>
                    <a:pt x="427" y="35206"/>
                  </a:cubicBezTo>
                  <a:cubicBezTo>
                    <a:pt x="4437" y="35206"/>
                    <a:pt x="8405" y="34950"/>
                    <a:pt x="12372" y="34822"/>
                  </a:cubicBezTo>
                  <a:cubicBezTo>
                    <a:pt x="16340" y="34651"/>
                    <a:pt x="20350" y="34523"/>
                    <a:pt x="24317" y="34438"/>
                  </a:cubicBezTo>
                  <a:cubicBezTo>
                    <a:pt x="29740" y="34292"/>
                    <a:pt x="35162" y="34226"/>
                    <a:pt x="40585" y="34226"/>
                  </a:cubicBezTo>
                  <a:cubicBezTo>
                    <a:pt x="43097" y="34226"/>
                    <a:pt x="45610" y="34240"/>
                    <a:pt x="48122" y="34267"/>
                  </a:cubicBezTo>
                  <a:cubicBezTo>
                    <a:pt x="52601" y="34310"/>
                    <a:pt x="57081" y="34438"/>
                    <a:pt x="61517" y="34566"/>
                  </a:cubicBezTo>
                  <a:cubicBezTo>
                    <a:pt x="62200" y="34566"/>
                    <a:pt x="62200" y="33499"/>
                    <a:pt x="61517" y="33457"/>
                  </a:cubicBezTo>
                  <a:lnTo>
                    <a:pt x="61517" y="33499"/>
                  </a:lnTo>
                  <a:cubicBezTo>
                    <a:pt x="53583" y="33243"/>
                    <a:pt x="45605" y="33158"/>
                    <a:pt x="37627" y="33158"/>
                  </a:cubicBezTo>
                  <a:close/>
                  <a:moveTo>
                    <a:pt x="37627" y="35462"/>
                  </a:moveTo>
                  <a:cubicBezTo>
                    <a:pt x="29693" y="35504"/>
                    <a:pt x="21758" y="35675"/>
                    <a:pt x="13865" y="36016"/>
                  </a:cubicBezTo>
                  <a:cubicBezTo>
                    <a:pt x="9386" y="36187"/>
                    <a:pt x="4907" y="36315"/>
                    <a:pt x="427" y="36870"/>
                  </a:cubicBezTo>
                  <a:cubicBezTo>
                    <a:pt x="43" y="36912"/>
                    <a:pt x="1" y="37509"/>
                    <a:pt x="427" y="37509"/>
                  </a:cubicBezTo>
                  <a:cubicBezTo>
                    <a:pt x="4437" y="37509"/>
                    <a:pt x="8405" y="37254"/>
                    <a:pt x="12372" y="37126"/>
                  </a:cubicBezTo>
                  <a:cubicBezTo>
                    <a:pt x="16340" y="36955"/>
                    <a:pt x="20350" y="36827"/>
                    <a:pt x="24317" y="36742"/>
                  </a:cubicBezTo>
                  <a:cubicBezTo>
                    <a:pt x="30126" y="36617"/>
                    <a:pt x="35935" y="36537"/>
                    <a:pt x="41744" y="36537"/>
                  </a:cubicBezTo>
                  <a:cubicBezTo>
                    <a:pt x="43870" y="36537"/>
                    <a:pt x="45996" y="36548"/>
                    <a:pt x="48122" y="36571"/>
                  </a:cubicBezTo>
                  <a:cubicBezTo>
                    <a:pt x="52601" y="36614"/>
                    <a:pt x="57081" y="36742"/>
                    <a:pt x="61517" y="36870"/>
                  </a:cubicBezTo>
                  <a:cubicBezTo>
                    <a:pt x="62200" y="36870"/>
                    <a:pt x="62200" y="35803"/>
                    <a:pt x="61517" y="35803"/>
                  </a:cubicBezTo>
                  <a:cubicBezTo>
                    <a:pt x="53583" y="35547"/>
                    <a:pt x="45605" y="35462"/>
                    <a:pt x="37627" y="354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2" name="Google Shape;2362;p37"/>
          <p:cNvGrpSpPr/>
          <p:nvPr/>
        </p:nvGrpSpPr>
        <p:grpSpPr>
          <a:xfrm>
            <a:off x="6656330" y="1566892"/>
            <a:ext cx="2453022" cy="816051"/>
            <a:chOff x="4605098" y="2655606"/>
            <a:chExt cx="2453022" cy="816051"/>
          </a:xfrm>
        </p:grpSpPr>
        <p:sp>
          <p:nvSpPr>
            <p:cNvPr id="2363" name="Google Shape;2363;p37"/>
            <p:cNvSpPr/>
            <p:nvPr/>
          </p:nvSpPr>
          <p:spPr>
            <a:xfrm>
              <a:off x="4644459" y="2732318"/>
              <a:ext cx="2376213" cy="739339"/>
            </a:xfrm>
            <a:custGeom>
              <a:avLst/>
              <a:gdLst/>
              <a:ahLst/>
              <a:cxnLst/>
              <a:rect l="l" t="t" r="r" b="b"/>
              <a:pathLst>
                <a:path w="105586" h="35073" extrusionOk="0">
                  <a:moveTo>
                    <a:pt x="26780" y="1"/>
                  </a:moveTo>
                  <a:cubicBezTo>
                    <a:pt x="20570" y="1"/>
                    <a:pt x="14436" y="600"/>
                    <a:pt x="8788" y="3043"/>
                  </a:cubicBezTo>
                  <a:cubicBezTo>
                    <a:pt x="6698" y="3939"/>
                    <a:pt x="4693" y="5090"/>
                    <a:pt x="3243" y="6840"/>
                  </a:cubicBezTo>
                  <a:cubicBezTo>
                    <a:pt x="0" y="10722"/>
                    <a:pt x="299" y="16396"/>
                    <a:pt x="1110" y="21387"/>
                  </a:cubicBezTo>
                  <a:cubicBezTo>
                    <a:pt x="1536" y="23904"/>
                    <a:pt x="2048" y="26506"/>
                    <a:pt x="3584" y="28554"/>
                  </a:cubicBezTo>
                  <a:cubicBezTo>
                    <a:pt x="6613" y="32692"/>
                    <a:pt x="12372" y="33332"/>
                    <a:pt x="17491" y="33631"/>
                  </a:cubicBezTo>
                  <a:cubicBezTo>
                    <a:pt x="30650" y="34358"/>
                    <a:pt x="43869" y="35073"/>
                    <a:pt x="57059" y="35073"/>
                  </a:cubicBezTo>
                  <a:cubicBezTo>
                    <a:pt x="68628" y="35073"/>
                    <a:pt x="80174" y="34523"/>
                    <a:pt x="91636" y="32948"/>
                  </a:cubicBezTo>
                  <a:cubicBezTo>
                    <a:pt x="96883" y="32223"/>
                    <a:pt x="103026" y="30559"/>
                    <a:pt x="104860" y="25525"/>
                  </a:cubicBezTo>
                  <a:cubicBezTo>
                    <a:pt x="105586" y="23520"/>
                    <a:pt x="105415" y="21259"/>
                    <a:pt x="105202" y="19083"/>
                  </a:cubicBezTo>
                  <a:cubicBezTo>
                    <a:pt x="105116" y="17889"/>
                    <a:pt x="104988" y="16652"/>
                    <a:pt x="104306" y="15670"/>
                  </a:cubicBezTo>
                  <a:cubicBezTo>
                    <a:pt x="103197" y="14049"/>
                    <a:pt x="100936" y="13708"/>
                    <a:pt x="98973" y="13580"/>
                  </a:cubicBezTo>
                  <a:cubicBezTo>
                    <a:pt x="93086" y="13196"/>
                    <a:pt x="87071" y="12428"/>
                    <a:pt x="81696" y="9783"/>
                  </a:cubicBezTo>
                  <a:cubicBezTo>
                    <a:pt x="81056" y="9485"/>
                    <a:pt x="80501" y="9101"/>
                    <a:pt x="80075" y="8589"/>
                  </a:cubicBezTo>
                  <a:cubicBezTo>
                    <a:pt x="79435" y="7650"/>
                    <a:pt x="79520" y="6370"/>
                    <a:pt x="79179" y="5304"/>
                  </a:cubicBezTo>
                  <a:cubicBezTo>
                    <a:pt x="78624" y="3811"/>
                    <a:pt x="77472" y="2659"/>
                    <a:pt x="76022" y="2062"/>
                  </a:cubicBezTo>
                  <a:cubicBezTo>
                    <a:pt x="74571" y="1507"/>
                    <a:pt x="73036" y="1166"/>
                    <a:pt x="71500" y="1080"/>
                  </a:cubicBezTo>
                  <a:cubicBezTo>
                    <a:pt x="66758" y="584"/>
                    <a:pt x="62001" y="476"/>
                    <a:pt x="57241" y="476"/>
                  </a:cubicBezTo>
                  <a:cubicBezTo>
                    <a:pt x="53556" y="476"/>
                    <a:pt x="49870" y="541"/>
                    <a:pt x="46189" y="541"/>
                  </a:cubicBezTo>
                  <a:cubicBezTo>
                    <a:pt x="43588" y="541"/>
                    <a:pt x="40989" y="508"/>
                    <a:pt x="38395" y="398"/>
                  </a:cubicBezTo>
                  <a:cubicBezTo>
                    <a:pt x="34560" y="234"/>
                    <a:pt x="30655" y="1"/>
                    <a:pt x="26780" y="1"/>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7"/>
            <p:cNvSpPr/>
            <p:nvPr/>
          </p:nvSpPr>
          <p:spPr>
            <a:xfrm>
              <a:off x="4605098" y="2655606"/>
              <a:ext cx="2453022" cy="800260"/>
            </a:xfrm>
            <a:custGeom>
              <a:avLst/>
              <a:gdLst/>
              <a:ahLst/>
              <a:cxnLst/>
              <a:rect l="l" t="t" r="r" b="b"/>
              <a:pathLst>
                <a:path w="108999" h="37963" extrusionOk="0">
                  <a:moveTo>
                    <a:pt x="62037" y="1035"/>
                  </a:moveTo>
                  <a:cubicBezTo>
                    <a:pt x="69442" y="1035"/>
                    <a:pt x="76841" y="1144"/>
                    <a:pt x="84213" y="1690"/>
                  </a:cubicBezTo>
                  <a:cubicBezTo>
                    <a:pt x="88777" y="2032"/>
                    <a:pt x="93342" y="2501"/>
                    <a:pt x="97907" y="3098"/>
                  </a:cubicBezTo>
                  <a:cubicBezTo>
                    <a:pt x="99059" y="3226"/>
                    <a:pt x="100168" y="3354"/>
                    <a:pt x="101320" y="3525"/>
                  </a:cubicBezTo>
                  <a:cubicBezTo>
                    <a:pt x="102173" y="3653"/>
                    <a:pt x="103026" y="3866"/>
                    <a:pt x="103837" y="4165"/>
                  </a:cubicBezTo>
                  <a:cubicBezTo>
                    <a:pt x="105756" y="5061"/>
                    <a:pt x="106098" y="6980"/>
                    <a:pt x="106481" y="8900"/>
                  </a:cubicBezTo>
                  <a:cubicBezTo>
                    <a:pt x="107292" y="13337"/>
                    <a:pt x="107761" y="17859"/>
                    <a:pt x="107804" y="22381"/>
                  </a:cubicBezTo>
                  <a:cubicBezTo>
                    <a:pt x="107804" y="24642"/>
                    <a:pt x="107761" y="26903"/>
                    <a:pt x="107633" y="29164"/>
                  </a:cubicBezTo>
                  <a:cubicBezTo>
                    <a:pt x="107505" y="30913"/>
                    <a:pt x="107463" y="33046"/>
                    <a:pt x="106396" y="34497"/>
                  </a:cubicBezTo>
                  <a:cubicBezTo>
                    <a:pt x="105287" y="35947"/>
                    <a:pt x="103197" y="36118"/>
                    <a:pt x="101490" y="36160"/>
                  </a:cubicBezTo>
                  <a:cubicBezTo>
                    <a:pt x="101227" y="36160"/>
                    <a:pt x="101065" y="36319"/>
                    <a:pt x="101005" y="36512"/>
                  </a:cubicBezTo>
                  <a:lnTo>
                    <a:pt x="101005" y="36512"/>
                  </a:lnTo>
                  <a:cubicBezTo>
                    <a:pt x="91894" y="36720"/>
                    <a:pt x="82743" y="36888"/>
                    <a:pt x="73633" y="37014"/>
                  </a:cubicBezTo>
                  <a:cubicBezTo>
                    <a:pt x="68513" y="37084"/>
                    <a:pt x="63406" y="37116"/>
                    <a:pt x="58298" y="37116"/>
                  </a:cubicBezTo>
                  <a:cubicBezTo>
                    <a:pt x="54127" y="37116"/>
                    <a:pt x="49956" y="37095"/>
                    <a:pt x="45775" y="37056"/>
                  </a:cubicBezTo>
                  <a:cubicBezTo>
                    <a:pt x="36518" y="36971"/>
                    <a:pt x="27346" y="36800"/>
                    <a:pt x="18088" y="36502"/>
                  </a:cubicBezTo>
                  <a:cubicBezTo>
                    <a:pt x="16321" y="36428"/>
                    <a:pt x="14521" y="36323"/>
                    <a:pt x="12717" y="36323"/>
                  </a:cubicBezTo>
                  <a:cubicBezTo>
                    <a:pt x="12431" y="36323"/>
                    <a:pt x="12146" y="36325"/>
                    <a:pt x="11860" y="36331"/>
                  </a:cubicBezTo>
                  <a:cubicBezTo>
                    <a:pt x="10694" y="36445"/>
                    <a:pt x="9528" y="36502"/>
                    <a:pt x="8362" y="36502"/>
                  </a:cubicBezTo>
                  <a:cubicBezTo>
                    <a:pt x="7779" y="36502"/>
                    <a:pt x="7196" y="36487"/>
                    <a:pt x="6613" y="36459"/>
                  </a:cubicBezTo>
                  <a:cubicBezTo>
                    <a:pt x="5034" y="36331"/>
                    <a:pt x="3413" y="35819"/>
                    <a:pt x="2432" y="34411"/>
                  </a:cubicBezTo>
                  <a:cubicBezTo>
                    <a:pt x="1493" y="33003"/>
                    <a:pt x="1237" y="31382"/>
                    <a:pt x="1152" y="29761"/>
                  </a:cubicBezTo>
                  <a:cubicBezTo>
                    <a:pt x="981" y="27714"/>
                    <a:pt x="1024" y="25623"/>
                    <a:pt x="1024" y="23533"/>
                  </a:cubicBezTo>
                  <a:cubicBezTo>
                    <a:pt x="1067" y="21229"/>
                    <a:pt x="1152" y="18883"/>
                    <a:pt x="1280" y="16579"/>
                  </a:cubicBezTo>
                  <a:cubicBezTo>
                    <a:pt x="1451" y="14361"/>
                    <a:pt x="1664" y="12100"/>
                    <a:pt x="1920" y="9881"/>
                  </a:cubicBezTo>
                  <a:cubicBezTo>
                    <a:pt x="2133" y="8004"/>
                    <a:pt x="2304" y="5829"/>
                    <a:pt x="3882" y="4549"/>
                  </a:cubicBezTo>
                  <a:cubicBezTo>
                    <a:pt x="5333" y="3354"/>
                    <a:pt x="7509" y="2970"/>
                    <a:pt x="9300" y="2672"/>
                  </a:cubicBezTo>
                  <a:cubicBezTo>
                    <a:pt x="11391" y="2330"/>
                    <a:pt x="13524" y="2160"/>
                    <a:pt x="15657" y="2160"/>
                  </a:cubicBezTo>
                  <a:cubicBezTo>
                    <a:pt x="20008" y="2032"/>
                    <a:pt x="24317" y="1861"/>
                    <a:pt x="28668" y="1690"/>
                  </a:cubicBezTo>
                  <a:cubicBezTo>
                    <a:pt x="37926" y="1349"/>
                    <a:pt x="47226" y="1136"/>
                    <a:pt x="56483" y="1051"/>
                  </a:cubicBezTo>
                  <a:cubicBezTo>
                    <a:pt x="58335" y="1042"/>
                    <a:pt x="60186" y="1035"/>
                    <a:pt x="62037" y="1035"/>
                  </a:cubicBezTo>
                  <a:close/>
                  <a:moveTo>
                    <a:pt x="59520" y="1"/>
                  </a:moveTo>
                  <a:cubicBezTo>
                    <a:pt x="51881" y="1"/>
                    <a:pt x="44242" y="130"/>
                    <a:pt x="36603" y="368"/>
                  </a:cubicBezTo>
                  <a:cubicBezTo>
                    <a:pt x="31783" y="496"/>
                    <a:pt x="26962" y="667"/>
                    <a:pt x="22141" y="880"/>
                  </a:cubicBezTo>
                  <a:cubicBezTo>
                    <a:pt x="17875" y="1093"/>
                    <a:pt x="13609" y="880"/>
                    <a:pt x="9428" y="1562"/>
                  </a:cubicBezTo>
                  <a:cubicBezTo>
                    <a:pt x="7509" y="1861"/>
                    <a:pt x="5333" y="2288"/>
                    <a:pt x="3669" y="3397"/>
                  </a:cubicBezTo>
                  <a:cubicBezTo>
                    <a:pt x="2005" y="4463"/>
                    <a:pt x="1408" y="6212"/>
                    <a:pt x="1109" y="8090"/>
                  </a:cubicBezTo>
                  <a:cubicBezTo>
                    <a:pt x="470" y="12697"/>
                    <a:pt x="86" y="17347"/>
                    <a:pt x="43" y="21997"/>
                  </a:cubicBezTo>
                  <a:cubicBezTo>
                    <a:pt x="0" y="24301"/>
                    <a:pt x="0" y="26604"/>
                    <a:pt x="86" y="28908"/>
                  </a:cubicBezTo>
                  <a:cubicBezTo>
                    <a:pt x="86" y="30572"/>
                    <a:pt x="384" y="32236"/>
                    <a:pt x="1024" y="33814"/>
                  </a:cubicBezTo>
                  <a:cubicBezTo>
                    <a:pt x="1621" y="35307"/>
                    <a:pt x="2859" y="36502"/>
                    <a:pt x="4394" y="37014"/>
                  </a:cubicBezTo>
                  <a:cubicBezTo>
                    <a:pt x="5547" y="37388"/>
                    <a:pt x="6758" y="37510"/>
                    <a:pt x="7962" y="37510"/>
                  </a:cubicBezTo>
                  <a:cubicBezTo>
                    <a:pt x="8540" y="37510"/>
                    <a:pt x="9117" y="37482"/>
                    <a:pt x="9684" y="37440"/>
                  </a:cubicBezTo>
                  <a:cubicBezTo>
                    <a:pt x="11090" y="37378"/>
                    <a:pt x="12472" y="37338"/>
                    <a:pt x="13865" y="37338"/>
                  </a:cubicBezTo>
                  <a:cubicBezTo>
                    <a:pt x="14375" y="37338"/>
                    <a:pt x="14886" y="37343"/>
                    <a:pt x="15401" y="37355"/>
                  </a:cubicBezTo>
                  <a:cubicBezTo>
                    <a:pt x="17790" y="37440"/>
                    <a:pt x="20179" y="37526"/>
                    <a:pt x="22568" y="37568"/>
                  </a:cubicBezTo>
                  <a:cubicBezTo>
                    <a:pt x="27346" y="37696"/>
                    <a:pt x="32081" y="37782"/>
                    <a:pt x="36859" y="37867"/>
                  </a:cubicBezTo>
                  <a:cubicBezTo>
                    <a:pt x="41658" y="37931"/>
                    <a:pt x="46458" y="37963"/>
                    <a:pt x="51252" y="37963"/>
                  </a:cubicBezTo>
                  <a:cubicBezTo>
                    <a:pt x="56046" y="37963"/>
                    <a:pt x="60834" y="37931"/>
                    <a:pt x="65612" y="37867"/>
                  </a:cubicBezTo>
                  <a:cubicBezTo>
                    <a:pt x="75211" y="37782"/>
                    <a:pt x="84810" y="37568"/>
                    <a:pt x="94408" y="37184"/>
                  </a:cubicBezTo>
                  <a:cubicBezTo>
                    <a:pt x="96594" y="37105"/>
                    <a:pt x="98816" y="36988"/>
                    <a:pt x="101007" y="36869"/>
                  </a:cubicBezTo>
                  <a:lnTo>
                    <a:pt x="101007" y="36869"/>
                  </a:lnTo>
                  <a:cubicBezTo>
                    <a:pt x="101065" y="37046"/>
                    <a:pt x="101213" y="37186"/>
                    <a:pt x="101451" y="37186"/>
                  </a:cubicBezTo>
                  <a:cubicBezTo>
                    <a:pt x="101464" y="37186"/>
                    <a:pt x="101477" y="37185"/>
                    <a:pt x="101490" y="37184"/>
                  </a:cubicBezTo>
                  <a:cubicBezTo>
                    <a:pt x="103282" y="37099"/>
                    <a:pt x="105244" y="36971"/>
                    <a:pt x="106652" y="35691"/>
                  </a:cubicBezTo>
                  <a:cubicBezTo>
                    <a:pt x="108103" y="34454"/>
                    <a:pt x="108359" y="32534"/>
                    <a:pt x="108529" y="30828"/>
                  </a:cubicBezTo>
                  <a:cubicBezTo>
                    <a:pt x="108956" y="26178"/>
                    <a:pt x="108998" y="21528"/>
                    <a:pt x="108615" y="16878"/>
                  </a:cubicBezTo>
                  <a:cubicBezTo>
                    <a:pt x="108401" y="14574"/>
                    <a:pt x="108145" y="12313"/>
                    <a:pt x="107761" y="10052"/>
                  </a:cubicBezTo>
                  <a:cubicBezTo>
                    <a:pt x="107420" y="8132"/>
                    <a:pt x="107207" y="5786"/>
                    <a:pt x="105842" y="4293"/>
                  </a:cubicBezTo>
                  <a:cubicBezTo>
                    <a:pt x="104604" y="2970"/>
                    <a:pt x="102642" y="2629"/>
                    <a:pt x="100893" y="2416"/>
                  </a:cubicBezTo>
                  <a:cubicBezTo>
                    <a:pt x="98589" y="2074"/>
                    <a:pt x="96243" y="1818"/>
                    <a:pt x="93939" y="1520"/>
                  </a:cubicBezTo>
                  <a:cubicBezTo>
                    <a:pt x="89204" y="1008"/>
                    <a:pt x="84426" y="581"/>
                    <a:pt x="79648" y="325"/>
                  </a:cubicBezTo>
                  <a:cubicBezTo>
                    <a:pt x="74870" y="69"/>
                    <a:pt x="70135" y="27"/>
                    <a:pt x="65399" y="27"/>
                  </a:cubicBezTo>
                  <a:cubicBezTo>
                    <a:pt x="63439" y="9"/>
                    <a:pt x="61480" y="1"/>
                    <a:pt x="595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5" name="Google Shape;2365;p37"/>
          <p:cNvGrpSpPr/>
          <p:nvPr/>
        </p:nvGrpSpPr>
        <p:grpSpPr>
          <a:xfrm>
            <a:off x="5183552" y="1584305"/>
            <a:ext cx="1400779" cy="790732"/>
            <a:chOff x="3132320" y="2673019"/>
            <a:chExt cx="1400779" cy="790732"/>
          </a:xfrm>
        </p:grpSpPr>
        <p:sp>
          <p:nvSpPr>
            <p:cNvPr id="2366" name="Google Shape;2366;p37"/>
            <p:cNvSpPr/>
            <p:nvPr/>
          </p:nvSpPr>
          <p:spPr>
            <a:xfrm>
              <a:off x="4127923" y="3044669"/>
              <a:ext cx="57635" cy="53965"/>
            </a:xfrm>
            <a:custGeom>
              <a:avLst/>
              <a:gdLst/>
              <a:ahLst/>
              <a:cxnLst/>
              <a:rect l="l" t="t" r="r" b="b"/>
              <a:pathLst>
                <a:path w="2561" h="2560" extrusionOk="0">
                  <a:moveTo>
                    <a:pt x="1281" y="0"/>
                  </a:moveTo>
                  <a:cubicBezTo>
                    <a:pt x="555" y="0"/>
                    <a:pt x="1" y="555"/>
                    <a:pt x="1" y="1280"/>
                  </a:cubicBezTo>
                  <a:cubicBezTo>
                    <a:pt x="1" y="1963"/>
                    <a:pt x="555" y="2560"/>
                    <a:pt x="1281" y="2560"/>
                  </a:cubicBezTo>
                  <a:cubicBezTo>
                    <a:pt x="1963" y="2560"/>
                    <a:pt x="2561" y="1963"/>
                    <a:pt x="2561" y="1280"/>
                  </a:cubicBezTo>
                  <a:cubicBezTo>
                    <a:pt x="2561" y="555"/>
                    <a:pt x="1963"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7"/>
            <p:cNvSpPr/>
            <p:nvPr/>
          </p:nvSpPr>
          <p:spPr>
            <a:xfrm>
              <a:off x="4258497" y="3044669"/>
              <a:ext cx="57635" cy="53965"/>
            </a:xfrm>
            <a:custGeom>
              <a:avLst/>
              <a:gdLst/>
              <a:ahLst/>
              <a:cxnLst/>
              <a:rect l="l" t="t" r="r" b="b"/>
              <a:pathLst>
                <a:path w="2561" h="2560" extrusionOk="0">
                  <a:moveTo>
                    <a:pt x="1281" y="0"/>
                  </a:moveTo>
                  <a:cubicBezTo>
                    <a:pt x="598" y="0"/>
                    <a:pt x="1" y="555"/>
                    <a:pt x="1" y="1280"/>
                  </a:cubicBezTo>
                  <a:cubicBezTo>
                    <a:pt x="1" y="1963"/>
                    <a:pt x="598" y="2560"/>
                    <a:pt x="1281" y="2560"/>
                  </a:cubicBezTo>
                  <a:cubicBezTo>
                    <a:pt x="2006" y="2560"/>
                    <a:pt x="2560" y="1963"/>
                    <a:pt x="2560" y="1280"/>
                  </a:cubicBezTo>
                  <a:cubicBezTo>
                    <a:pt x="2560" y="555"/>
                    <a:pt x="2006"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7"/>
            <p:cNvSpPr/>
            <p:nvPr/>
          </p:nvSpPr>
          <p:spPr>
            <a:xfrm>
              <a:off x="4390039" y="3044669"/>
              <a:ext cx="57613" cy="53965"/>
            </a:xfrm>
            <a:custGeom>
              <a:avLst/>
              <a:gdLst/>
              <a:ahLst/>
              <a:cxnLst/>
              <a:rect l="l" t="t" r="r" b="b"/>
              <a:pathLst>
                <a:path w="2560" h="2560" extrusionOk="0">
                  <a:moveTo>
                    <a:pt x="1280" y="0"/>
                  </a:moveTo>
                  <a:cubicBezTo>
                    <a:pt x="555" y="0"/>
                    <a:pt x="0" y="555"/>
                    <a:pt x="0" y="1280"/>
                  </a:cubicBezTo>
                  <a:cubicBezTo>
                    <a:pt x="0" y="1963"/>
                    <a:pt x="555" y="2560"/>
                    <a:pt x="1280" y="2560"/>
                  </a:cubicBezTo>
                  <a:cubicBezTo>
                    <a:pt x="1963" y="2560"/>
                    <a:pt x="2560" y="1963"/>
                    <a:pt x="2560" y="1280"/>
                  </a:cubicBezTo>
                  <a:cubicBezTo>
                    <a:pt x="2560" y="555"/>
                    <a:pt x="1963" y="0"/>
                    <a:pt x="12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7"/>
            <p:cNvSpPr/>
            <p:nvPr/>
          </p:nvSpPr>
          <p:spPr>
            <a:xfrm>
              <a:off x="3132320" y="2673019"/>
              <a:ext cx="1400779" cy="790732"/>
            </a:xfrm>
            <a:custGeom>
              <a:avLst/>
              <a:gdLst/>
              <a:ahLst/>
              <a:cxnLst/>
              <a:rect l="l" t="t" r="r" b="b"/>
              <a:pathLst>
                <a:path w="62243" h="37511" extrusionOk="0">
                  <a:moveTo>
                    <a:pt x="41511" y="1"/>
                  </a:moveTo>
                  <a:cubicBezTo>
                    <a:pt x="40217" y="1"/>
                    <a:pt x="38922" y="4"/>
                    <a:pt x="37627" y="11"/>
                  </a:cubicBezTo>
                  <a:cubicBezTo>
                    <a:pt x="29693" y="11"/>
                    <a:pt x="21758" y="182"/>
                    <a:pt x="13823" y="523"/>
                  </a:cubicBezTo>
                  <a:cubicBezTo>
                    <a:pt x="9386" y="694"/>
                    <a:pt x="4864" y="864"/>
                    <a:pt x="427" y="1376"/>
                  </a:cubicBezTo>
                  <a:cubicBezTo>
                    <a:pt x="43" y="1419"/>
                    <a:pt x="1" y="2016"/>
                    <a:pt x="427" y="2016"/>
                  </a:cubicBezTo>
                  <a:cubicBezTo>
                    <a:pt x="4437" y="2016"/>
                    <a:pt x="8405" y="1760"/>
                    <a:pt x="12372" y="1632"/>
                  </a:cubicBezTo>
                  <a:cubicBezTo>
                    <a:pt x="16340" y="1462"/>
                    <a:pt x="20350" y="1334"/>
                    <a:pt x="24317" y="1248"/>
                  </a:cubicBezTo>
                  <a:cubicBezTo>
                    <a:pt x="29740" y="1103"/>
                    <a:pt x="35162" y="1037"/>
                    <a:pt x="40585" y="1037"/>
                  </a:cubicBezTo>
                  <a:cubicBezTo>
                    <a:pt x="43097" y="1037"/>
                    <a:pt x="45610" y="1051"/>
                    <a:pt x="48122" y="1078"/>
                  </a:cubicBezTo>
                  <a:cubicBezTo>
                    <a:pt x="52601" y="1120"/>
                    <a:pt x="57081" y="1206"/>
                    <a:pt x="61517" y="1376"/>
                  </a:cubicBezTo>
                  <a:cubicBezTo>
                    <a:pt x="62243" y="1376"/>
                    <a:pt x="62243" y="310"/>
                    <a:pt x="61517" y="310"/>
                  </a:cubicBezTo>
                  <a:cubicBezTo>
                    <a:pt x="54870" y="95"/>
                    <a:pt x="48193" y="1"/>
                    <a:pt x="41511" y="1"/>
                  </a:cubicBezTo>
                  <a:close/>
                  <a:moveTo>
                    <a:pt x="41511" y="2475"/>
                  </a:moveTo>
                  <a:cubicBezTo>
                    <a:pt x="40217" y="2475"/>
                    <a:pt x="38922" y="2479"/>
                    <a:pt x="37627" y="2486"/>
                  </a:cubicBezTo>
                  <a:cubicBezTo>
                    <a:pt x="29693" y="2528"/>
                    <a:pt x="21758" y="2656"/>
                    <a:pt x="13865" y="2997"/>
                  </a:cubicBezTo>
                  <a:cubicBezTo>
                    <a:pt x="9386" y="3211"/>
                    <a:pt x="4907" y="3339"/>
                    <a:pt x="427" y="3851"/>
                  </a:cubicBezTo>
                  <a:cubicBezTo>
                    <a:pt x="86" y="3893"/>
                    <a:pt x="86" y="4448"/>
                    <a:pt x="427" y="4491"/>
                  </a:cubicBezTo>
                  <a:cubicBezTo>
                    <a:pt x="4437" y="4491"/>
                    <a:pt x="8405" y="4277"/>
                    <a:pt x="12372" y="4107"/>
                  </a:cubicBezTo>
                  <a:cubicBezTo>
                    <a:pt x="16340" y="3936"/>
                    <a:pt x="20350" y="3808"/>
                    <a:pt x="24317" y="3723"/>
                  </a:cubicBezTo>
                  <a:cubicBezTo>
                    <a:pt x="29607" y="3609"/>
                    <a:pt x="34897" y="3552"/>
                    <a:pt x="40187" y="3552"/>
                  </a:cubicBezTo>
                  <a:cubicBezTo>
                    <a:pt x="42832" y="3552"/>
                    <a:pt x="45477" y="3566"/>
                    <a:pt x="48122" y="3595"/>
                  </a:cubicBezTo>
                  <a:cubicBezTo>
                    <a:pt x="52601" y="3637"/>
                    <a:pt x="57081" y="3723"/>
                    <a:pt x="61517" y="3851"/>
                  </a:cubicBezTo>
                  <a:cubicBezTo>
                    <a:pt x="62200" y="3851"/>
                    <a:pt x="62200" y="2784"/>
                    <a:pt x="61517" y="2784"/>
                  </a:cubicBezTo>
                  <a:cubicBezTo>
                    <a:pt x="54870" y="2570"/>
                    <a:pt x="48193" y="2475"/>
                    <a:pt x="41511" y="2475"/>
                  </a:cubicBezTo>
                  <a:close/>
                  <a:moveTo>
                    <a:pt x="40719" y="33151"/>
                  </a:moveTo>
                  <a:cubicBezTo>
                    <a:pt x="39688" y="33151"/>
                    <a:pt x="38658" y="33153"/>
                    <a:pt x="37627" y="33159"/>
                  </a:cubicBezTo>
                  <a:cubicBezTo>
                    <a:pt x="29693" y="33201"/>
                    <a:pt x="21758" y="33372"/>
                    <a:pt x="13865" y="33713"/>
                  </a:cubicBezTo>
                  <a:cubicBezTo>
                    <a:pt x="9386" y="33884"/>
                    <a:pt x="4907" y="34012"/>
                    <a:pt x="427" y="34567"/>
                  </a:cubicBezTo>
                  <a:cubicBezTo>
                    <a:pt x="86" y="34609"/>
                    <a:pt x="86" y="35121"/>
                    <a:pt x="427" y="35206"/>
                  </a:cubicBezTo>
                  <a:cubicBezTo>
                    <a:pt x="4437" y="35206"/>
                    <a:pt x="8405" y="34950"/>
                    <a:pt x="12372" y="34780"/>
                  </a:cubicBezTo>
                  <a:cubicBezTo>
                    <a:pt x="16340" y="34652"/>
                    <a:pt x="20350" y="34524"/>
                    <a:pt x="24317" y="34396"/>
                  </a:cubicBezTo>
                  <a:cubicBezTo>
                    <a:pt x="29607" y="34282"/>
                    <a:pt x="34897" y="34225"/>
                    <a:pt x="40187" y="34225"/>
                  </a:cubicBezTo>
                  <a:cubicBezTo>
                    <a:pt x="42832" y="34225"/>
                    <a:pt x="45477" y="34239"/>
                    <a:pt x="48122" y="34268"/>
                  </a:cubicBezTo>
                  <a:cubicBezTo>
                    <a:pt x="52601" y="34311"/>
                    <a:pt x="57081" y="34396"/>
                    <a:pt x="61517" y="34524"/>
                  </a:cubicBezTo>
                  <a:cubicBezTo>
                    <a:pt x="62200" y="34524"/>
                    <a:pt x="62200" y="33457"/>
                    <a:pt x="61517" y="33457"/>
                  </a:cubicBezTo>
                  <a:cubicBezTo>
                    <a:pt x="54608" y="33272"/>
                    <a:pt x="47665" y="33151"/>
                    <a:pt x="40719" y="33151"/>
                  </a:cubicBezTo>
                  <a:close/>
                  <a:moveTo>
                    <a:pt x="40719" y="35454"/>
                  </a:moveTo>
                  <a:cubicBezTo>
                    <a:pt x="39688" y="35454"/>
                    <a:pt x="38658" y="35457"/>
                    <a:pt x="37627" y="35462"/>
                  </a:cubicBezTo>
                  <a:cubicBezTo>
                    <a:pt x="29693" y="35505"/>
                    <a:pt x="21758" y="35676"/>
                    <a:pt x="13865" y="36017"/>
                  </a:cubicBezTo>
                  <a:cubicBezTo>
                    <a:pt x="9386" y="36188"/>
                    <a:pt x="4907" y="36316"/>
                    <a:pt x="427" y="36870"/>
                  </a:cubicBezTo>
                  <a:cubicBezTo>
                    <a:pt x="43" y="36913"/>
                    <a:pt x="1" y="37510"/>
                    <a:pt x="427" y="37510"/>
                  </a:cubicBezTo>
                  <a:cubicBezTo>
                    <a:pt x="4437" y="37510"/>
                    <a:pt x="8405" y="37254"/>
                    <a:pt x="12372" y="37126"/>
                  </a:cubicBezTo>
                  <a:cubicBezTo>
                    <a:pt x="16340" y="36956"/>
                    <a:pt x="20350" y="36828"/>
                    <a:pt x="24317" y="36742"/>
                  </a:cubicBezTo>
                  <a:cubicBezTo>
                    <a:pt x="29740" y="36596"/>
                    <a:pt x="35162" y="36530"/>
                    <a:pt x="40585" y="36530"/>
                  </a:cubicBezTo>
                  <a:cubicBezTo>
                    <a:pt x="43097" y="36530"/>
                    <a:pt x="45610" y="36545"/>
                    <a:pt x="48122" y="36572"/>
                  </a:cubicBezTo>
                  <a:cubicBezTo>
                    <a:pt x="52601" y="36614"/>
                    <a:pt x="57081" y="36700"/>
                    <a:pt x="61517" y="36870"/>
                  </a:cubicBezTo>
                  <a:cubicBezTo>
                    <a:pt x="62200" y="36870"/>
                    <a:pt x="62200" y="35804"/>
                    <a:pt x="61517" y="35761"/>
                  </a:cubicBezTo>
                  <a:cubicBezTo>
                    <a:pt x="54608" y="35575"/>
                    <a:pt x="47665" y="35454"/>
                    <a:pt x="40719" y="3545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0" name="Google Shape;2370;p37"/>
          <p:cNvSpPr/>
          <p:nvPr/>
        </p:nvSpPr>
        <p:spPr>
          <a:xfrm>
            <a:off x="2302453" y="2870545"/>
            <a:ext cx="57613" cy="53965"/>
          </a:xfrm>
          <a:custGeom>
            <a:avLst/>
            <a:gdLst/>
            <a:ahLst/>
            <a:cxnLst/>
            <a:rect l="l" t="t" r="r" b="b"/>
            <a:pathLst>
              <a:path w="2560" h="2560" extrusionOk="0">
                <a:moveTo>
                  <a:pt x="1280" y="0"/>
                </a:moveTo>
                <a:cubicBezTo>
                  <a:pt x="555" y="0"/>
                  <a:pt x="0" y="555"/>
                  <a:pt x="0" y="1280"/>
                </a:cubicBezTo>
                <a:cubicBezTo>
                  <a:pt x="0" y="1962"/>
                  <a:pt x="555" y="2560"/>
                  <a:pt x="1280" y="2560"/>
                </a:cubicBezTo>
                <a:cubicBezTo>
                  <a:pt x="1963" y="2560"/>
                  <a:pt x="2560" y="1962"/>
                  <a:pt x="2560" y="1280"/>
                </a:cubicBezTo>
                <a:cubicBezTo>
                  <a:pt x="2560" y="555"/>
                  <a:pt x="1963" y="0"/>
                  <a:pt x="12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1" name="Google Shape;2371;p37"/>
          <p:cNvGrpSpPr/>
          <p:nvPr/>
        </p:nvGrpSpPr>
        <p:grpSpPr>
          <a:xfrm>
            <a:off x="2516544" y="2485087"/>
            <a:ext cx="2453990" cy="800387"/>
            <a:chOff x="5967456" y="3799544"/>
            <a:chExt cx="2453990" cy="800387"/>
          </a:xfrm>
        </p:grpSpPr>
        <p:sp>
          <p:nvSpPr>
            <p:cNvPr id="2372" name="Google Shape;2372;p37"/>
            <p:cNvSpPr/>
            <p:nvPr/>
          </p:nvSpPr>
          <p:spPr>
            <a:xfrm>
              <a:off x="6007785" y="3837573"/>
              <a:ext cx="2376213" cy="738959"/>
            </a:xfrm>
            <a:custGeom>
              <a:avLst/>
              <a:gdLst/>
              <a:ahLst/>
              <a:cxnLst/>
              <a:rect l="l" t="t" r="r" b="b"/>
              <a:pathLst>
                <a:path w="105586" h="35055" extrusionOk="0">
                  <a:moveTo>
                    <a:pt x="26780" y="1"/>
                  </a:moveTo>
                  <a:cubicBezTo>
                    <a:pt x="20570" y="1"/>
                    <a:pt x="14436" y="600"/>
                    <a:pt x="8788" y="3043"/>
                  </a:cubicBezTo>
                  <a:cubicBezTo>
                    <a:pt x="6698" y="3939"/>
                    <a:pt x="4693" y="5091"/>
                    <a:pt x="3243" y="6840"/>
                  </a:cubicBezTo>
                  <a:cubicBezTo>
                    <a:pt x="0" y="10722"/>
                    <a:pt x="299" y="16396"/>
                    <a:pt x="1110" y="21387"/>
                  </a:cubicBezTo>
                  <a:cubicBezTo>
                    <a:pt x="1536" y="23904"/>
                    <a:pt x="2048" y="26506"/>
                    <a:pt x="3584" y="28554"/>
                  </a:cubicBezTo>
                  <a:cubicBezTo>
                    <a:pt x="6613" y="32692"/>
                    <a:pt x="12372" y="33332"/>
                    <a:pt x="17491" y="33588"/>
                  </a:cubicBezTo>
                  <a:cubicBezTo>
                    <a:pt x="30754" y="34321"/>
                    <a:pt x="44077" y="35054"/>
                    <a:pt x="57370" y="35054"/>
                  </a:cubicBezTo>
                  <a:cubicBezTo>
                    <a:pt x="68835" y="35054"/>
                    <a:pt x="80276" y="34509"/>
                    <a:pt x="91636" y="32948"/>
                  </a:cubicBezTo>
                  <a:cubicBezTo>
                    <a:pt x="96883" y="32223"/>
                    <a:pt x="103026" y="30559"/>
                    <a:pt x="104860" y="25525"/>
                  </a:cubicBezTo>
                  <a:cubicBezTo>
                    <a:pt x="105586" y="23477"/>
                    <a:pt x="105415" y="21259"/>
                    <a:pt x="105202" y="19083"/>
                  </a:cubicBezTo>
                  <a:cubicBezTo>
                    <a:pt x="105116" y="17889"/>
                    <a:pt x="104988" y="16652"/>
                    <a:pt x="104306" y="15671"/>
                  </a:cubicBezTo>
                  <a:cubicBezTo>
                    <a:pt x="103197" y="14049"/>
                    <a:pt x="100936" y="13708"/>
                    <a:pt x="98973" y="13580"/>
                  </a:cubicBezTo>
                  <a:cubicBezTo>
                    <a:pt x="93086" y="13196"/>
                    <a:pt x="87071" y="12386"/>
                    <a:pt x="81696" y="9741"/>
                  </a:cubicBezTo>
                  <a:cubicBezTo>
                    <a:pt x="81056" y="9485"/>
                    <a:pt x="80501" y="9058"/>
                    <a:pt x="80075" y="8546"/>
                  </a:cubicBezTo>
                  <a:cubicBezTo>
                    <a:pt x="79435" y="7650"/>
                    <a:pt x="79520" y="6370"/>
                    <a:pt x="79179" y="5304"/>
                  </a:cubicBezTo>
                  <a:cubicBezTo>
                    <a:pt x="78624" y="3811"/>
                    <a:pt x="77472" y="2616"/>
                    <a:pt x="76022" y="2062"/>
                  </a:cubicBezTo>
                  <a:cubicBezTo>
                    <a:pt x="74571" y="1464"/>
                    <a:pt x="73036" y="1166"/>
                    <a:pt x="71500" y="1038"/>
                  </a:cubicBezTo>
                  <a:cubicBezTo>
                    <a:pt x="66889" y="573"/>
                    <a:pt x="62264" y="468"/>
                    <a:pt x="57636" y="468"/>
                  </a:cubicBezTo>
                  <a:cubicBezTo>
                    <a:pt x="53798" y="468"/>
                    <a:pt x="49958" y="540"/>
                    <a:pt x="46123" y="540"/>
                  </a:cubicBezTo>
                  <a:cubicBezTo>
                    <a:pt x="43544" y="540"/>
                    <a:pt x="40967" y="508"/>
                    <a:pt x="38395" y="398"/>
                  </a:cubicBezTo>
                  <a:cubicBezTo>
                    <a:pt x="34560" y="234"/>
                    <a:pt x="30655" y="1"/>
                    <a:pt x="26780" y="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7"/>
            <p:cNvSpPr/>
            <p:nvPr/>
          </p:nvSpPr>
          <p:spPr>
            <a:xfrm>
              <a:off x="5967456" y="3799544"/>
              <a:ext cx="2453990" cy="800387"/>
            </a:xfrm>
            <a:custGeom>
              <a:avLst/>
              <a:gdLst/>
              <a:ahLst/>
              <a:cxnLst/>
              <a:rect l="l" t="t" r="r" b="b"/>
              <a:pathLst>
                <a:path w="109042" h="37969" extrusionOk="0">
                  <a:moveTo>
                    <a:pt x="63261" y="1029"/>
                  </a:moveTo>
                  <a:cubicBezTo>
                    <a:pt x="70271" y="1029"/>
                    <a:pt x="77276" y="1130"/>
                    <a:pt x="84256" y="1647"/>
                  </a:cubicBezTo>
                  <a:cubicBezTo>
                    <a:pt x="88820" y="1989"/>
                    <a:pt x="93385" y="2501"/>
                    <a:pt x="97950" y="3098"/>
                  </a:cubicBezTo>
                  <a:cubicBezTo>
                    <a:pt x="99102" y="3226"/>
                    <a:pt x="100211" y="3354"/>
                    <a:pt x="101363" y="3524"/>
                  </a:cubicBezTo>
                  <a:cubicBezTo>
                    <a:pt x="102216" y="3610"/>
                    <a:pt x="103069" y="3823"/>
                    <a:pt x="103880" y="4164"/>
                  </a:cubicBezTo>
                  <a:cubicBezTo>
                    <a:pt x="105799" y="5018"/>
                    <a:pt x="106141" y="6980"/>
                    <a:pt x="106524" y="8900"/>
                  </a:cubicBezTo>
                  <a:cubicBezTo>
                    <a:pt x="107335" y="13336"/>
                    <a:pt x="107804" y="17858"/>
                    <a:pt x="107847" y="22381"/>
                  </a:cubicBezTo>
                  <a:cubicBezTo>
                    <a:pt x="107890" y="24642"/>
                    <a:pt x="107804" y="26903"/>
                    <a:pt x="107676" y="29164"/>
                  </a:cubicBezTo>
                  <a:cubicBezTo>
                    <a:pt x="107548" y="30913"/>
                    <a:pt x="107506" y="33003"/>
                    <a:pt x="106439" y="34496"/>
                  </a:cubicBezTo>
                  <a:cubicBezTo>
                    <a:pt x="105330" y="35947"/>
                    <a:pt x="103240" y="36117"/>
                    <a:pt x="101533" y="36160"/>
                  </a:cubicBezTo>
                  <a:cubicBezTo>
                    <a:pt x="101294" y="36175"/>
                    <a:pt x="101138" y="36305"/>
                    <a:pt x="101067" y="36468"/>
                  </a:cubicBezTo>
                  <a:lnTo>
                    <a:pt x="101067" y="36468"/>
                  </a:lnTo>
                  <a:cubicBezTo>
                    <a:pt x="91949" y="36678"/>
                    <a:pt x="82792" y="36887"/>
                    <a:pt x="73676" y="37013"/>
                  </a:cubicBezTo>
                  <a:cubicBezTo>
                    <a:pt x="68556" y="37084"/>
                    <a:pt x="63449" y="37115"/>
                    <a:pt x="58341" y="37115"/>
                  </a:cubicBezTo>
                  <a:cubicBezTo>
                    <a:pt x="54170" y="37115"/>
                    <a:pt x="49999" y="37094"/>
                    <a:pt x="45818" y="37056"/>
                  </a:cubicBezTo>
                  <a:cubicBezTo>
                    <a:pt x="36561" y="36928"/>
                    <a:pt x="27389" y="36757"/>
                    <a:pt x="18131" y="36459"/>
                  </a:cubicBezTo>
                  <a:cubicBezTo>
                    <a:pt x="16484" y="36424"/>
                    <a:pt x="14808" y="36307"/>
                    <a:pt x="13127" y="36307"/>
                  </a:cubicBezTo>
                  <a:cubicBezTo>
                    <a:pt x="12719" y="36307"/>
                    <a:pt x="12311" y="36314"/>
                    <a:pt x="11903" y="36331"/>
                  </a:cubicBezTo>
                  <a:cubicBezTo>
                    <a:pt x="10737" y="36444"/>
                    <a:pt x="9571" y="36501"/>
                    <a:pt x="8405" y="36501"/>
                  </a:cubicBezTo>
                  <a:cubicBezTo>
                    <a:pt x="7822" y="36501"/>
                    <a:pt x="7239" y="36487"/>
                    <a:pt x="6656" y="36459"/>
                  </a:cubicBezTo>
                  <a:cubicBezTo>
                    <a:pt x="5077" y="36331"/>
                    <a:pt x="3456" y="35819"/>
                    <a:pt x="2475" y="34411"/>
                  </a:cubicBezTo>
                  <a:cubicBezTo>
                    <a:pt x="1536" y="33003"/>
                    <a:pt x="1280" y="31382"/>
                    <a:pt x="1195" y="29761"/>
                  </a:cubicBezTo>
                  <a:cubicBezTo>
                    <a:pt x="1024" y="27713"/>
                    <a:pt x="1067" y="25580"/>
                    <a:pt x="1067" y="23532"/>
                  </a:cubicBezTo>
                  <a:cubicBezTo>
                    <a:pt x="1110" y="21186"/>
                    <a:pt x="1195" y="18882"/>
                    <a:pt x="1323" y="16579"/>
                  </a:cubicBezTo>
                  <a:cubicBezTo>
                    <a:pt x="1494" y="14275"/>
                    <a:pt x="1707" y="12099"/>
                    <a:pt x="1963" y="9881"/>
                  </a:cubicBezTo>
                  <a:cubicBezTo>
                    <a:pt x="2176" y="8004"/>
                    <a:pt x="2347" y="5828"/>
                    <a:pt x="3925" y="4548"/>
                  </a:cubicBezTo>
                  <a:cubicBezTo>
                    <a:pt x="5376" y="3354"/>
                    <a:pt x="7552" y="2970"/>
                    <a:pt x="9343" y="2671"/>
                  </a:cubicBezTo>
                  <a:cubicBezTo>
                    <a:pt x="11434" y="2330"/>
                    <a:pt x="13567" y="2159"/>
                    <a:pt x="15700" y="2117"/>
                  </a:cubicBezTo>
                  <a:cubicBezTo>
                    <a:pt x="20051" y="2031"/>
                    <a:pt x="24360" y="1861"/>
                    <a:pt x="28711" y="1690"/>
                  </a:cubicBezTo>
                  <a:cubicBezTo>
                    <a:pt x="37969" y="1306"/>
                    <a:pt x="47269" y="1093"/>
                    <a:pt x="56526" y="1050"/>
                  </a:cubicBezTo>
                  <a:cubicBezTo>
                    <a:pt x="58771" y="1040"/>
                    <a:pt x="61017" y="1029"/>
                    <a:pt x="63261" y="1029"/>
                  </a:cubicBezTo>
                  <a:close/>
                  <a:moveTo>
                    <a:pt x="59563" y="0"/>
                  </a:moveTo>
                  <a:cubicBezTo>
                    <a:pt x="51924" y="0"/>
                    <a:pt x="44285" y="130"/>
                    <a:pt x="36646" y="368"/>
                  </a:cubicBezTo>
                  <a:cubicBezTo>
                    <a:pt x="31826" y="496"/>
                    <a:pt x="27005" y="666"/>
                    <a:pt x="22184" y="879"/>
                  </a:cubicBezTo>
                  <a:cubicBezTo>
                    <a:pt x="17918" y="1093"/>
                    <a:pt x="13652" y="879"/>
                    <a:pt x="9471" y="1562"/>
                  </a:cubicBezTo>
                  <a:cubicBezTo>
                    <a:pt x="7552" y="1861"/>
                    <a:pt x="5376" y="2287"/>
                    <a:pt x="3712" y="3354"/>
                  </a:cubicBezTo>
                  <a:cubicBezTo>
                    <a:pt x="2048" y="4463"/>
                    <a:pt x="1451" y="6255"/>
                    <a:pt x="1152" y="8132"/>
                  </a:cubicBezTo>
                  <a:cubicBezTo>
                    <a:pt x="470" y="12739"/>
                    <a:pt x="129" y="17389"/>
                    <a:pt x="86" y="22039"/>
                  </a:cubicBezTo>
                  <a:cubicBezTo>
                    <a:pt x="43" y="24343"/>
                    <a:pt x="1" y="26647"/>
                    <a:pt x="129" y="28908"/>
                  </a:cubicBezTo>
                  <a:cubicBezTo>
                    <a:pt x="129" y="30614"/>
                    <a:pt x="427" y="32278"/>
                    <a:pt x="1024" y="33856"/>
                  </a:cubicBezTo>
                  <a:cubicBezTo>
                    <a:pt x="1664" y="35349"/>
                    <a:pt x="2902" y="36544"/>
                    <a:pt x="4437" y="37056"/>
                  </a:cubicBezTo>
                  <a:cubicBezTo>
                    <a:pt x="5564" y="37431"/>
                    <a:pt x="6789" y="37533"/>
                    <a:pt x="7992" y="37533"/>
                  </a:cubicBezTo>
                  <a:cubicBezTo>
                    <a:pt x="8565" y="37533"/>
                    <a:pt x="9134" y="37510"/>
                    <a:pt x="9685" y="37482"/>
                  </a:cubicBezTo>
                  <a:cubicBezTo>
                    <a:pt x="11090" y="37420"/>
                    <a:pt x="12472" y="37380"/>
                    <a:pt x="13865" y="37380"/>
                  </a:cubicBezTo>
                  <a:cubicBezTo>
                    <a:pt x="14375" y="37380"/>
                    <a:pt x="14887" y="37386"/>
                    <a:pt x="15401" y="37397"/>
                  </a:cubicBezTo>
                  <a:cubicBezTo>
                    <a:pt x="17790" y="37482"/>
                    <a:pt x="20222" y="37568"/>
                    <a:pt x="22611" y="37610"/>
                  </a:cubicBezTo>
                  <a:cubicBezTo>
                    <a:pt x="27346" y="37738"/>
                    <a:pt x="32124" y="37824"/>
                    <a:pt x="36902" y="37866"/>
                  </a:cubicBezTo>
                  <a:cubicBezTo>
                    <a:pt x="42186" y="37937"/>
                    <a:pt x="47458" y="37969"/>
                    <a:pt x="52730" y="37969"/>
                  </a:cubicBezTo>
                  <a:cubicBezTo>
                    <a:pt x="57035" y="37969"/>
                    <a:pt x="61341" y="37947"/>
                    <a:pt x="65655" y="37909"/>
                  </a:cubicBezTo>
                  <a:cubicBezTo>
                    <a:pt x="75211" y="37824"/>
                    <a:pt x="84810" y="37568"/>
                    <a:pt x="94451" y="37226"/>
                  </a:cubicBezTo>
                  <a:cubicBezTo>
                    <a:pt x="96657" y="37146"/>
                    <a:pt x="98863" y="37028"/>
                    <a:pt x="101069" y="36908"/>
                  </a:cubicBezTo>
                  <a:lnTo>
                    <a:pt x="101069" y="36908"/>
                  </a:lnTo>
                  <a:cubicBezTo>
                    <a:pt x="101141" y="37065"/>
                    <a:pt x="101296" y="37184"/>
                    <a:pt x="101533" y="37184"/>
                  </a:cubicBezTo>
                  <a:cubicBezTo>
                    <a:pt x="103325" y="37099"/>
                    <a:pt x="105287" y="36971"/>
                    <a:pt x="106695" y="35691"/>
                  </a:cubicBezTo>
                  <a:cubicBezTo>
                    <a:pt x="108146" y="34411"/>
                    <a:pt x="108402" y="32534"/>
                    <a:pt x="108572" y="30827"/>
                  </a:cubicBezTo>
                  <a:cubicBezTo>
                    <a:pt x="108999" y="26177"/>
                    <a:pt x="109041" y="21527"/>
                    <a:pt x="108658" y="16877"/>
                  </a:cubicBezTo>
                  <a:cubicBezTo>
                    <a:pt x="108444" y="14574"/>
                    <a:pt x="108188" y="12313"/>
                    <a:pt x="107804" y="10009"/>
                  </a:cubicBezTo>
                  <a:cubicBezTo>
                    <a:pt x="107463" y="8132"/>
                    <a:pt x="107250" y="5785"/>
                    <a:pt x="105885" y="4292"/>
                  </a:cubicBezTo>
                  <a:cubicBezTo>
                    <a:pt x="104647" y="2970"/>
                    <a:pt x="102685" y="2629"/>
                    <a:pt x="100936" y="2415"/>
                  </a:cubicBezTo>
                  <a:cubicBezTo>
                    <a:pt x="98632" y="2074"/>
                    <a:pt x="96286" y="1775"/>
                    <a:pt x="93982" y="1519"/>
                  </a:cubicBezTo>
                  <a:cubicBezTo>
                    <a:pt x="89247" y="1007"/>
                    <a:pt x="84469" y="538"/>
                    <a:pt x="79691" y="325"/>
                  </a:cubicBezTo>
                  <a:cubicBezTo>
                    <a:pt x="74913" y="69"/>
                    <a:pt x="70178" y="26"/>
                    <a:pt x="65442" y="26"/>
                  </a:cubicBezTo>
                  <a:cubicBezTo>
                    <a:pt x="63482" y="9"/>
                    <a:pt x="61523" y="0"/>
                    <a:pt x="595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4" name="Google Shape;2374;p37"/>
          <p:cNvGrpSpPr/>
          <p:nvPr/>
        </p:nvGrpSpPr>
        <p:grpSpPr>
          <a:xfrm>
            <a:off x="1044734" y="2497145"/>
            <a:ext cx="1399834" cy="791575"/>
            <a:chOff x="4495646" y="3811602"/>
            <a:chExt cx="1399834" cy="791575"/>
          </a:xfrm>
        </p:grpSpPr>
        <p:sp>
          <p:nvSpPr>
            <p:cNvPr id="2375" name="Google Shape;2375;p37"/>
            <p:cNvSpPr/>
            <p:nvPr/>
          </p:nvSpPr>
          <p:spPr>
            <a:xfrm>
              <a:off x="5491249" y="4185002"/>
              <a:ext cx="57635" cy="53965"/>
            </a:xfrm>
            <a:custGeom>
              <a:avLst/>
              <a:gdLst/>
              <a:ahLst/>
              <a:cxnLst/>
              <a:rect l="l" t="t" r="r" b="b"/>
              <a:pathLst>
                <a:path w="2561" h="2560" extrusionOk="0">
                  <a:moveTo>
                    <a:pt x="1281" y="0"/>
                  </a:moveTo>
                  <a:cubicBezTo>
                    <a:pt x="555" y="0"/>
                    <a:pt x="1" y="555"/>
                    <a:pt x="1" y="1280"/>
                  </a:cubicBezTo>
                  <a:cubicBezTo>
                    <a:pt x="1" y="1962"/>
                    <a:pt x="555" y="2560"/>
                    <a:pt x="1281" y="2560"/>
                  </a:cubicBezTo>
                  <a:cubicBezTo>
                    <a:pt x="1963" y="2560"/>
                    <a:pt x="2561" y="1962"/>
                    <a:pt x="2561" y="1280"/>
                  </a:cubicBezTo>
                  <a:cubicBezTo>
                    <a:pt x="2561" y="555"/>
                    <a:pt x="1963" y="0"/>
                    <a:pt x="12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7"/>
            <p:cNvSpPr/>
            <p:nvPr/>
          </p:nvSpPr>
          <p:spPr>
            <a:xfrm>
              <a:off x="5621823" y="4185002"/>
              <a:ext cx="57635" cy="53965"/>
            </a:xfrm>
            <a:custGeom>
              <a:avLst/>
              <a:gdLst/>
              <a:ahLst/>
              <a:cxnLst/>
              <a:rect l="l" t="t" r="r" b="b"/>
              <a:pathLst>
                <a:path w="2561" h="2560" extrusionOk="0">
                  <a:moveTo>
                    <a:pt x="1281" y="0"/>
                  </a:moveTo>
                  <a:cubicBezTo>
                    <a:pt x="598" y="0"/>
                    <a:pt x="1" y="555"/>
                    <a:pt x="1" y="1280"/>
                  </a:cubicBezTo>
                  <a:cubicBezTo>
                    <a:pt x="1" y="1962"/>
                    <a:pt x="598" y="2560"/>
                    <a:pt x="1281" y="2560"/>
                  </a:cubicBezTo>
                  <a:cubicBezTo>
                    <a:pt x="2006" y="2560"/>
                    <a:pt x="2560" y="1962"/>
                    <a:pt x="2560" y="1280"/>
                  </a:cubicBezTo>
                  <a:cubicBezTo>
                    <a:pt x="2560" y="555"/>
                    <a:pt x="2006" y="0"/>
                    <a:pt x="12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7"/>
            <p:cNvSpPr/>
            <p:nvPr/>
          </p:nvSpPr>
          <p:spPr>
            <a:xfrm>
              <a:off x="4495646" y="3811602"/>
              <a:ext cx="1399834" cy="791575"/>
            </a:xfrm>
            <a:custGeom>
              <a:avLst/>
              <a:gdLst/>
              <a:ahLst/>
              <a:cxnLst/>
              <a:rect l="l" t="t" r="r" b="b"/>
              <a:pathLst>
                <a:path w="62201" h="37551" extrusionOk="0">
                  <a:moveTo>
                    <a:pt x="40719" y="1"/>
                  </a:moveTo>
                  <a:cubicBezTo>
                    <a:pt x="39688" y="1"/>
                    <a:pt x="38658" y="3"/>
                    <a:pt x="37627" y="9"/>
                  </a:cubicBezTo>
                  <a:cubicBezTo>
                    <a:pt x="29693" y="52"/>
                    <a:pt x="21758" y="222"/>
                    <a:pt x="13823" y="563"/>
                  </a:cubicBezTo>
                  <a:cubicBezTo>
                    <a:pt x="9386" y="734"/>
                    <a:pt x="4864" y="862"/>
                    <a:pt x="427" y="1417"/>
                  </a:cubicBezTo>
                  <a:cubicBezTo>
                    <a:pt x="86" y="1459"/>
                    <a:pt x="86" y="1971"/>
                    <a:pt x="427" y="2057"/>
                  </a:cubicBezTo>
                  <a:cubicBezTo>
                    <a:pt x="4437" y="2057"/>
                    <a:pt x="8405" y="1801"/>
                    <a:pt x="12372" y="1630"/>
                  </a:cubicBezTo>
                  <a:cubicBezTo>
                    <a:pt x="16340" y="1502"/>
                    <a:pt x="20350" y="1374"/>
                    <a:pt x="24317" y="1246"/>
                  </a:cubicBezTo>
                  <a:cubicBezTo>
                    <a:pt x="29607" y="1132"/>
                    <a:pt x="34897" y="1075"/>
                    <a:pt x="40187" y="1075"/>
                  </a:cubicBezTo>
                  <a:cubicBezTo>
                    <a:pt x="42832" y="1075"/>
                    <a:pt x="45477" y="1090"/>
                    <a:pt x="48122" y="1118"/>
                  </a:cubicBezTo>
                  <a:cubicBezTo>
                    <a:pt x="52601" y="1161"/>
                    <a:pt x="57081" y="1246"/>
                    <a:pt x="61517" y="1374"/>
                  </a:cubicBezTo>
                  <a:cubicBezTo>
                    <a:pt x="62200" y="1374"/>
                    <a:pt x="62200" y="307"/>
                    <a:pt x="61517" y="307"/>
                  </a:cubicBezTo>
                  <a:cubicBezTo>
                    <a:pt x="54608" y="122"/>
                    <a:pt x="47665" y="1"/>
                    <a:pt x="40719" y="1"/>
                  </a:cubicBezTo>
                  <a:close/>
                  <a:moveTo>
                    <a:pt x="41511" y="2515"/>
                  </a:moveTo>
                  <a:cubicBezTo>
                    <a:pt x="40217" y="2515"/>
                    <a:pt x="38922" y="2519"/>
                    <a:pt x="37627" y="2526"/>
                  </a:cubicBezTo>
                  <a:cubicBezTo>
                    <a:pt x="29693" y="2526"/>
                    <a:pt x="21758" y="2696"/>
                    <a:pt x="13865" y="3038"/>
                  </a:cubicBezTo>
                  <a:cubicBezTo>
                    <a:pt x="9386" y="3251"/>
                    <a:pt x="4907" y="3379"/>
                    <a:pt x="427" y="3891"/>
                  </a:cubicBezTo>
                  <a:cubicBezTo>
                    <a:pt x="43" y="3934"/>
                    <a:pt x="1" y="4531"/>
                    <a:pt x="427" y="4531"/>
                  </a:cubicBezTo>
                  <a:cubicBezTo>
                    <a:pt x="4437" y="4531"/>
                    <a:pt x="8405" y="4318"/>
                    <a:pt x="12372" y="4147"/>
                  </a:cubicBezTo>
                  <a:cubicBezTo>
                    <a:pt x="16340" y="3976"/>
                    <a:pt x="20350" y="3848"/>
                    <a:pt x="24317" y="3763"/>
                  </a:cubicBezTo>
                  <a:cubicBezTo>
                    <a:pt x="29607" y="3649"/>
                    <a:pt x="34897" y="3592"/>
                    <a:pt x="40187" y="3592"/>
                  </a:cubicBezTo>
                  <a:cubicBezTo>
                    <a:pt x="42832" y="3592"/>
                    <a:pt x="45477" y="3607"/>
                    <a:pt x="48122" y="3635"/>
                  </a:cubicBezTo>
                  <a:cubicBezTo>
                    <a:pt x="52601" y="3678"/>
                    <a:pt x="57081" y="3763"/>
                    <a:pt x="61517" y="3891"/>
                  </a:cubicBezTo>
                  <a:cubicBezTo>
                    <a:pt x="62200" y="3891"/>
                    <a:pt x="62200" y="2824"/>
                    <a:pt x="61517" y="2782"/>
                  </a:cubicBezTo>
                  <a:lnTo>
                    <a:pt x="61517" y="2824"/>
                  </a:lnTo>
                  <a:cubicBezTo>
                    <a:pt x="54870" y="2610"/>
                    <a:pt x="48193" y="2515"/>
                    <a:pt x="41511" y="2515"/>
                  </a:cubicBezTo>
                  <a:close/>
                  <a:moveTo>
                    <a:pt x="40719" y="33191"/>
                  </a:moveTo>
                  <a:cubicBezTo>
                    <a:pt x="39688" y="33191"/>
                    <a:pt x="38658" y="33193"/>
                    <a:pt x="37627" y="33199"/>
                  </a:cubicBezTo>
                  <a:cubicBezTo>
                    <a:pt x="29693" y="33242"/>
                    <a:pt x="21758" y="33370"/>
                    <a:pt x="13865" y="33754"/>
                  </a:cubicBezTo>
                  <a:cubicBezTo>
                    <a:pt x="9386" y="33924"/>
                    <a:pt x="4907" y="34052"/>
                    <a:pt x="427" y="34607"/>
                  </a:cubicBezTo>
                  <a:cubicBezTo>
                    <a:pt x="43" y="34649"/>
                    <a:pt x="1" y="35247"/>
                    <a:pt x="427" y="35247"/>
                  </a:cubicBezTo>
                  <a:cubicBezTo>
                    <a:pt x="4437" y="35247"/>
                    <a:pt x="8405" y="34991"/>
                    <a:pt x="12372" y="34820"/>
                  </a:cubicBezTo>
                  <a:cubicBezTo>
                    <a:pt x="16340" y="34692"/>
                    <a:pt x="20350" y="34564"/>
                    <a:pt x="24317" y="34436"/>
                  </a:cubicBezTo>
                  <a:cubicBezTo>
                    <a:pt x="29607" y="34322"/>
                    <a:pt x="34897" y="34265"/>
                    <a:pt x="40187" y="34265"/>
                  </a:cubicBezTo>
                  <a:cubicBezTo>
                    <a:pt x="42832" y="34265"/>
                    <a:pt x="45477" y="34280"/>
                    <a:pt x="48122" y="34308"/>
                  </a:cubicBezTo>
                  <a:cubicBezTo>
                    <a:pt x="52601" y="34351"/>
                    <a:pt x="57081" y="34436"/>
                    <a:pt x="61517" y="34564"/>
                  </a:cubicBezTo>
                  <a:cubicBezTo>
                    <a:pt x="62200" y="34564"/>
                    <a:pt x="62200" y="33498"/>
                    <a:pt x="61517" y="33498"/>
                  </a:cubicBezTo>
                  <a:cubicBezTo>
                    <a:pt x="54608" y="33312"/>
                    <a:pt x="47665" y="33191"/>
                    <a:pt x="40719" y="33191"/>
                  </a:cubicBezTo>
                  <a:close/>
                  <a:moveTo>
                    <a:pt x="40719" y="35494"/>
                  </a:moveTo>
                  <a:cubicBezTo>
                    <a:pt x="39688" y="35494"/>
                    <a:pt x="38658" y="35497"/>
                    <a:pt x="37627" y="35503"/>
                  </a:cubicBezTo>
                  <a:cubicBezTo>
                    <a:pt x="29693" y="35545"/>
                    <a:pt x="21758" y="35673"/>
                    <a:pt x="13865" y="36015"/>
                  </a:cubicBezTo>
                  <a:cubicBezTo>
                    <a:pt x="9386" y="36228"/>
                    <a:pt x="4907" y="36356"/>
                    <a:pt x="427" y="36910"/>
                  </a:cubicBezTo>
                  <a:cubicBezTo>
                    <a:pt x="43" y="36953"/>
                    <a:pt x="1" y="37550"/>
                    <a:pt x="427" y="37550"/>
                  </a:cubicBezTo>
                  <a:cubicBezTo>
                    <a:pt x="4437" y="37550"/>
                    <a:pt x="8405" y="37294"/>
                    <a:pt x="12372" y="37124"/>
                  </a:cubicBezTo>
                  <a:cubicBezTo>
                    <a:pt x="16340" y="36996"/>
                    <a:pt x="20350" y="36868"/>
                    <a:pt x="24317" y="36782"/>
                  </a:cubicBezTo>
                  <a:cubicBezTo>
                    <a:pt x="29740" y="36637"/>
                    <a:pt x="35162" y="36571"/>
                    <a:pt x="40585" y="36571"/>
                  </a:cubicBezTo>
                  <a:cubicBezTo>
                    <a:pt x="43097" y="36571"/>
                    <a:pt x="45610" y="36585"/>
                    <a:pt x="48122" y="36612"/>
                  </a:cubicBezTo>
                  <a:cubicBezTo>
                    <a:pt x="52601" y="36654"/>
                    <a:pt x="57081" y="36740"/>
                    <a:pt x="61517" y="36868"/>
                  </a:cubicBezTo>
                  <a:cubicBezTo>
                    <a:pt x="61531" y="36869"/>
                    <a:pt x="61544" y="36869"/>
                    <a:pt x="61557" y="36869"/>
                  </a:cubicBezTo>
                  <a:cubicBezTo>
                    <a:pt x="62200" y="36869"/>
                    <a:pt x="62187" y="35843"/>
                    <a:pt x="61517" y="35801"/>
                  </a:cubicBezTo>
                  <a:cubicBezTo>
                    <a:pt x="54608" y="35616"/>
                    <a:pt x="47665" y="35494"/>
                    <a:pt x="40719" y="3549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8" name="Google Shape;2378;p37"/>
          <p:cNvGrpSpPr/>
          <p:nvPr/>
        </p:nvGrpSpPr>
        <p:grpSpPr>
          <a:xfrm>
            <a:off x="23863" y="744708"/>
            <a:ext cx="904505" cy="911169"/>
            <a:chOff x="702043" y="1537192"/>
            <a:chExt cx="904505" cy="911169"/>
          </a:xfrm>
        </p:grpSpPr>
        <p:sp>
          <p:nvSpPr>
            <p:cNvPr id="2379" name="Google Shape;2379;p37"/>
            <p:cNvSpPr/>
            <p:nvPr/>
          </p:nvSpPr>
          <p:spPr>
            <a:xfrm>
              <a:off x="797530" y="1619922"/>
              <a:ext cx="793701" cy="813672"/>
            </a:xfrm>
            <a:custGeom>
              <a:avLst/>
              <a:gdLst/>
              <a:ahLst/>
              <a:cxnLst/>
              <a:rect l="l" t="t" r="r" b="b"/>
              <a:pathLst>
                <a:path w="37585" h="40451" extrusionOk="0">
                  <a:moveTo>
                    <a:pt x="34172" y="0"/>
                  </a:moveTo>
                  <a:cubicBezTo>
                    <a:pt x="34172" y="0"/>
                    <a:pt x="34172" y="43"/>
                    <a:pt x="34172" y="85"/>
                  </a:cubicBezTo>
                  <a:cubicBezTo>
                    <a:pt x="34342" y="1067"/>
                    <a:pt x="34428" y="2048"/>
                    <a:pt x="34428" y="3072"/>
                  </a:cubicBezTo>
                  <a:cubicBezTo>
                    <a:pt x="34470" y="4352"/>
                    <a:pt x="34470" y="5674"/>
                    <a:pt x="34470" y="6954"/>
                  </a:cubicBezTo>
                  <a:cubicBezTo>
                    <a:pt x="34470" y="12158"/>
                    <a:pt x="34300" y="17363"/>
                    <a:pt x="33958" y="22568"/>
                  </a:cubicBezTo>
                  <a:cubicBezTo>
                    <a:pt x="33788" y="25127"/>
                    <a:pt x="33574" y="27687"/>
                    <a:pt x="33319" y="30204"/>
                  </a:cubicBezTo>
                  <a:cubicBezTo>
                    <a:pt x="33105" y="32294"/>
                    <a:pt x="32721" y="34513"/>
                    <a:pt x="31100" y="36006"/>
                  </a:cubicBezTo>
                  <a:cubicBezTo>
                    <a:pt x="29735" y="37371"/>
                    <a:pt x="27773" y="37926"/>
                    <a:pt x="25938" y="38139"/>
                  </a:cubicBezTo>
                  <a:cubicBezTo>
                    <a:pt x="24914" y="38267"/>
                    <a:pt x="23933" y="38352"/>
                    <a:pt x="22952" y="38352"/>
                  </a:cubicBezTo>
                  <a:cubicBezTo>
                    <a:pt x="21672" y="38395"/>
                    <a:pt x="20392" y="38395"/>
                    <a:pt x="19112" y="38395"/>
                  </a:cubicBezTo>
                  <a:cubicBezTo>
                    <a:pt x="17193" y="38395"/>
                    <a:pt x="15273" y="38352"/>
                    <a:pt x="13353" y="38224"/>
                  </a:cubicBezTo>
                  <a:lnTo>
                    <a:pt x="13055" y="38224"/>
                  </a:lnTo>
                  <a:cubicBezTo>
                    <a:pt x="11348" y="38139"/>
                    <a:pt x="9642" y="38054"/>
                    <a:pt x="7935" y="37798"/>
                  </a:cubicBezTo>
                  <a:cubicBezTo>
                    <a:pt x="7082" y="37712"/>
                    <a:pt x="6272" y="37584"/>
                    <a:pt x="5418" y="37414"/>
                  </a:cubicBezTo>
                  <a:cubicBezTo>
                    <a:pt x="4992" y="37328"/>
                    <a:pt x="4565" y="37286"/>
                    <a:pt x="4139" y="37158"/>
                  </a:cubicBezTo>
                  <a:lnTo>
                    <a:pt x="4011" y="37115"/>
                  </a:lnTo>
                  <a:lnTo>
                    <a:pt x="3883" y="37115"/>
                  </a:lnTo>
                  <a:cubicBezTo>
                    <a:pt x="2859" y="36944"/>
                    <a:pt x="1878" y="36688"/>
                    <a:pt x="939" y="36347"/>
                  </a:cubicBezTo>
                  <a:cubicBezTo>
                    <a:pt x="598" y="36219"/>
                    <a:pt x="299" y="36091"/>
                    <a:pt x="0" y="35921"/>
                  </a:cubicBezTo>
                  <a:lnTo>
                    <a:pt x="0" y="35921"/>
                  </a:lnTo>
                  <a:cubicBezTo>
                    <a:pt x="427" y="36347"/>
                    <a:pt x="896" y="36774"/>
                    <a:pt x="1366" y="37158"/>
                  </a:cubicBezTo>
                  <a:cubicBezTo>
                    <a:pt x="2347" y="37883"/>
                    <a:pt x="3456" y="38352"/>
                    <a:pt x="4650" y="38565"/>
                  </a:cubicBezTo>
                  <a:cubicBezTo>
                    <a:pt x="6101" y="38864"/>
                    <a:pt x="7594" y="39035"/>
                    <a:pt x="9130" y="39248"/>
                  </a:cubicBezTo>
                  <a:cubicBezTo>
                    <a:pt x="10666" y="39461"/>
                    <a:pt x="12201" y="39632"/>
                    <a:pt x="13737" y="39803"/>
                  </a:cubicBezTo>
                  <a:cubicBezTo>
                    <a:pt x="16809" y="40101"/>
                    <a:pt x="19923" y="40272"/>
                    <a:pt x="22995" y="40400"/>
                  </a:cubicBezTo>
                  <a:cubicBezTo>
                    <a:pt x="24573" y="40443"/>
                    <a:pt x="26109" y="40443"/>
                    <a:pt x="27645" y="40443"/>
                  </a:cubicBezTo>
                  <a:cubicBezTo>
                    <a:pt x="27804" y="40448"/>
                    <a:pt x="27964" y="40451"/>
                    <a:pt x="28124" y="40451"/>
                  </a:cubicBezTo>
                  <a:cubicBezTo>
                    <a:pt x="29201" y="40451"/>
                    <a:pt x="30279" y="40330"/>
                    <a:pt x="31356" y="40144"/>
                  </a:cubicBezTo>
                  <a:cubicBezTo>
                    <a:pt x="32508" y="39888"/>
                    <a:pt x="33574" y="39248"/>
                    <a:pt x="34300" y="38310"/>
                  </a:cubicBezTo>
                  <a:cubicBezTo>
                    <a:pt x="34982" y="37328"/>
                    <a:pt x="35409" y="36176"/>
                    <a:pt x="35580" y="34982"/>
                  </a:cubicBezTo>
                  <a:cubicBezTo>
                    <a:pt x="35793" y="33574"/>
                    <a:pt x="35921" y="32166"/>
                    <a:pt x="36091" y="30759"/>
                  </a:cubicBezTo>
                  <a:cubicBezTo>
                    <a:pt x="36305" y="29180"/>
                    <a:pt x="36475" y="27644"/>
                    <a:pt x="36646" y="26109"/>
                  </a:cubicBezTo>
                  <a:cubicBezTo>
                    <a:pt x="36945" y="22952"/>
                    <a:pt x="37243" y="19837"/>
                    <a:pt x="37414" y="16680"/>
                  </a:cubicBezTo>
                  <a:cubicBezTo>
                    <a:pt x="37499" y="15145"/>
                    <a:pt x="37542" y="13566"/>
                    <a:pt x="37585" y="11988"/>
                  </a:cubicBezTo>
                  <a:cubicBezTo>
                    <a:pt x="37585" y="11263"/>
                    <a:pt x="37585" y="10495"/>
                    <a:pt x="37585" y="9727"/>
                  </a:cubicBezTo>
                  <a:cubicBezTo>
                    <a:pt x="37585" y="8959"/>
                    <a:pt x="37585" y="8234"/>
                    <a:pt x="37542" y="7466"/>
                  </a:cubicBezTo>
                  <a:cubicBezTo>
                    <a:pt x="37414" y="6314"/>
                    <a:pt x="37073" y="5162"/>
                    <a:pt x="36561" y="4138"/>
                  </a:cubicBezTo>
                  <a:cubicBezTo>
                    <a:pt x="36091" y="3114"/>
                    <a:pt x="35537" y="2176"/>
                    <a:pt x="34940" y="1237"/>
                  </a:cubicBezTo>
                  <a:cubicBezTo>
                    <a:pt x="34684" y="811"/>
                    <a:pt x="34428" y="384"/>
                    <a:pt x="34172" y="0"/>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7"/>
            <p:cNvSpPr/>
            <p:nvPr/>
          </p:nvSpPr>
          <p:spPr>
            <a:xfrm>
              <a:off x="729072" y="2000042"/>
              <a:ext cx="775688" cy="379429"/>
            </a:xfrm>
            <a:custGeom>
              <a:avLst/>
              <a:gdLst/>
              <a:ahLst/>
              <a:cxnLst/>
              <a:rect l="l" t="t" r="r" b="b"/>
              <a:pathLst>
                <a:path w="36732" h="18863" extrusionOk="0">
                  <a:moveTo>
                    <a:pt x="36731" y="1"/>
                  </a:moveTo>
                  <a:lnTo>
                    <a:pt x="36731" y="1"/>
                  </a:lnTo>
                  <a:cubicBezTo>
                    <a:pt x="36646" y="683"/>
                    <a:pt x="36518" y="1281"/>
                    <a:pt x="36433" y="1921"/>
                  </a:cubicBezTo>
                  <a:cubicBezTo>
                    <a:pt x="36134" y="3456"/>
                    <a:pt x="35665" y="4907"/>
                    <a:pt x="35366" y="6443"/>
                  </a:cubicBezTo>
                  <a:cubicBezTo>
                    <a:pt x="35025" y="8106"/>
                    <a:pt x="34555" y="9728"/>
                    <a:pt x="34044" y="11349"/>
                  </a:cubicBezTo>
                  <a:cubicBezTo>
                    <a:pt x="33745" y="12458"/>
                    <a:pt x="33190" y="13482"/>
                    <a:pt x="32422" y="14335"/>
                  </a:cubicBezTo>
                  <a:cubicBezTo>
                    <a:pt x="31569" y="15231"/>
                    <a:pt x="30375" y="15743"/>
                    <a:pt x="29095" y="15743"/>
                  </a:cubicBezTo>
                  <a:cubicBezTo>
                    <a:pt x="27815" y="15743"/>
                    <a:pt x="26535" y="15999"/>
                    <a:pt x="25255" y="16041"/>
                  </a:cubicBezTo>
                  <a:cubicBezTo>
                    <a:pt x="24882" y="16047"/>
                    <a:pt x="24507" y="16049"/>
                    <a:pt x="24132" y="16049"/>
                  </a:cubicBezTo>
                  <a:cubicBezTo>
                    <a:pt x="21554" y="16049"/>
                    <a:pt x="18952" y="15923"/>
                    <a:pt x="16382" y="15700"/>
                  </a:cubicBezTo>
                  <a:cubicBezTo>
                    <a:pt x="12372" y="15401"/>
                    <a:pt x="8362" y="15060"/>
                    <a:pt x="4394" y="14378"/>
                  </a:cubicBezTo>
                  <a:cubicBezTo>
                    <a:pt x="3584" y="14292"/>
                    <a:pt x="2859" y="14036"/>
                    <a:pt x="2219" y="13524"/>
                  </a:cubicBezTo>
                  <a:cubicBezTo>
                    <a:pt x="1877" y="13140"/>
                    <a:pt x="1579" y="12714"/>
                    <a:pt x="1408" y="12245"/>
                  </a:cubicBezTo>
                  <a:cubicBezTo>
                    <a:pt x="1109" y="11605"/>
                    <a:pt x="853" y="10922"/>
                    <a:pt x="598" y="10282"/>
                  </a:cubicBezTo>
                  <a:cubicBezTo>
                    <a:pt x="342" y="9770"/>
                    <a:pt x="171" y="9258"/>
                    <a:pt x="0" y="8746"/>
                  </a:cubicBezTo>
                  <a:lnTo>
                    <a:pt x="0" y="8746"/>
                  </a:lnTo>
                  <a:cubicBezTo>
                    <a:pt x="0" y="9002"/>
                    <a:pt x="43" y="9301"/>
                    <a:pt x="86" y="9600"/>
                  </a:cubicBezTo>
                  <a:cubicBezTo>
                    <a:pt x="256" y="11477"/>
                    <a:pt x="640" y="13567"/>
                    <a:pt x="1920" y="15017"/>
                  </a:cubicBezTo>
                  <a:cubicBezTo>
                    <a:pt x="3242" y="16511"/>
                    <a:pt x="5376" y="17108"/>
                    <a:pt x="7295" y="17492"/>
                  </a:cubicBezTo>
                  <a:cubicBezTo>
                    <a:pt x="7381" y="17492"/>
                    <a:pt x="7423" y="17534"/>
                    <a:pt x="7466" y="17577"/>
                  </a:cubicBezTo>
                  <a:lnTo>
                    <a:pt x="7637" y="17577"/>
                  </a:lnTo>
                  <a:cubicBezTo>
                    <a:pt x="8106" y="17620"/>
                    <a:pt x="8575" y="17748"/>
                    <a:pt x="9044" y="17833"/>
                  </a:cubicBezTo>
                  <a:cubicBezTo>
                    <a:pt x="10367" y="18089"/>
                    <a:pt x="11732" y="18302"/>
                    <a:pt x="13097" y="18473"/>
                  </a:cubicBezTo>
                  <a:cubicBezTo>
                    <a:pt x="16210" y="18727"/>
                    <a:pt x="19346" y="18863"/>
                    <a:pt x="22471" y="18863"/>
                  </a:cubicBezTo>
                  <a:cubicBezTo>
                    <a:pt x="23543" y="18863"/>
                    <a:pt x="24614" y="18847"/>
                    <a:pt x="25682" y="18814"/>
                  </a:cubicBezTo>
                  <a:cubicBezTo>
                    <a:pt x="25819" y="18817"/>
                    <a:pt x="25956" y="18819"/>
                    <a:pt x="26094" y="18819"/>
                  </a:cubicBezTo>
                  <a:cubicBezTo>
                    <a:pt x="27882" y="18819"/>
                    <a:pt x="29698" y="18561"/>
                    <a:pt x="31441" y="18046"/>
                  </a:cubicBezTo>
                  <a:cubicBezTo>
                    <a:pt x="32252" y="17748"/>
                    <a:pt x="33020" y="17321"/>
                    <a:pt x="33702" y="16767"/>
                  </a:cubicBezTo>
                  <a:cubicBezTo>
                    <a:pt x="34427" y="16084"/>
                    <a:pt x="34982" y="15273"/>
                    <a:pt x="35323" y="14335"/>
                  </a:cubicBezTo>
                  <a:cubicBezTo>
                    <a:pt x="35622" y="13311"/>
                    <a:pt x="35835" y="12287"/>
                    <a:pt x="35921" y="11221"/>
                  </a:cubicBezTo>
                  <a:cubicBezTo>
                    <a:pt x="36049" y="9983"/>
                    <a:pt x="36134" y="8746"/>
                    <a:pt x="36262" y="7552"/>
                  </a:cubicBezTo>
                  <a:cubicBezTo>
                    <a:pt x="36433" y="5035"/>
                    <a:pt x="36603" y="2518"/>
                    <a:pt x="36731" y="1"/>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7"/>
            <p:cNvSpPr/>
            <p:nvPr/>
          </p:nvSpPr>
          <p:spPr>
            <a:xfrm>
              <a:off x="759690" y="1588503"/>
              <a:ext cx="706317" cy="607232"/>
            </a:xfrm>
            <a:custGeom>
              <a:avLst/>
              <a:gdLst/>
              <a:ahLst/>
              <a:cxnLst/>
              <a:rect l="l" t="t" r="r" b="b"/>
              <a:pathLst>
                <a:path w="33447" h="30188" extrusionOk="0">
                  <a:moveTo>
                    <a:pt x="32722" y="1135"/>
                  </a:moveTo>
                  <a:cubicBezTo>
                    <a:pt x="32252" y="1306"/>
                    <a:pt x="32252" y="1989"/>
                    <a:pt x="32722" y="2159"/>
                  </a:cubicBezTo>
                  <a:cubicBezTo>
                    <a:pt x="33404" y="2159"/>
                    <a:pt x="33447" y="1135"/>
                    <a:pt x="32764" y="1135"/>
                  </a:cubicBezTo>
                  <a:close/>
                  <a:moveTo>
                    <a:pt x="7616" y="3578"/>
                  </a:moveTo>
                  <a:cubicBezTo>
                    <a:pt x="7509" y="3578"/>
                    <a:pt x="7402" y="3588"/>
                    <a:pt x="7296" y="3610"/>
                  </a:cubicBezTo>
                  <a:cubicBezTo>
                    <a:pt x="7168" y="3652"/>
                    <a:pt x="6997" y="3652"/>
                    <a:pt x="6869" y="3695"/>
                  </a:cubicBezTo>
                  <a:cubicBezTo>
                    <a:pt x="6528" y="3780"/>
                    <a:pt x="6187" y="3908"/>
                    <a:pt x="5931" y="4079"/>
                  </a:cubicBezTo>
                  <a:cubicBezTo>
                    <a:pt x="5803" y="4122"/>
                    <a:pt x="5760" y="4292"/>
                    <a:pt x="5803" y="4420"/>
                  </a:cubicBezTo>
                  <a:cubicBezTo>
                    <a:pt x="5835" y="4516"/>
                    <a:pt x="5939" y="4564"/>
                    <a:pt x="6043" y="4564"/>
                  </a:cubicBezTo>
                  <a:cubicBezTo>
                    <a:pt x="6077" y="4564"/>
                    <a:pt x="6112" y="4559"/>
                    <a:pt x="6144" y="4548"/>
                  </a:cubicBezTo>
                  <a:lnTo>
                    <a:pt x="6357" y="4548"/>
                  </a:lnTo>
                  <a:lnTo>
                    <a:pt x="6570" y="4506"/>
                  </a:lnTo>
                  <a:lnTo>
                    <a:pt x="6784" y="4463"/>
                  </a:lnTo>
                  <a:lnTo>
                    <a:pt x="7893" y="4463"/>
                  </a:lnTo>
                  <a:cubicBezTo>
                    <a:pt x="8106" y="4378"/>
                    <a:pt x="8192" y="4250"/>
                    <a:pt x="8192" y="4036"/>
                  </a:cubicBezTo>
                  <a:cubicBezTo>
                    <a:pt x="8234" y="3866"/>
                    <a:pt x="8106" y="3695"/>
                    <a:pt x="7936" y="3610"/>
                  </a:cubicBezTo>
                  <a:cubicBezTo>
                    <a:pt x="7829" y="3588"/>
                    <a:pt x="7722" y="3578"/>
                    <a:pt x="7616" y="3578"/>
                  </a:cubicBezTo>
                  <a:close/>
                  <a:moveTo>
                    <a:pt x="10666" y="5018"/>
                  </a:moveTo>
                  <a:cubicBezTo>
                    <a:pt x="10623" y="5018"/>
                    <a:pt x="10581" y="5060"/>
                    <a:pt x="10581" y="5060"/>
                  </a:cubicBezTo>
                  <a:lnTo>
                    <a:pt x="10495" y="5103"/>
                  </a:lnTo>
                  <a:cubicBezTo>
                    <a:pt x="10453" y="5103"/>
                    <a:pt x="10410" y="5146"/>
                    <a:pt x="10367" y="5188"/>
                  </a:cubicBezTo>
                  <a:lnTo>
                    <a:pt x="10325" y="5231"/>
                  </a:lnTo>
                  <a:lnTo>
                    <a:pt x="10282" y="5274"/>
                  </a:lnTo>
                  <a:cubicBezTo>
                    <a:pt x="10239" y="5316"/>
                    <a:pt x="10197" y="5359"/>
                    <a:pt x="10197" y="5402"/>
                  </a:cubicBezTo>
                  <a:cubicBezTo>
                    <a:pt x="10154" y="5487"/>
                    <a:pt x="10154" y="5530"/>
                    <a:pt x="10154" y="5615"/>
                  </a:cubicBezTo>
                  <a:cubicBezTo>
                    <a:pt x="10154" y="5658"/>
                    <a:pt x="10154" y="5700"/>
                    <a:pt x="10197" y="5786"/>
                  </a:cubicBezTo>
                  <a:cubicBezTo>
                    <a:pt x="10197" y="5828"/>
                    <a:pt x="10239" y="5871"/>
                    <a:pt x="10282" y="5914"/>
                  </a:cubicBezTo>
                  <a:lnTo>
                    <a:pt x="10367" y="5999"/>
                  </a:lnTo>
                  <a:cubicBezTo>
                    <a:pt x="10410" y="6041"/>
                    <a:pt x="10495" y="6041"/>
                    <a:pt x="10581" y="6041"/>
                  </a:cubicBezTo>
                  <a:lnTo>
                    <a:pt x="10709" y="6041"/>
                  </a:lnTo>
                  <a:cubicBezTo>
                    <a:pt x="10794" y="6041"/>
                    <a:pt x="10837" y="5999"/>
                    <a:pt x="10922" y="5956"/>
                  </a:cubicBezTo>
                  <a:cubicBezTo>
                    <a:pt x="10922" y="5914"/>
                    <a:pt x="10965" y="5914"/>
                    <a:pt x="10965" y="5871"/>
                  </a:cubicBezTo>
                  <a:lnTo>
                    <a:pt x="11007" y="5828"/>
                  </a:lnTo>
                  <a:cubicBezTo>
                    <a:pt x="11050" y="5786"/>
                    <a:pt x="11093" y="5743"/>
                    <a:pt x="11093" y="5700"/>
                  </a:cubicBezTo>
                  <a:lnTo>
                    <a:pt x="11135" y="5658"/>
                  </a:lnTo>
                  <a:lnTo>
                    <a:pt x="11178" y="5530"/>
                  </a:lnTo>
                  <a:cubicBezTo>
                    <a:pt x="11178" y="5487"/>
                    <a:pt x="11178" y="5444"/>
                    <a:pt x="11178" y="5359"/>
                  </a:cubicBezTo>
                  <a:cubicBezTo>
                    <a:pt x="11178" y="5359"/>
                    <a:pt x="11178" y="5316"/>
                    <a:pt x="11135" y="5274"/>
                  </a:cubicBezTo>
                  <a:cubicBezTo>
                    <a:pt x="11093" y="5231"/>
                    <a:pt x="11050" y="5188"/>
                    <a:pt x="11007" y="5146"/>
                  </a:cubicBezTo>
                  <a:lnTo>
                    <a:pt x="10922" y="5060"/>
                  </a:lnTo>
                  <a:lnTo>
                    <a:pt x="10837" y="5018"/>
                  </a:lnTo>
                  <a:close/>
                  <a:moveTo>
                    <a:pt x="28455" y="5786"/>
                  </a:moveTo>
                  <a:lnTo>
                    <a:pt x="28413" y="5828"/>
                  </a:lnTo>
                  <a:cubicBezTo>
                    <a:pt x="27816" y="5828"/>
                    <a:pt x="27816" y="6724"/>
                    <a:pt x="28413" y="6724"/>
                  </a:cubicBezTo>
                  <a:cubicBezTo>
                    <a:pt x="28426" y="6725"/>
                    <a:pt x="28440" y="6725"/>
                    <a:pt x="28453" y="6725"/>
                  </a:cubicBezTo>
                  <a:cubicBezTo>
                    <a:pt x="29054" y="6725"/>
                    <a:pt x="29082" y="5786"/>
                    <a:pt x="28455" y="5786"/>
                  </a:cubicBezTo>
                  <a:close/>
                  <a:moveTo>
                    <a:pt x="7509" y="8345"/>
                  </a:moveTo>
                  <a:cubicBezTo>
                    <a:pt x="6997" y="8388"/>
                    <a:pt x="6997" y="9156"/>
                    <a:pt x="7509" y="9241"/>
                  </a:cubicBezTo>
                  <a:cubicBezTo>
                    <a:pt x="8064" y="9156"/>
                    <a:pt x="8064" y="8388"/>
                    <a:pt x="7509" y="8345"/>
                  </a:cubicBezTo>
                  <a:close/>
                  <a:moveTo>
                    <a:pt x="10239" y="9284"/>
                  </a:moveTo>
                  <a:cubicBezTo>
                    <a:pt x="9855" y="9326"/>
                    <a:pt x="9855" y="9881"/>
                    <a:pt x="10239" y="9924"/>
                  </a:cubicBezTo>
                  <a:cubicBezTo>
                    <a:pt x="10623" y="9881"/>
                    <a:pt x="10623" y="9326"/>
                    <a:pt x="10239" y="9284"/>
                  </a:cubicBezTo>
                  <a:close/>
                  <a:moveTo>
                    <a:pt x="19838" y="9113"/>
                  </a:moveTo>
                  <a:cubicBezTo>
                    <a:pt x="19753" y="9113"/>
                    <a:pt x="19667" y="9156"/>
                    <a:pt x="19625" y="9241"/>
                  </a:cubicBezTo>
                  <a:lnTo>
                    <a:pt x="19454" y="9412"/>
                  </a:lnTo>
                  <a:cubicBezTo>
                    <a:pt x="19411" y="9454"/>
                    <a:pt x="19369" y="9497"/>
                    <a:pt x="19369" y="9582"/>
                  </a:cubicBezTo>
                  <a:cubicBezTo>
                    <a:pt x="19326" y="9625"/>
                    <a:pt x="19326" y="9668"/>
                    <a:pt x="19326" y="9753"/>
                  </a:cubicBezTo>
                  <a:cubicBezTo>
                    <a:pt x="19326" y="9881"/>
                    <a:pt x="19369" y="10009"/>
                    <a:pt x="19454" y="10094"/>
                  </a:cubicBezTo>
                  <a:lnTo>
                    <a:pt x="19539" y="10180"/>
                  </a:lnTo>
                  <a:cubicBezTo>
                    <a:pt x="19625" y="10222"/>
                    <a:pt x="19710" y="10222"/>
                    <a:pt x="19795" y="10222"/>
                  </a:cubicBezTo>
                  <a:lnTo>
                    <a:pt x="19923" y="10222"/>
                  </a:lnTo>
                  <a:cubicBezTo>
                    <a:pt x="20009" y="10222"/>
                    <a:pt x="20094" y="10180"/>
                    <a:pt x="20137" y="10094"/>
                  </a:cubicBezTo>
                  <a:lnTo>
                    <a:pt x="20307" y="9924"/>
                  </a:lnTo>
                  <a:cubicBezTo>
                    <a:pt x="20350" y="9881"/>
                    <a:pt x="20393" y="9838"/>
                    <a:pt x="20435" y="9796"/>
                  </a:cubicBezTo>
                  <a:cubicBezTo>
                    <a:pt x="20435" y="9710"/>
                    <a:pt x="20478" y="9668"/>
                    <a:pt x="20478" y="9582"/>
                  </a:cubicBezTo>
                  <a:cubicBezTo>
                    <a:pt x="20478" y="9497"/>
                    <a:pt x="20435" y="9454"/>
                    <a:pt x="20435" y="9412"/>
                  </a:cubicBezTo>
                  <a:cubicBezTo>
                    <a:pt x="20393" y="9326"/>
                    <a:pt x="20350" y="9284"/>
                    <a:pt x="20307" y="9241"/>
                  </a:cubicBezTo>
                  <a:lnTo>
                    <a:pt x="20222" y="9156"/>
                  </a:lnTo>
                  <a:cubicBezTo>
                    <a:pt x="20137" y="9113"/>
                    <a:pt x="20051" y="9113"/>
                    <a:pt x="19966" y="9113"/>
                  </a:cubicBezTo>
                  <a:close/>
                  <a:moveTo>
                    <a:pt x="21187" y="1"/>
                  </a:moveTo>
                  <a:cubicBezTo>
                    <a:pt x="19059" y="1"/>
                    <a:pt x="16932" y="66"/>
                    <a:pt x="14804" y="197"/>
                  </a:cubicBezTo>
                  <a:cubicBezTo>
                    <a:pt x="12372" y="368"/>
                    <a:pt x="9983" y="581"/>
                    <a:pt x="7552" y="922"/>
                  </a:cubicBezTo>
                  <a:cubicBezTo>
                    <a:pt x="6315" y="1093"/>
                    <a:pt x="5120" y="1306"/>
                    <a:pt x="3883" y="1519"/>
                  </a:cubicBezTo>
                  <a:cubicBezTo>
                    <a:pt x="2987" y="1647"/>
                    <a:pt x="2006" y="1861"/>
                    <a:pt x="1409" y="2586"/>
                  </a:cubicBezTo>
                  <a:cubicBezTo>
                    <a:pt x="1067" y="3055"/>
                    <a:pt x="897" y="3610"/>
                    <a:pt x="939" y="4207"/>
                  </a:cubicBezTo>
                  <a:cubicBezTo>
                    <a:pt x="897" y="4890"/>
                    <a:pt x="854" y="5572"/>
                    <a:pt x="811" y="6255"/>
                  </a:cubicBezTo>
                  <a:cubicBezTo>
                    <a:pt x="769" y="7620"/>
                    <a:pt x="854" y="9028"/>
                    <a:pt x="811" y="10393"/>
                  </a:cubicBezTo>
                  <a:cubicBezTo>
                    <a:pt x="811" y="10542"/>
                    <a:pt x="929" y="10617"/>
                    <a:pt x="1046" y="10617"/>
                  </a:cubicBezTo>
                  <a:cubicBezTo>
                    <a:pt x="1163" y="10617"/>
                    <a:pt x="1281" y="10542"/>
                    <a:pt x="1281" y="10393"/>
                  </a:cubicBezTo>
                  <a:cubicBezTo>
                    <a:pt x="1409" y="9198"/>
                    <a:pt x="1622" y="8047"/>
                    <a:pt x="1750" y="6852"/>
                  </a:cubicBezTo>
                  <a:cubicBezTo>
                    <a:pt x="1792" y="6297"/>
                    <a:pt x="1835" y="5700"/>
                    <a:pt x="1878" y="5103"/>
                  </a:cubicBezTo>
                  <a:cubicBezTo>
                    <a:pt x="1835" y="4591"/>
                    <a:pt x="1920" y="4036"/>
                    <a:pt x="2048" y="3482"/>
                  </a:cubicBezTo>
                  <a:cubicBezTo>
                    <a:pt x="2304" y="2714"/>
                    <a:pt x="3371" y="2586"/>
                    <a:pt x="4053" y="2458"/>
                  </a:cubicBezTo>
                  <a:cubicBezTo>
                    <a:pt x="5205" y="2245"/>
                    <a:pt x="6357" y="2074"/>
                    <a:pt x="7509" y="1946"/>
                  </a:cubicBezTo>
                  <a:cubicBezTo>
                    <a:pt x="11899" y="1342"/>
                    <a:pt x="16289" y="1004"/>
                    <a:pt x="20715" y="1004"/>
                  </a:cubicBezTo>
                  <a:cubicBezTo>
                    <a:pt x="20977" y="1004"/>
                    <a:pt x="21239" y="1005"/>
                    <a:pt x="21502" y="1008"/>
                  </a:cubicBezTo>
                  <a:cubicBezTo>
                    <a:pt x="24147" y="1008"/>
                    <a:pt x="26749" y="1093"/>
                    <a:pt x="29394" y="1349"/>
                  </a:cubicBezTo>
                  <a:cubicBezTo>
                    <a:pt x="29407" y="1350"/>
                    <a:pt x="29420" y="1350"/>
                    <a:pt x="29432" y="1350"/>
                  </a:cubicBezTo>
                  <a:cubicBezTo>
                    <a:pt x="30034" y="1350"/>
                    <a:pt x="30021" y="367"/>
                    <a:pt x="29394" y="325"/>
                  </a:cubicBezTo>
                  <a:cubicBezTo>
                    <a:pt x="26658" y="109"/>
                    <a:pt x="23923" y="1"/>
                    <a:pt x="21187" y="1"/>
                  </a:cubicBezTo>
                  <a:close/>
                  <a:moveTo>
                    <a:pt x="8789" y="12483"/>
                  </a:moveTo>
                  <a:cubicBezTo>
                    <a:pt x="8405" y="12483"/>
                    <a:pt x="8405" y="13081"/>
                    <a:pt x="8789" y="13081"/>
                  </a:cubicBezTo>
                  <a:cubicBezTo>
                    <a:pt x="9087" y="12995"/>
                    <a:pt x="9087" y="12569"/>
                    <a:pt x="8789" y="12483"/>
                  </a:cubicBezTo>
                  <a:close/>
                  <a:moveTo>
                    <a:pt x="9429" y="15427"/>
                  </a:moveTo>
                  <a:cubicBezTo>
                    <a:pt x="9101" y="15427"/>
                    <a:pt x="9088" y="15899"/>
                    <a:pt x="9389" y="15899"/>
                  </a:cubicBezTo>
                  <a:cubicBezTo>
                    <a:pt x="9402" y="15899"/>
                    <a:pt x="9415" y="15898"/>
                    <a:pt x="9429" y="15896"/>
                  </a:cubicBezTo>
                  <a:cubicBezTo>
                    <a:pt x="9685" y="15853"/>
                    <a:pt x="9685" y="15512"/>
                    <a:pt x="9429" y="15427"/>
                  </a:cubicBezTo>
                  <a:close/>
                  <a:moveTo>
                    <a:pt x="14377" y="16621"/>
                  </a:moveTo>
                  <a:cubicBezTo>
                    <a:pt x="13908" y="16792"/>
                    <a:pt x="13908" y="17432"/>
                    <a:pt x="14377" y="17603"/>
                  </a:cubicBezTo>
                  <a:cubicBezTo>
                    <a:pt x="14975" y="17560"/>
                    <a:pt x="14975" y="16664"/>
                    <a:pt x="14377" y="16621"/>
                  </a:cubicBezTo>
                  <a:close/>
                  <a:moveTo>
                    <a:pt x="9429" y="18200"/>
                  </a:moveTo>
                  <a:cubicBezTo>
                    <a:pt x="9045" y="18285"/>
                    <a:pt x="9045" y="18840"/>
                    <a:pt x="9429" y="18882"/>
                  </a:cubicBezTo>
                  <a:cubicBezTo>
                    <a:pt x="9813" y="18840"/>
                    <a:pt x="9813" y="18285"/>
                    <a:pt x="9429" y="18200"/>
                  </a:cubicBezTo>
                  <a:close/>
                  <a:moveTo>
                    <a:pt x="22242" y="18742"/>
                  </a:moveTo>
                  <a:cubicBezTo>
                    <a:pt x="22225" y="18742"/>
                    <a:pt x="22206" y="18746"/>
                    <a:pt x="22184" y="18754"/>
                  </a:cubicBezTo>
                  <a:lnTo>
                    <a:pt x="22099" y="18754"/>
                  </a:lnTo>
                  <a:cubicBezTo>
                    <a:pt x="22056" y="18754"/>
                    <a:pt x="22014" y="18797"/>
                    <a:pt x="22014" y="18840"/>
                  </a:cubicBezTo>
                  <a:cubicBezTo>
                    <a:pt x="22014" y="18882"/>
                    <a:pt x="22056" y="18925"/>
                    <a:pt x="22099" y="18968"/>
                  </a:cubicBezTo>
                  <a:lnTo>
                    <a:pt x="22184" y="18968"/>
                  </a:lnTo>
                  <a:cubicBezTo>
                    <a:pt x="22206" y="18976"/>
                    <a:pt x="22225" y="18980"/>
                    <a:pt x="22242" y="18980"/>
                  </a:cubicBezTo>
                  <a:cubicBezTo>
                    <a:pt x="22378" y="18980"/>
                    <a:pt x="22378" y="18742"/>
                    <a:pt x="22242" y="18742"/>
                  </a:cubicBezTo>
                  <a:close/>
                  <a:moveTo>
                    <a:pt x="25768" y="21069"/>
                  </a:moveTo>
                  <a:cubicBezTo>
                    <a:pt x="25757" y="21069"/>
                    <a:pt x="25746" y="21079"/>
                    <a:pt x="25725" y="21101"/>
                  </a:cubicBezTo>
                  <a:lnTo>
                    <a:pt x="25682" y="21101"/>
                  </a:lnTo>
                  <a:cubicBezTo>
                    <a:pt x="25640" y="21101"/>
                    <a:pt x="25640" y="21101"/>
                    <a:pt x="25597" y="21143"/>
                  </a:cubicBezTo>
                  <a:lnTo>
                    <a:pt x="25597" y="21186"/>
                  </a:lnTo>
                  <a:cubicBezTo>
                    <a:pt x="25597" y="21186"/>
                    <a:pt x="25597" y="21229"/>
                    <a:pt x="25597" y="21271"/>
                  </a:cubicBezTo>
                  <a:lnTo>
                    <a:pt x="25597" y="21399"/>
                  </a:lnTo>
                  <a:cubicBezTo>
                    <a:pt x="25597" y="21442"/>
                    <a:pt x="25597" y="21442"/>
                    <a:pt x="25597" y="21485"/>
                  </a:cubicBezTo>
                  <a:cubicBezTo>
                    <a:pt x="25640" y="21527"/>
                    <a:pt x="25640" y="21570"/>
                    <a:pt x="25725" y="21570"/>
                  </a:cubicBezTo>
                  <a:lnTo>
                    <a:pt x="25810" y="21570"/>
                  </a:lnTo>
                  <a:cubicBezTo>
                    <a:pt x="25853" y="21570"/>
                    <a:pt x="25896" y="21570"/>
                    <a:pt x="25896" y="21527"/>
                  </a:cubicBezTo>
                  <a:lnTo>
                    <a:pt x="25896" y="21485"/>
                  </a:lnTo>
                  <a:cubicBezTo>
                    <a:pt x="25896" y="21485"/>
                    <a:pt x="25896" y="21442"/>
                    <a:pt x="25896" y="21399"/>
                  </a:cubicBezTo>
                  <a:lnTo>
                    <a:pt x="25896" y="21229"/>
                  </a:lnTo>
                  <a:cubicBezTo>
                    <a:pt x="25896" y="21229"/>
                    <a:pt x="25896" y="21229"/>
                    <a:pt x="25896" y="21186"/>
                  </a:cubicBezTo>
                  <a:cubicBezTo>
                    <a:pt x="25896" y="21143"/>
                    <a:pt x="25896" y="21143"/>
                    <a:pt x="25853" y="21143"/>
                  </a:cubicBezTo>
                  <a:cubicBezTo>
                    <a:pt x="25853" y="21101"/>
                    <a:pt x="25810" y="21101"/>
                    <a:pt x="25810" y="21101"/>
                  </a:cubicBezTo>
                  <a:cubicBezTo>
                    <a:pt x="25789" y="21079"/>
                    <a:pt x="25778" y="21069"/>
                    <a:pt x="25768" y="21069"/>
                  </a:cubicBezTo>
                  <a:close/>
                  <a:moveTo>
                    <a:pt x="13673" y="22562"/>
                  </a:moveTo>
                  <a:cubicBezTo>
                    <a:pt x="13652" y="22562"/>
                    <a:pt x="13631" y="22573"/>
                    <a:pt x="13609" y="22594"/>
                  </a:cubicBezTo>
                  <a:cubicBezTo>
                    <a:pt x="13567" y="22594"/>
                    <a:pt x="13567" y="22594"/>
                    <a:pt x="13524" y="22637"/>
                  </a:cubicBezTo>
                  <a:cubicBezTo>
                    <a:pt x="13482" y="22679"/>
                    <a:pt x="13482" y="22679"/>
                    <a:pt x="13482" y="22722"/>
                  </a:cubicBezTo>
                  <a:cubicBezTo>
                    <a:pt x="13439" y="22765"/>
                    <a:pt x="13439" y="22807"/>
                    <a:pt x="13482" y="22850"/>
                  </a:cubicBezTo>
                  <a:lnTo>
                    <a:pt x="13482" y="22935"/>
                  </a:lnTo>
                  <a:cubicBezTo>
                    <a:pt x="13482" y="22978"/>
                    <a:pt x="13524" y="23021"/>
                    <a:pt x="13567" y="23063"/>
                  </a:cubicBezTo>
                  <a:lnTo>
                    <a:pt x="13609" y="23106"/>
                  </a:lnTo>
                  <a:cubicBezTo>
                    <a:pt x="13652" y="23148"/>
                    <a:pt x="13695" y="23148"/>
                    <a:pt x="13780" y="23148"/>
                  </a:cubicBezTo>
                  <a:lnTo>
                    <a:pt x="14036" y="23148"/>
                  </a:lnTo>
                  <a:cubicBezTo>
                    <a:pt x="14079" y="23148"/>
                    <a:pt x="14121" y="23106"/>
                    <a:pt x="14121" y="23106"/>
                  </a:cubicBezTo>
                  <a:cubicBezTo>
                    <a:pt x="14164" y="23063"/>
                    <a:pt x="14164" y="23021"/>
                    <a:pt x="14207" y="22978"/>
                  </a:cubicBezTo>
                  <a:cubicBezTo>
                    <a:pt x="14207" y="22935"/>
                    <a:pt x="14207" y="22935"/>
                    <a:pt x="14207" y="22893"/>
                  </a:cubicBezTo>
                  <a:lnTo>
                    <a:pt x="14207" y="22807"/>
                  </a:lnTo>
                  <a:cubicBezTo>
                    <a:pt x="14164" y="22765"/>
                    <a:pt x="14164" y="22679"/>
                    <a:pt x="14121" y="22679"/>
                  </a:cubicBezTo>
                  <a:lnTo>
                    <a:pt x="14036" y="22637"/>
                  </a:lnTo>
                  <a:cubicBezTo>
                    <a:pt x="13993" y="22594"/>
                    <a:pt x="13951" y="22594"/>
                    <a:pt x="13908" y="22594"/>
                  </a:cubicBezTo>
                  <a:lnTo>
                    <a:pt x="13737" y="22594"/>
                  </a:lnTo>
                  <a:cubicBezTo>
                    <a:pt x="13716" y="22573"/>
                    <a:pt x="13695" y="22562"/>
                    <a:pt x="13673" y="22562"/>
                  </a:cubicBezTo>
                  <a:close/>
                  <a:moveTo>
                    <a:pt x="1030" y="13274"/>
                  </a:moveTo>
                  <a:cubicBezTo>
                    <a:pt x="949" y="13274"/>
                    <a:pt x="872" y="13308"/>
                    <a:pt x="854" y="13379"/>
                  </a:cubicBezTo>
                  <a:cubicBezTo>
                    <a:pt x="726" y="13976"/>
                    <a:pt x="598" y="14488"/>
                    <a:pt x="470" y="15086"/>
                  </a:cubicBezTo>
                  <a:cubicBezTo>
                    <a:pt x="385" y="15640"/>
                    <a:pt x="299" y="16195"/>
                    <a:pt x="214" y="16749"/>
                  </a:cubicBezTo>
                  <a:cubicBezTo>
                    <a:pt x="86" y="17859"/>
                    <a:pt x="1" y="19010"/>
                    <a:pt x="1" y="20120"/>
                  </a:cubicBezTo>
                  <a:cubicBezTo>
                    <a:pt x="1" y="21271"/>
                    <a:pt x="43" y="22381"/>
                    <a:pt x="86" y="23532"/>
                  </a:cubicBezTo>
                  <a:cubicBezTo>
                    <a:pt x="129" y="24087"/>
                    <a:pt x="214" y="24684"/>
                    <a:pt x="257" y="25239"/>
                  </a:cubicBezTo>
                  <a:cubicBezTo>
                    <a:pt x="299" y="25793"/>
                    <a:pt x="385" y="26391"/>
                    <a:pt x="555" y="26903"/>
                  </a:cubicBezTo>
                  <a:cubicBezTo>
                    <a:pt x="661" y="27044"/>
                    <a:pt x="797" y="27127"/>
                    <a:pt x="961" y="27127"/>
                  </a:cubicBezTo>
                  <a:cubicBezTo>
                    <a:pt x="995" y="27127"/>
                    <a:pt x="1031" y="27123"/>
                    <a:pt x="1067" y="27116"/>
                  </a:cubicBezTo>
                  <a:cubicBezTo>
                    <a:pt x="1238" y="27073"/>
                    <a:pt x="1366" y="26903"/>
                    <a:pt x="1366" y="26689"/>
                  </a:cubicBezTo>
                  <a:cubicBezTo>
                    <a:pt x="1366" y="26433"/>
                    <a:pt x="1366" y="26135"/>
                    <a:pt x="1281" y="25836"/>
                  </a:cubicBezTo>
                  <a:cubicBezTo>
                    <a:pt x="1281" y="25580"/>
                    <a:pt x="1238" y="25282"/>
                    <a:pt x="1195" y="24983"/>
                  </a:cubicBezTo>
                  <a:cubicBezTo>
                    <a:pt x="1153" y="24471"/>
                    <a:pt x="1110" y="23916"/>
                    <a:pt x="1067" y="23404"/>
                  </a:cubicBezTo>
                  <a:cubicBezTo>
                    <a:pt x="982" y="22295"/>
                    <a:pt x="939" y="21186"/>
                    <a:pt x="939" y="20077"/>
                  </a:cubicBezTo>
                  <a:cubicBezTo>
                    <a:pt x="939" y="18968"/>
                    <a:pt x="982" y="17859"/>
                    <a:pt x="1025" y="16749"/>
                  </a:cubicBezTo>
                  <a:cubicBezTo>
                    <a:pt x="1067" y="15640"/>
                    <a:pt x="1110" y="14531"/>
                    <a:pt x="1238" y="13464"/>
                  </a:cubicBezTo>
                  <a:cubicBezTo>
                    <a:pt x="1263" y="13340"/>
                    <a:pt x="1143" y="13274"/>
                    <a:pt x="1030" y="13274"/>
                  </a:cubicBezTo>
                  <a:close/>
                  <a:moveTo>
                    <a:pt x="1622" y="29292"/>
                  </a:moveTo>
                  <a:cubicBezTo>
                    <a:pt x="982" y="29292"/>
                    <a:pt x="982" y="30188"/>
                    <a:pt x="1622" y="30188"/>
                  </a:cubicBezTo>
                  <a:cubicBezTo>
                    <a:pt x="2219" y="30188"/>
                    <a:pt x="2219" y="29292"/>
                    <a:pt x="1622" y="29292"/>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7"/>
            <p:cNvSpPr/>
            <p:nvPr/>
          </p:nvSpPr>
          <p:spPr>
            <a:xfrm>
              <a:off x="702043" y="1537192"/>
              <a:ext cx="904505" cy="911169"/>
            </a:xfrm>
            <a:custGeom>
              <a:avLst/>
              <a:gdLst/>
              <a:ahLst/>
              <a:cxnLst/>
              <a:rect l="l" t="t" r="r" b="b"/>
              <a:pathLst>
                <a:path w="42832" h="45298" extrusionOk="0">
                  <a:moveTo>
                    <a:pt x="22804" y="799"/>
                  </a:moveTo>
                  <a:cubicBezTo>
                    <a:pt x="25466" y="799"/>
                    <a:pt x="28127" y="897"/>
                    <a:pt x="30801" y="1084"/>
                  </a:cubicBezTo>
                  <a:cubicBezTo>
                    <a:pt x="31996" y="1170"/>
                    <a:pt x="33148" y="1297"/>
                    <a:pt x="34342" y="1425"/>
                  </a:cubicBezTo>
                  <a:cubicBezTo>
                    <a:pt x="35324" y="1511"/>
                    <a:pt x="36347" y="1724"/>
                    <a:pt x="37073" y="2492"/>
                  </a:cubicBezTo>
                  <a:cubicBezTo>
                    <a:pt x="37627" y="3175"/>
                    <a:pt x="37968" y="3985"/>
                    <a:pt x="38054" y="4838"/>
                  </a:cubicBezTo>
                  <a:cubicBezTo>
                    <a:pt x="38182" y="5862"/>
                    <a:pt x="38224" y="6886"/>
                    <a:pt x="38224" y="7910"/>
                  </a:cubicBezTo>
                  <a:cubicBezTo>
                    <a:pt x="38310" y="12987"/>
                    <a:pt x="38224" y="18021"/>
                    <a:pt x="38011" y="23055"/>
                  </a:cubicBezTo>
                  <a:cubicBezTo>
                    <a:pt x="37883" y="25572"/>
                    <a:pt x="37713" y="28088"/>
                    <a:pt x="37542" y="30605"/>
                  </a:cubicBezTo>
                  <a:cubicBezTo>
                    <a:pt x="37414" y="31843"/>
                    <a:pt x="37329" y="33080"/>
                    <a:pt x="37201" y="34274"/>
                  </a:cubicBezTo>
                  <a:cubicBezTo>
                    <a:pt x="37115" y="35341"/>
                    <a:pt x="36902" y="36365"/>
                    <a:pt x="36603" y="37389"/>
                  </a:cubicBezTo>
                  <a:cubicBezTo>
                    <a:pt x="36262" y="38327"/>
                    <a:pt x="35750" y="39180"/>
                    <a:pt x="34982" y="39820"/>
                  </a:cubicBezTo>
                  <a:cubicBezTo>
                    <a:pt x="34342" y="40417"/>
                    <a:pt x="33532" y="40844"/>
                    <a:pt x="32721" y="41100"/>
                  </a:cubicBezTo>
                  <a:cubicBezTo>
                    <a:pt x="30998" y="41609"/>
                    <a:pt x="29240" y="41831"/>
                    <a:pt x="27445" y="41831"/>
                  </a:cubicBezTo>
                  <a:cubicBezTo>
                    <a:pt x="27284" y="41831"/>
                    <a:pt x="27123" y="41829"/>
                    <a:pt x="26962" y="41825"/>
                  </a:cubicBezTo>
                  <a:cubicBezTo>
                    <a:pt x="25894" y="41858"/>
                    <a:pt x="24826" y="41874"/>
                    <a:pt x="23758" y="41874"/>
                  </a:cubicBezTo>
                  <a:cubicBezTo>
                    <a:pt x="20645" y="41874"/>
                    <a:pt x="17533" y="41738"/>
                    <a:pt x="14420" y="41484"/>
                  </a:cubicBezTo>
                  <a:cubicBezTo>
                    <a:pt x="13055" y="41313"/>
                    <a:pt x="11689" y="41100"/>
                    <a:pt x="10324" y="40844"/>
                  </a:cubicBezTo>
                  <a:cubicBezTo>
                    <a:pt x="9855" y="40759"/>
                    <a:pt x="9386" y="40631"/>
                    <a:pt x="8917" y="40588"/>
                  </a:cubicBezTo>
                  <a:lnTo>
                    <a:pt x="8746" y="40588"/>
                  </a:lnTo>
                  <a:cubicBezTo>
                    <a:pt x="8703" y="40545"/>
                    <a:pt x="8661" y="40503"/>
                    <a:pt x="8618" y="40503"/>
                  </a:cubicBezTo>
                  <a:cubicBezTo>
                    <a:pt x="6698" y="40119"/>
                    <a:pt x="4565" y="39564"/>
                    <a:pt x="3243" y="38071"/>
                  </a:cubicBezTo>
                  <a:cubicBezTo>
                    <a:pt x="1920" y="36578"/>
                    <a:pt x="1579" y="34488"/>
                    <a:pt x="1366" y="32611"/>
                  </a:cubicBezTo>
                  <a:cubicBezTo>
                    <a:pt x="939" y="27705"/>
                    <a:pt x="768" y="22756"/>
                    <a:pt x="939" y="17807"/>
                  </a:cubicBezTo>
                  <a:cubicBezTo>
                    <a:pt x="1024" y="15333"/>
                    <a:pt x="1152" y="12859"/>
                    <a:pt x="1366" y="10342"/>
                  </a:cubicBezTo>
                  <a:cubicBezTo>
                    <a:pt x="1451" y="9104"/>
                    <a:pt x="1579" y="7867"/>
                    <a:pt x="1750" y="6630"/>
                  </a:cubicBezTo>
                  <a:cubicBezTo>
                    <a:pt x="1835" y="5990"/>
                    <a:pt x="1878" y="5393"/>
                    <a:pt x="1963" y="4753"/>
                  </a:cubicBezTo>
                  <a:cubicBezTo>
                    <a:pt x="2048" y="4284"/>
                    <a:pt x="2048" y="3686"/>
                    <a:pt x="2432" y="3345"/>
                  </a:cubicBezTo>
                  <a:cubicBezTo>
                    <a:pt x="2816" y="3047"/>
                    <a:pt x="3285" y="2919"/>
                    <a:pt x="3755" y="2833"/>
                  </a:cubicBezTo>
                  <a:cubicBezTo>
                    <a:pt x="4352" y="2705"/>
                    <a:pt x="4906" y="2577"/>
                    <a:pt x="5504" y="2449"/>
                  </a:cubicBezTo>
                  <a:cubicBezTo>
                    <a:pt x="6698" y="2193"/>
                    <a:pt x="7893" y="1980"/>
                    <a:pt x="9087" y="1767"/>
                  </a:cubicBezTo>
                  <a:cubicBezTo>
                    <a:pt x="11434" y="1383"/>
                    <a:pt x="13865" y="1127"/>
                    <a:pt x="16254" y="999"/>
                  </a:cubicBezTo>
                  <a:cubicBezTo>
                    <a:pt x="18443" y="864"/>
                    <a:pt x="20624" y="799"/>
                    <a:pt x="22804" y="799"/>
                  </a:cubicBezTo>
                  <a:close/>
                  <a:moveTo>
                    <a:pt x="36509" y="40091"/>
                  </a:moveTo>
                  <a:cubicBezTo>
                    <a:pt x="36397" y="40091"/>
                    <a:pt x="36291" y="40190"/>
                    <a:pt x="36390" y="40289"/>
                  </a:cubicBezTo>
                  <a:cubicBezTo>
                    <a:pt x="36689" y="40673"/>
                    <a:pt x="36945" y="41100"/>
                    <a:pt x="37243" y="41527"/>
                  </a:cubicBezTo>
                  <a:lnTo>
                    <a:pt x="37627" y="42124"/>
                  </a:lnTo>
                  <a:cubicBezTo>
                    <a:pt x="37670" y="42209"/>
                    <a:pt x="37713" y="42252"/>
                    <a:pt x="37755" y="42295"/>
                  </a:cubicBezTo>
                  <a:cubicBezTo>
                    <a:pt x="37798" y="42337"/>
                    <a:pt x="37883" y="42380"/>
                    <a:pt x="37926" y="42423"/>
                  </a:cubicBezTo>
                  <a:cubicBezTo>
                    <a:pt x="38011" y="42508"/>
                    <a:pt x="38096" y="42593"/>
                    <a:pt x="38182" y="42678"/>
                  </a:cubicBezTo>
                  <a:cubicBezTo>
                    <a:pt x="38197" y="42686"/>
                    <a:pt x="38212" y="42690"/>
                    <a:pt x="38224" y="42690"/>
                  </a:cubicBezTo>
                  <a:cubicBezTo>
                    <a:pt x="38281" y="42690"/>
                    <a:pt x="38310" y="42620"/>
                    <a:pt x="38310" y="42551"/>
                  </a:cubicBezTo>
                  <a:cubicBezTo>
                    <a:pt x="38310" y="42465"/>
                    <a:pt x="38267" y="42337"/>
                    <a:pt x="38182" y="42209"/>
                  </a:cubicBezTo>
                  <a:cubicBezTo>
                    <a:pt x="38182" y="42124"/>
                    <a:pt x="38096" y="41996"/>
                    <a:pt x="38054" y="41868"/>
                  </a:cubicBezTo>
                  <a:cubicBezTo>
                    <a:pt x="37883" y="41655"/>
                    <a:pt x="37755" y="41484"/>
                    <a:pt x="37585" y="41271"/>
                  </a:cubicBezTo>
                  <a:cubicBezTo>
                    <a:pt x="37243" y="40887"/>
                    <a:pt x="36945" y="40503"/>
                    <a:pt x="36603" y="40119"/>
                  </a:cubicBezTo>
                  <a:cubicBezTo>
                    <a:pt x="36575" y="40100"/>
                    <a:pt x="36541" y="40091"/>
                    <a:pt x="36509" y="40091"/>
                  </a:cubicBezTo>
                  <a:close/>
                  <a:moveTo>
                    <a:pt x="38779" y="4113"/>
                  </a:moveTo>
                  <a:cubicBezTo>
                    <a:pt x="39078" y="4497"/>
                    <a:pt x="39334" y="4924"/>
                    <a:pt x="39590" y="5350"/>
                  </a:cubicBezTo>
                  <a:cubicBezTo>
                    <a:pt x="40059" y="6161"/>
                    <a:pt x="40528" y="6971"/>
                    <a:pt x="40955" y="7825"/>
                  </a:cubicBezTo>
                  <a:lnTo>
                    <a:pt x="40656" y="7526"/>
                  </a:lnTo>
                  <a:cubicBezTo>
                    <a:pt x="40315" y="7142"/>
                    <a:pt x="40016" y="6758"/>
                    <a:pt x="39718" y="6417"/>
                  </a:cubicBezTo>
                  <a:cubicBezTo>
                    <a:pt x="39693" y="6392"/>
                    <a:pt x="39660" y="6381"/>
                    <a:pt x="39629" y="6381"/>
                  </a:cubicBezTo>
                  <a:cubicBezTo>
                    <a:pt x="39554" y="6381"/>
                    <a:pt x="39487" y="6442"/>
                    <a:pt x="39547" y="6502"/>
                  </a:cubicBezTo>
                  <a:cubicBezTo>
                    <a:pt x="39846" y="6929"/>
                    <a:pt x="40144" y="7313"/>
                    <a:pt x="40443" y="7697"/>
                  </a:cubicBezTo>
                  <a:cubicBezTo>
                    <a:pt x="40613" y="7867"/>
                    <a:pt x="40784" y="8081"/>
                    <a:pt x="40955" y="8251"/>
                  </a:cubicBezTo>
                  <a:cubicBezTo>
                    <a:pt x="41083" y="8422"/>
                    <a:pt x="41211" y="8592"/>
                    <a:pt x="41381" y="8763"/>
                  </a:cubicBezTo>
                  <a:cubicBezTo>
                    <a:pt x="41552" y="9104"/>
                    <a:pt x="41680" y="9488"/>
                    <a:pt x="41808" y="9915"/>
                  </a:cubicBezTo>
                  <a:lnTo>
                    <a:pt x="41339" y="9360"/>
                  </a:lnTo>
                  <a:cubicBezTo>
                    <a:pt x="40955" y="8934"/>
                    <a:pt x="40571" y="8507"/>
                    <a:pt x="40187" y="8038"/>
                  </a:cubicBezTo>
                  <a:cubicBezTo>
                    <a:pt x="40162" y="8022"/>
                    <a:pt x="40136" y="8015"/>
                    <a:pt x="40111" y="8015"/>
                  </a:cubicBezTo>
                  <a:cubicBezTo>
                    <a:pt x="40005" y="8015"/>
                    <a:pt x="39913" y="8140"/>
                    <a:pt x="40016" y="8209"/>
                  </a:cubicBezTo>
                  <a:lnTo>
                    <a:pt x="41125" y="9574"/>
                  </a:lnTo>
                  <a:lnTo>
                    <a:pt x="41637" y="10256"/>
                  </a:lnTo>
                  <a:cubicBezTo>
                    <a:pt x="41765" y="10427"/>
                    <a:pt x="41893" y="10598"/>
                    <a:pt x="42064" y="10811"/>
                  </a:cubicBezTo>
                  <a:cubicBezTo>
                    <a:pt x="42107" y="11067"/>
                    <a:pt x="42107" y="11323"/>
                    <a:pt x="42149" y="11579"/>
                  </a:cubicBezTo>
                  <a:cubicBezTo>
                    <a:pt x="42149" y="11621"/>
                    <a:pt x="42149" y="11621"/>
                    <a:pt x="42149" y="11621"/>
                  </a:cubicBezTo>
                  <a:cubicBezTo>
                    <a:pt x="41680" y="11195"/>
                    <a:pt x="41211" y="10726"/>
                    <a:pt x="40741" y="10256"/>
                  </a:cubicBezTo>
                  <a:cubicBezTo>
                    <a:pt x="40720" y="10224"/>
                    <a:pt x="40693" y="10211"/>
                    <a:pt x="40667" y="10211"/>
                  </a:cubicBezTo>
                  <a:cubicBezTo>
                    <a:pt x="40587" y="10211"/>
                    <a:pt x="40507" y="10331"/>
                    <a:pt x="40571" y="10427"/>
                  </a:cubicBezTo>
                  <a:cubicBezTo>
                    <a:pt x="41083" y="11067"/>
                    <a:pt x="41595" y="11664"/>
                    <a:pt x="42192" y="12219"/>
                  </a:cubicBezTo>
                  <a:lnTo>
                    <a:pt x="42192" y="13840"/>
                  </a:lnTo>
                  <a:lnTo>
                    <a:pt x="42192" y="13925"/>
                  </a:lnTo>
                  <a:lnTo>
                    <a:pt x="41765" y="13541"/>
                  </a:lnTo>
                  <a:cubicBezTo>
                    <a:pt x="41381" y="13157"/>
                    <a:pt x="40997" y="12816"/>
                    <a:pt x="40613" y="12475"/>
                  </a:cubicBezTo>
                  <a:cubicBezTo>
                    <a:pt x="40581" y="12443"/>
                    <a:pt x="40547" y="12429"/>
                    <a:pt x="40515" y="12429"/>
                  </a:cubicBezTo>
                  <a:cubicBezTo>
                    <a:pt x="40419" y="12429"/>
                    <a:pt x="40347" y="12549"/>
                    <a:pt x="40443" y="12645"/>
                  </a:cubicBezTo>
                  <a:cubicBezTo>
                    <a:pt x="40784" y="13029"/>
                    <a:pt x="41168" y="13371"/>
                    <a:pt x="41509" y="13797"/>
                  </a:cubicBezTo>
                  <a:cubicBezTo>
                    <a:pt x="41723" y="14053"/>
                    <a:pt x="41936" y="14394"/>
                    <a:pt x="42192" y="14650"/>
                  </a:cubicBezTo>
                  <a:lnTo>
                    <a:pt x="42192" y="15674"/>
                  </a:lnTo>
                  <a:lnTo>
                    <a:pt x="42149" y="15632"/>
                  </a:lnTo>
                  <a:lnTo>
                    <a:pt x="41723" y="15290"/>
                  </a:lnTo>
                  <a:cubicBezTo>
                    <a:pt x="41467" y="15034"/>
                    <a:pt x="41211" y="14821"/>
                    <a:pt x="40955" y="14565"/>
                  </a:cubicBezTo>
                  <a:cubicBezTo>
                    <a:pt x="40907" y="14549"/>
                    <a:pt x="40862" y="14542"/>
                    <a:pt x="40821" y="14542"/>
                  </a:cubicBezTo>
                  <a:cubicBezTo>
                    <a:pt x="40645" y="14542"/>
                    <a:pt x="40552" y="14674"/>
                    <a:pt x="40656" y="14778"/>
                  </a:cubicBezTo>
                  <a:cubicBezTo>
                    <a:pt x="40912" y="15034"/>
                    <a:pt x="41125" y="15290"/>
                    <a:pt x="41381" y="15546"/>
                  </a:cubicBezTo>
                  <a:cubicBezTo>
                    <a:pt x="41509" y="15674"/>
                    <a:pt x="41637" y="15760"/>
                    <a:pt x="41723" y="15887"/>
                  </a:cubicBezTo>
                  <a:lnTo>
                    <a:pt x="41893" y="16101"/>
                  </a:lnTo>
                  <a:cubicBezTo>
                    <a:pt x="41936" y="16143"/>
                    <a:pt x="42021" y="16229"/>
                    <a:pt x="42064" y="16271"/>
                  </a:cubicBezTo>
                  <a:lnTo>
                    <a:pt x="42064" y="16613"/>
                  </a:lnTo>
                  <a:lnTo>
                    <a:pt x="41723" y="16314"/>
                  </a:lnTo>
                  <a:cubicBezTo>
                    <a:pt x="41424" y="16058"/>
                    <a:pt x="41125" y="15802"/>
                    <a:pt x="40827" y="15546"/>
                  </a:cubicBezTo>
                  <a:cubicBezTo>
                    <a:pt x="40807" y="15526"/>
                    <a:pt x="40785" y="15518"/>
                    <a:pt x="40763" y="15518"/>
                  </a:cubicBezTo>
                  <a:cubicBezTo>
                    <a:pt x="40691" y="15518"/>
                    <a:pt x="40623" y="15609"/>
                    <a:pt x="40656" y="15674"/>
                  </a:cubicBezTo>
                  <a:cubicBezTo>
                    <a:pt x="40955" y="15973"/>
                    <a:pt x="41253" y="16271"/>
                    <a:pt x="41509" y="16527"/>
                  </a:cubicBezTo>
                  <a:lnTo>
                    <a:pt x="41893" y="16954"/>
                  </a:lnTo>
                  <a:cubicBezTo>
                    <a:pt x="41936" y="17039"/>
                    <a:pt x="42021" y="17082"/>
                    <a:pt x="42064" y="17167"/>
                  </a:cubicBezTo>
                  <a:lnTo>
                    <a:pt x="42064" y="18234"/>
                  </a:lnTo>
                  <a:lnTo>
                    <a:pt x="41637" y="17807"/>
                  </a:lnTo>
                  <a:cubicBezTo>
                    <a:pt x="41339" y="17509"/>
                    <a:pt x="41040" y="17210"/>
                    <a:pt x="40741" y="16911"/>
                  </a:cubicBezTo>
                  <a:cubicBezTo>
                    <a:pt x="40722" y="16892"/>
                    <a:pt x="40699" y="16884"/>
                    <a:pt x="40675" y="16884"/>
                  </a:cubicBezTo>
                  <a:cubicBezTo>
                    <a:pt x="40592" y="16884"/>
                    <a:pt x="40505" y="16983"/>
                    <a:pt x="40571" y="17082"/>
                  </a:cubicBezTo>
                  <a:cubicBezTo>
                    <a:pt x="40869" y="17381"/>
                    <a:pt x="41125" y="17722"/>
                    <a:pt x="41424" y="18021"/>
                  </a:cubicBezTo>
                  <a:lnTo>
                    <a:pt x="42021" y="18746"/>
                  </a:lnTo>
                  <a:cubicBezTo>
                    <a:pt x="42021" y="19258"/>
                    <a:pt x="42021" y="19770"/>
                    <a:pt x="41979" y="20282"/>
                  </a:cubicBezTo>
                  <a:lnTo>
                    <a:pt x="41552" y="19855"/>
                  </a:lnTo>
                  <a:lnTo>
                    <a:pt x="40443" y="18788"/>
                  </a:lnTo>
                  <a:cubicBezTo>
                    <a:pt x="40419" y="18772"/>
                    <a:pt x="40393" y="18765"/>
                    <a:pt x="40368" y="18765"/>
                  </a:cubicBezTo>
                  <a:cubicBezTo>
                    <a:pt x="40260" y="18765"/>
                    <a:pt x="40160" y="18898"/>
                    <a:pt x="40230" y="19002"/>
                  </a:cubicBezTo>
                  <a:lnTo>
                    <a:pt x="41253" y="20111"/>
                  </a:lnTo>
                  <a:lnTo>
                    <a:pt x="41765" y="20666"/>
                  </a:lnTo>
                  <a:lnTo>
                    <a:pt x="41936" y="20836"/>
                  </a:lnTo>
                  <a:cubicBezTo>
                    <a:pt x="41936" y="21135"/>
                    <a:pt x="41893" y="21433"/>
                    <a:pt x="41893" y="21732"/>
                  </a:cubicBezTo>
                  <a:lnTo>
                    <a:pt x="41424" y="21305"/>
                  </a:lnTo>
                  <a:cubicBezTo>
                    <a:pt x="41040" y="21049"/>
                    <a:pt x="40699" y="20793"/>
                    <a:pt x="40357" y="20495"/>
                  </a:cubicBezTo>
                  <a:cubicBezTo>
                    <a:pt x="40346" y="20489"/>
                    <a:pt x="40334" y="20486"/>
                    <a:pt x="40322" y="20486"/>
                  </a:cubicBezTo>
                  <a:cubicBezTo>
                    <a:pt x="40251" y="20486"/>
                    <a:pt x="40193" y="20586"/>
                    <a:pt x="40230" y="20623"/>
                  </a:cubicBezTo>
                  <a:cubicBezTo>
                    <a:pt x="40613" y="20921"/>
                    <a:pt x="40912" y="21220"/>
                    <a:pt x="41253" y="21519"/>
                  </a:cubicBezTo>
                  <a:cubicBezTo>
                    <a:pt x="41424" y="21689"/>
                    <a:pt x="41552" y="21817"/>
                    <a:pt x="41723" y="21988"/>
                  </a:cubicBezTo>
                  <a:lnTo>
                    <a:pt x="41851" y="22159"/>
                  </a:lnTo>
                  <a:cubicBezTo>
                    <a:pt x="41851" y="22329"/>
                    <a:pt x="41851" y="22543"/>
                    <a:pt x="41808" y="22671"/>
                  </a:cubicBezTo>
                  <a:cubicBezTo>
                    <a:pt x="41680" y="22585"/>
                    <a:pt x="41552" y="22457"/>
                    <a:pt x="41424" y="22372"/>
                  </a:cubicBezTo>
                  <a:cubicBezTo>
                    <a:pt x="41125" y="22159"/>
                    <a:pt x="40784" y="21945"/>
                    <a:pt x="40485" y="21775"/>
                  </a:cubicBezTo>
                  <a:cubicBezTo>
                    <a:pt x="40462" y="21763"/>
                    <a:pt x="40438" y="21758"/>
                    <a:pt x="40415" y="21758"/>
                  </a:cubicBezTo>
                  <a:cubicBezTo>
                    <a:pt x="40274" y="21758"/>
                    <a:pt x="40168" y="21957"/>
                    <a:pt x="40315" y="22031"/>
                  </a:cubicBezTo>
                  <a:cubicBezTo>
                    <a:pt x="40656" y="22201"/>
                    <a:pt x="40955" y="22415"/>
                    <a:pt x="41211" y="22628"/>
                  </a:cubicBezTo>
                  <a:cubicBezTo>
                    <a:pt x="41424" y="22841"/>
                    <a:pt x="41595" y="23055"/>
                    <a:pt x="41808" y="23268"/>
                  </a:cubicBezTo>
                  <a:cubicBezTo>
                    <a:pt x="41808" y="23481"/>
                    <a:pt x="41765" y="23694"/>
                    <a:pt x="41723" y="23950"/>
                  </a:cubicBezTo>
                  <a:lnTo>
                    <a:pt x="41296" y="23609"/>
                  </a:lnTo>
                  <a:cubicBezTo>
                    <a:pt x="41040" y="23396"/>
                    <a:pt x="40784" y="23182"/>
                    <a:pt x="40485" y="22927"/>
                  </a:cubicBezTo>
                  <a:cubicBezTo>
                    <a:pt x="40458" y="22899"/>
                    <a:pt x="40426" y="22887"/>
                    <a:pt x="40395" y="22887"/>
                  </a:cubicBezTo>
                  <a:cubicBezTo>
                    <a:pt x="40281" y="22887"/>
                    <a:pt x="40172" y="23040"/>
                    <a:pt x="40272" y="23140"/>
                  </a:cubicBezTo>
                  <a:cubicBezTo>
                    <a:pt x="40528" y="23396"/>
                    <a:pt x="40827" y="23652"/>
                    <a:pt x="41083" y="23908"/>
                  </a:cubicBezTo>
                  <a:lnTo>
                    <a:pt x="41467" y="24249"/>
                  </a:lnTo>
                  <a:lnTo>
                    <a:pt x="41680" y="24462"/>
                  </a:lnTo>
                  <a:lnTo>
                    <a:pt x="41637" y="25529"/>
                  </a:lnTo>
                  <a:lnTo>
                    <a:pt x="41339" y="25273"/>
                  </a:lnTo>
                  <a:cubicBezTo>
                    <a:pt x="41040" y="25017"/>
                    <a:pt x="40741" y="24761"/>
                    <a:pt x="40443" y="24548"/>
                  </a:cubicBezTo>
                  <a:cubicBezTo>
                    <a:pt x="40421" y="24505"/>
                    <a:pt x="40379" y="24484"/>
                    <a:pt x="40336" y="24484"/>
                  </a:cubicBezTo>
                  <a:cubicBezTo>
                    <a:pt x="40294" y="24484"/>
                    <a:pt x="40251" y="24505"/>
                    <a:pt x="40230" y="24548"/>
                  </a:cubicBezTo>
                  <a:cubicBezTo>
                    <a:pt x="40144" y="24590"/>
                    <a:pt x="40144" y="24676"/>
                    <a:pt x="40230" y="24761"/>
                  </a:cubicBezTo>
                  <a:cubicBezTo>
                    <a:pt x="40485" y="25017"/>
                    <a:pt x="40741" y="25273"/>
                    <a:pt x="41040" y="25529"/>
                  </a:cubicBezTo>
                  <a:lnTo>
                    <a:pt x="41424" y="25955"/>
                  </a:lnTo>
                  <a:lnTo>
                    <a:pt x="41552" y="26126"/>
                  </a:lnTo>
                  <a:cubicBezTo>
                    <a:pt x="41552" y="26297"/>
                    <a:pt x="41509" y="26510"/>
                    <a:pt x="41509" y="26723"/>
                  </a:cubicBezTo>
                  <a:lnTo>
                    <a:pt x="41253" y="26510"/>
                  </a:lnTo>
                  <a:cubicBezTo>
                    <a:pt x="40955" y="26297"/>
                    <a:pt x="40741" y="26083"/>
                    <a:pt x="40485" y="25870"/>
                  </a:cubicBezTo>
                  <a:cubicBezTo>
                    <a:pt x="40458" y="25842"/>
                    <a:pt x="40426" y="25831"/>
                    <a:pt x="40395" y="25831"/>
                  </a:cubicBezTo>
                  <a:cubicBezTo>
                    <a:pt x="40281" y="25831"/>
                    <a:pt x="40172" y="25983"/>
                    <a:pt x="40272" y="26083"/>
                  </a:cubicBezTo>
                  <a:cubicBezTo>
                    <a:pt x="40528" y="26339"/>
                    <a:pt x="40741" y="26553"/>
                    <a:pt x="40997" y="26766"/>
                  </a:cubicBezTo>
                  <a:lnTo>
                    <a:pt x="41381" y="27107"/>
                  </a:lnTo>
                  <a:lnTo>
                    <a:pt x="41467" y="27193"/>
                  </a:lnTo>
                  <a:cubicBezTo>
                    <a:pt x="41424" y="27534"/>
                    <a:pt x="41381" y="27875"/>
                    <a:pt x="41381" y="28259"/>
                  </a:cubicBezTo>
                  <a:cubicBezTo>
                    <a:pt x="41253" y="28174"/>
                    <a:pt x="41125" y="28088"/>
                    <a:pt x="40997" y="27961"/>
                  </a:cubicBezTo>
                  <a:cubicBezTo>
                    <a:pt x="40741" y="27790"/>
                    <a:pt x="40528" y="27619"/>
                    <a:pt x="40272" y="27449"/>
                  </a:cubicBezTo>
                  <a:cubicBezTo>
                    <a:pt x="40252" y="27435"/>
                    <a:pt x="40230" y="27429"/>
                    <a:pt x="40208" y="27429"/>
                  </a:cubicBezTo>
                  <a:cubicBezTo>
                    <a:pt x="40097" y="27429"/>
                    <a:pt x="39994" y="27590"/>
                    <a:pt x="40102" y="27662"/>
                  </a:cubicBezTo>
                  <a:cubicBezTo>
                    <a:pt x="40315" y="27875"/>
                    <a:pt x="40571" y="28046"/>
                    <a:pt x="40784" y="28259"/>
                  </a:cubicBezTo>
                  <a:cubicBezTo>
                    <a:pt x="40912" y="28344"/>
                    <a:pt x="40997" y="28430"/>
                    <a:pt x="41125" y="28558"/>
                  </a:cubicBezTo>
                  <a:lnTo>
                    <a:pt x="41339" y="28728"/>
                  </a:lnTo>
                  <a:lnTo>
                    <a:pt x="41253" y="29582"/>
                  </a:lnTo>
                  <a:cubicBezTo>
                    <a:pt x="40997" y="29368"/>
                    <a:pt x="40741" y="29155"/>
                    <a:pt x="40485" y="29027"/>
                  </a:cubicBezTo>
                  <a:cubicBezTo>
                    <a:pt x="40463" y="29016"/>
                    <a:pt x="40440" y="29010"/>
                    <a:pt x="40417" y="29010"/>
                  </a:cubicBezTo>
                  <a:cubicBezTo>
                    <a:pt x="40354" y="29010"/>
                    <a:pt x="40292" y="29050"/>
                    <a:pt x="40230" y="29112"/>
                  </a:cubicBezTo>
                  <a:cubicBezTo>
                    <a:pt x="40230" y="29155"/>
                    <a:pt x="40230" y="29283"/>
                    <a:pt x="40315" y="29326"/>
                  </a:cubicBezTo>
                  <a:cubicBezTo>
                    <a:pt x="40400" y="29368"/>
                    <a:pt x="40485" y="29411"/>
                    <a:pt x="40571" y="29496"/>
                  </a:cubicBezTo>
                  <a:lnTo>
                    <a:pt x="40741" y="29582"/>
                  </a:lnTo>
                  <a:lnTo>
                    <a:pt x="40827" y="29624"/>
                  </a:lnTo>
                  <a:cubicBezTo>
                    <a:pt x="40912" y="29710"/>
                    <a:pt x="40955" y="29752"/>
                    <a:pt x="41040" y="29838"/>
                  </a:cubicBezTo>
                  <a:lnTo>
                    <a:pt x="41083" y="29923"/>
                  </a:lnTo>
                  <a:lnTo>
                    <a:pt x="41125" y="30008"/>
                  </a:lnTo>
                  <a:lnTo>
                    <a:pt x="41125" y="30179"/>
                  </a:lnTo>
                  <a:lnTo>
                    <a:pt x="41083" y="30733"/>
                  </a:lnTo>
                  <a:lnTo>
                    <a:pt x="40230" y="29923"/>
                  </a:lnTo>
                  <a:cubicBezTo>
                    <a:pt x="40208" y="29890"/>
                    <a:pt x="40180" y="29877"/>
                    <a:pt x="40153" y="29877"/>
                  </a:cubicBezTo>
                  <a:cubicBezTo>
                    <a:pt x="40073" y="29877"/>
                    <a:pt x="39995" y="29987"/>
                    <a:pt x="40059" y="30051"/>
                  </a:cubicBezTo>
                  <a:cubicBezTo>
                    <a:pt x="40400" y="30435"/>
                    <a:pt x="40699" y="30819"/>
                    <a:pt x="41040" y="31203"/>
                  </a:cubicBezTo>
                  <a:lnTo>
                    <a:pt x="40912" y="32312"/>
                  </a:lnTo>
                  <a:lnTo>
                    <a:pt x="40571" y="31971"/>
                  </a:lnTo>
                  <a:cubicBezTo>
                    <a:pt x="40357" y="31757"/>
                    <a:pt x="40144" y="31544"/>
                    <a:pt x="39931" y="31331"/>
                  </a:cubicBezTo>
                  <a:cubicBezTo>
                    <a:pt x="39910" y="31309"/>
                    <a:pt x="39878" y="31299"/>
                    <a:pt x="39846" y="31299"/>
                  </a:cubicBezTo>
                  <a:cubicBezTo>
                    <a:pt x="39814" y="31299"/>
                    <a:pt x="39782" y="31309"/>
                    <a:pt x="39760" y="31331"/>
                  </a:cubicBezTo>
                  <a:cubicBezTo>
                    <a:pt x="39718" y="31373"/>
                    <a:pt x="39675" y="31459"/>
                    <a:pt x="39718" y="31501"/>
                  </a:cubicBezTo>
                  <a:cubicBezTo>
                    <a:pt x="39931" y="31757"/>
                    <a:pt x="40144" y="31971"/>
                    <a:pt x="40357" y="32227"/>
                  </a:cubicBezTo>
                  <a:lnTo>
                    <a:pt x="40656" y="32568"/>
                  </a:lnTo>
                  <a:lnTo>
                    <a:pt x="40784" y="32739"/>
                  </a:lnTo>
                  <a:lnTo>
                    <a:pt x="40869" y="32824"/>
                  </a:lnTo>
                  <a:cubicBezTo>
                    <a:pt x="40869" y="32994"/>
                    <a:pt x="40827" y="33165"/>
                    <a:pt x="40784" y="33336"/>
                  </a:cubicBezTo>
                  <a:lnTo>
                    <a:pt x="40528" y="33165"/>
                  </a:lnTo>
                  <a:cubicBezTo>
                    <a:pt x="40315" y="32994"/>
                    <a:pt x="40102" y="32824"/>
                    <a:pt x="39888" y="32653"/>
                  </a:cubicBezTo>
                  <a:cubicBezTo>
                    <a:pt x="39858" y="32633"/>
                    <a:pt x="39829" y="32625"/>
                    <a:pt x="39802" y="32625"/>
                  </a:cubicBezTo>
                  <a:cubicBezTo>
                    <a:pt x="39712" y="32625"/>
                    <a:pt x="39652" y="32716"/>
                    <a:pt x="39718" y="32781"/>
                  </a:cubicBezTo>
                  <a:lnTo>
                    <a:pt x="40357" y="33378"/>
                  </a:lnTo>
                  <a:lnTo>
                    <a:pt x="40656" y="33677"/>
                  </a:lnTo>
                  <a:lnTo>
                    <a:pt x="40741" y="33762"/>
                  </a:lnTo>
                  <a:cubicBezTo>
                    <a:pt x="40741" y="33976"/>
                    <a:pt x="40699" y="34189"/>
                    <a:pt x="40656" y="34402"/>
                  </a:cubicBezTo>
                  <a:cubicBezTo>
                    <a:pt x="40571" y="34317"/>
                    <a:pt x="40443" y="34189"/>
                    <a:pt x="40357" y="34104"/>
                  </a:cubicBezTo>
                  <a:cubicBezTo>
                    <a:pt x="40144" y="33848"/>
                    <a:pt x="39931" y="33634"/>
                    <a:pt x="39760" y="33378"/>
                  </a:cubicBezTo>
                  <a:cubicBezTo>
                    <a:pt x="39718" y="33336"/>
                    <a:pt x="39675" y="33314"/>
                    <a:pt x="39632" y="33314"/>
                  </a:cubicBezTo>
                  <a:cubicBezTo>
                    <a:pt x="39590" y="33314"/>
                    <a:pt x="39547" y="33336"/>
                    <a:pt x="39504" y="33378"/>
                  </a:cubicBezTo>
                  <a:cubicBezTo>
                    <a:pt x="39462" y="33421"/>
                    <a:pt x="39462" y="33549"/>
                    <a:pt x="39504" y="33592"/>
                  </a:cubicBezTo>
                  <a:cubicBezTo>
                    <a:pt x="39718" y="33848"/>
                    <a:pt x="39931" y="34104"/>
                    <a:pt x="40144" y="34317"/>
                  </a:cubicBezTo>
                  <a:cubicBezTo>
                    <a:pt x="40230" y="34445"/>
                    <a:pt x="40315" y="34530"/>
                    <a:pt x="40443" y="34658"/>
                  </a:cubicBezTo>
                  <a:cubicBezTo>
                    <a:pt x="40528" y="34744"/>
                    <a:pt x="40528" y="34786"/>
                    <a:pt x="40571" y="34829"/>
                  </a:cubicBezTo>
                  <a:lnTo>
                    <a:pt x="40613" y="34872"/>
                  </a:lnTo>
                  <a:cubicBezTo>
                    <a:pt x="40571" y="35170"/>
                    <a:pt x="40571" y="35469"/>
                    <a:pt x="40528" y="35810"/>
                  </a:cubicBezTo>
                  <a:lnTo>
                    <a:pt x="40400" y="35682"/>
                  </a:lnTo>
                  <a:lnTo>
                    <a:pt x="39974" y="35256"/>
                  </a:lnTo>
                  <a:lnTo>
                    <a:pt x="39120" y="34402"/>
                  </a:lnTo>
                  <a:cubicBezTo>
                    <a:pt x="39088" y="34370"/>
                    <a:pt x="39054" y="34357"/>
                    <a:pt x="39022" y="34357"/>
                  </a:cubicBezTo>
                  <a:cubicBezTo>
                    <a:pt x="38926" y="34357"/>
                    <a:pt x="38854" y="34477"/>
                    <a:pt x="38950" y="34573"/>
                  </a:cubicBezTo>
                  <a:cubicBezTo>
                    <a:pt x="39206" y="34872"/>
                    <a:pt x="39462" y="35170"/>
                    <a:pt x="39760" y="35469"/>
                  </a:cubicBezTo>
                  <a:cubicBezTo>
                    <a:pt x="39888" y="35639"/>
                    <a:pt x="40016" y="35767"/>
                    <a:pt x="40144" y="35938"/>
                  </a:cubicBezTo>
                  <a:cubicBezTo>
                    <a:pt x="40230" y="36066"/>
                    <a:pt x="40357" y="36237"/>
                    <a:pt x="40443" y="36322"/>
                  </a:cubicBezTo>
                  <a:cubicBezTo>
                    <a:pt x="40443" y="36535"/>
                    <a:pt x="40443" y="36706"/>
                    <a:pt x="40400" y="36877"/>
                  </a:cubicBezTo>
                  <a:cubicBezTo>
                    <a:pt x="40059" y="36578"/>
                    <a:pt x="39760" y="36237"/>
                    <a:pt x="39462" y="35895"/>
                  </a:cubicBezTo>
                  <a:cubicBezTo>
                    <a:pt x="39440" y="35874"/>
                    <a:pt x="39408" y="35863"/>
                    <a:pt x="39376" y="35863"/>
                  </a:cubicBezTo>
                  <a:cubicBezTo>
                    <a:pt x="39344" y="35863"/>
                    <a:pt x="39312" y="35874"/>
                    <a:pt x="39291" y="35895"/>
                  </a:cubicBezTo>
                  <a:cubicBezTo>
                    <a:pt x="39248" y="35938"/>
                    <a:pt x="39248" y="36023"/>
                    <a:pt x="39291" y="36109"/>
                  </a:cubicBezTo>
                  <a:cubicBezTo>
                    <a:pt x="39632" y="36493"/>
                    <a:pt x="39974" y="36919"/>
                    <a:pt x="40357" y="37303"/>
                  </a:cubicBezTo>
                  <a:cubicBezTo>
                    <a:pt x="40315" y="37559"/>
                    <a:pt x="40272" y="37772"/>
                    <a:pt x="40230" y="38028"/>
                  </a:cubicBezTo>
                  <a:lnTo>
                    <a:pt x="39931" y="37687"/>
                  </a:lnTo>
                  <a:cubicBezTo>
                    <a:pt x="39675" y="37474"/>
                    <a:pt x="39419" y="37218"/>
                    <a:pt x="39206" y="36962"/>
                  </a:cubicBezTo>
                  <a:cubicBezTo>
                    <a:pt x="39174" y="36930"/>
                    <a:pt x="39139" y="36917"/>
                    <a:pt x="39107" y="36917"/>
                  </a:cubicBezTo>
                  <a:cubicBezTo>
                    <a:pt x="39011" y="36917"/>
                    <a:pt x="38939" y="37037"/>
                    <a:pt x="39035" y="37133"/>
                  </a:cubicBezTo>
                  <a:cubicBezTo>
                    <a:pt x="39248" y="37389"/>
                    <a:pt x="39462" y="37645"/>
                    <a:pt x="39675" y="37900"/>
                  </a:cubicBezTo>
                  <a:lnTo>
                    <a:pt x="40016" y="38284"/>
                  </a:lnTo>
                  <a:lnTo>
                    <a:pt x="40187" y="38498"/>
                  </a:lnTo>
                  <a:cubicBezTo>
                    <a:pt x="40187" y="38668"/>
                    <a:pt x="40144" y="38882"/>
                    <a:pt x="40102" y="39010"/>
                  </a:cubicBezTo>
                  <a:lnTo>
                    <a:pt x="40102" y="39052"/>
                  </a:lnTo>
                  <a:cubicBezTo>
                    <a:pt x="39974" y="38924"/>
                    <a:pt x="39846" y="38754"/>
                    <a:pt x="39718" y="38626"/>
                  </a:cubicBezTo>
                  <a:cubicBezTo>
                    <a:pt x="39504" y="38370"/>
                    <a:pt x="39206" y="38114"/>
                    <a:pt x="38950" y="37900"/>
                  </a:cubicBezTo>
                  <a:cubicBezTo>
                    <a:pt x="38934" y="37893"/>
                    <a:pt x="38918" y="37889"/>
                    <a:pt x="38904" y="37889"/>
                  </a:cubicBezTo>
                  <a:cubicBezTo>
                    <a:pt x="38837" y="37889"/>
                    <a:pt x="38787" y="37959"/>
                    <a:pt x="38822" y="38028"/>
                  </a:cubicBezTo>
                  <a:cubicBezTo>
                    <a:pt x="39120" y="38242"/>
                    <a:pt x="39334" y="38498"/>
                    <a:pt x="39547" y="38754"/>
                  </a:cubicBezTo>
                  <a:cubicBezTo>
                    <a:pt x="39632" y="38924"/>
                    <a:pt x="39760" y="39052"/>
                    <a:pt x="39803" y="39180"/>
                  </a:cubicBezTo>
                  <a:lnTo>
                    <a:pt x="40016" y="39522"/>
                  </a:lnTo>
                  <a:cubicBezTo>
                    <a:pt x="39974" y="39735"/>
                    <a:pt x="39931" y="39991"/>
                    <a:pt x="39846" y="40204"/>
                  </a:cubicBezTo>
                  <a:cubicBezTo>
                    <a:pt x="39675" y="39991"/>
                    <a:pt x="39504" y="39820"/>
                    <a:pt x="39376" y="39650"/>
                  </a:cubicBezTo>
                  <a:lnTo>
                    <a:pt x="38608" y="38839"/>
                  </a:lnTo>
                  <a:cubicBezTo>
                    <a:pt x="38589" y="38819"/>
                    <a:pt x="38569" y="38811"/>
                    <a:pt x="38551" y="38811"/>
                  </a:cubicBezTo>
                  <a:cubicBezTo>
                    <a:pt x="38490" y="38811"/>
                    <a:pt x="38448" y="38902"/>
                    <a:pt x="38480" y="38967"/>
                  </a:cubicBezTo>
                  <a:lnTo>
                    <a:pt x="39163" y="39820"/>
                  </a:lnTo>
                  <a:cubicBezTo>
                    <a:pt x="39376" y="40076"/>
                    <a:pt x="39547" y="40332"/>
                    <a:pt x="39760" y="40545"/>
                  </a:cubicBezTo>
                  <a:cubicBezTo>
                    <a:pt x="39718" y="40716"/>
                    <a:pt x="39632" y="40887"/>
                    <a:pt x="39590" y="41057"/>
                  </a:cubicBezTo>
                  <a:lnTo>
                    <a:pt x="39504" y="40972"/>
                  </a:lnTo>
                  <a:cubicBezTo>
                    <a:pt x="39462" y="40929"/>
                    <a:pt x="39419" y="40844"/>
                    <a:pt x="39376" y="40801"/>
                  </a:cubicBezTo>
                  <a:cubicBezTo>
                    <a:pt x="39334" y="40716"/>
                    <a:pt x="39163" y="40545"/>
                    <a:pt x="39078" y="40417"/>
                  </a:cubicBezTo>
                  <a:lnTo>
                    <a:pt x="38480" y="39692"/>
                  </a:lnTo>
                  <a:cubicBezTo>
                    <a:pt x="38459" y="39660"/>
                    <a:pt x="38430" y="39647"/>
                    <a:pt x="38399" y="39647"/>
                  </a:cubicBezTo>
                  <a:cubicBezTo>
                    <a:pt x="38307" y="39647"/>
                    <a:pt x="38203" y="39767"/>
                    <a:pt x="38267" y="39863"/>
                  </a:cubicBezTo>
                  <a:lnTo>
                    <a:pt x="38864" y="40631"/>
                  </a:lnTo>
                  <a:lnTo>
                    <a:pt x="39120" y="41015"/>
                  </a:lnTo>
                  <a:lnTo>
                    <a:pt x="39248" y="41185"/>
                  </a:lnTo>
                  <a:cubicBezTo>
                    <a:pt x="39291" y="41271"/>
                    <a:pt x="39376" y="41313"/>
                    <a:pt x="39419" y="41399"/>
                  </a:cubicBezTo>
                  <a:lnTo>
                    <a:pt x="39462" y="41399"/>
                  </a:lnTo>
                  <a:cubicBezTo>
                    <a:pt x="39376" y="41569"/>
                    <a:pt x="39291" y="41740"/>
                    <a:pt x="39163" y="41911"/>
                  </a:cubicBezTo>
                  <a:cubicBezTo>
                    <a:pt x="39078" y="41783"/>
                    <a:pt x="38992" y="41612"/>
                    <a:pt x="38907" y="41484"/>
                  </a:cubicBezTo>
                  <a:cubicBezTo>
                    <a:pt x="38882" y="41447"/>
                    <a:pt x="38846" y="41431"/>
                    <a:pt x="38809" y="41431"/>
                  </a:cubicBezTo>
                  <a:cubicBezTo>
                    <a:pt x="38719" y="41431"/>
                    <a:pt x="38621" y="41521"/>
                    <a:pt x="38651" y="41612"/>
                  </a:cubicBezTo>
                  <a:cubicBezTo>
                    <a:pt x="38779" y="41825"/>
                    <a:pt x="38907" y="41996"/>
                    <a:pt x="38992" y="42209"/>
                  </a:cubicBezTo>
                  <a:cubicBezTo>
                    <a:pt x="38950" y="42252"/>
                    <a:pt x="38907" y="42337"/>
                    <a:pt x="38864" y="42423"/>
                  </a:cubicBezTo>
                  <a:cubicBezTo>
                    <a:pt x="38480" y="42892"/>
                    <a:pt x="38011" y="43276"/>
                    <a:pt x="37499" y="43574"/>
                  </a:cubicBezTo>
                  <a:cubicBezTo>
                    <a:pt x="37457" y="43532"/>
                    <a:pt x="37457" y="43489"/>
                    <a:pt x="37414" y="43446"/>
                  </a:cubicBezTo>
                  <a:cubicBezTo>
                    <a:pt x="37371" y="43404"/>
                    <a:pt x="37329" y="43361"/>
                    <a:pt x="37286" y="43361"/>
                  </a:cubicBezTo>
                  <a:cubicBezTo>
                    <a:pt x="37158" y="43233"/>
                    <a:pt x="37030" y="43062"/>
                    <a:pt x="36902" y="42934"/>
                  </a:cubicBezTo>
                  <a:cubicBezTo>
                    <a:pt x="36774" y="42806"/>
                    <a:pt x="36646" y="42636"/>
                    <a:pt x="36518" y="42508"/>
                  </a:cubicBezTo>
                  <a:cubicBezTo>
                    <a:pt x="36219" y="42209"/>
                    <a:pt x="35963" y="41911"/>
                    <a:pt x="35707" y="41655"/>
                  </a:cubicBezTo>
                  <a:cubicBezTo>
                    <a:pt x="35688" y="41635"/>
                    <a:pt x="35666" y="41626"/>
                    <a:pt x="35644" y="41626"/>
                  </a:cubicBezTo>
                  <a:cubicBezTo>
                    <a:pt x="35574" y="41626"/>
                    <a:pt x="35514" y="41717"/>
                    <a:pt x="35579" y="41783"/>
                  </a:cubicBezTo>
                  <a:cubicBezTo>
                    <a:pt x="35878" y="42124"/>
                    <a:pt x="36134" y="42465"/>
                    <a:pt x="36433" y="42806"/>
                  </a:cubicBezTo>
                  <a:lnTo>
                    <a:pt x="36859" y="43318"/>
                  </a:lnTo>
                  <a:cubicBezTo>
                    <a:pt x="36902" y="43404"/>
                    <a:pt x="36945" y="43489"/>
                    <a:pt x="37030" y="43574"/>
                  </a:cubicBezTo>
                  <a:cubicBezTo>
                    <a:pt x="37030" y="43660"/>
                    <a:pt x="37073" y="43702"/>
                    <a:pt x="37115" y="43745"/>
                  </a:cubicBezTo>
                  <a:lnTo>
                    <a:pt x="37158" y="43745"/>
                  </a:lnTo>
                  <a:cubicBezTo>
                    <a:pt x="36774" y="43916"/>
                    <a:pt x="36433" y="44044"/>
                    <a:pt x="36049" y="44172"/>
                  </a:cubicBezTo>
                  <a:lnTo>
                    <a:pt x="36049" y="44129"/>
                  </a:lnTo>
                  <a:cubicBezTo>
                    <a:pt x="35963" y="43958"/>
                    <a:pt x="35835" y="43830"/>
                    <a:pt x="35750" y="43702"/>
                  </a:cubicBezTo>
                  <a:lnTo>
                    <a:pt x="35409" y="43318"/>
                  </a:lnTo>
                  <a:cubicBezTo>
                    <a:pt x="35153" y="43062"/>
                    <a:pt x="34940" y="42764"/>
                    <a:pt x="34726" y="42551"/>
                  </a:cubicBezTo>
                  <a:cubicBezTo>
                    <a:pt x="34704" y="42518"/>
                    <a:pt x="34680" y="42504"/>
                    <a:pt x="34656" y="42504"/>
                  </a:cubicBezTo>
                  <a:cubicBezTo>
                    <a:pt x="34587" y="42504"/>
                    <a:pt x="34524" y="42615"/>
                    <a:pt x="34556" y="42678"/>
                  </a:cubicBezTo>
                  <a:cubicBezTo>
                    <a:pt x="34769" y="42934"/>
                    <a:pt x="34982" y="43190"/>
                    <a:pt x="35196" y="43489"/>
                  </a:cubicBezTo>
                  <a:cubicBezTo>
                    <a:pt x="35324" y="43617"/>
                    <a:pt x="35409" y="43745"/>
                    <a:pt x="35494" y="43873"/>
                  </a:cubicBezTo>
                  <a:cubicBezTo>
                    <a:pt x="35579" y="44001"/>
                    <a:pt x="35665" y="44129"/>
                    <a:pt x="35750" y="44214"/>
                  </a:cubicBezTo>
                  <a:cubicBezTo>
                    <a:pt x="35321" y="44306"/>
                    <a:pt x="34914" y="44376"/>
                    <a:pt x="34497" y="44424"/>
                  </a:cubicBezTo>
                  <a:lnTo>
                    <a:pt x="34497" y="44424"/>
                  </a:lnTo>
                  <a:cubicBezTo>
                    <a:pt x="34558" y="44380"/>
                    <a:pt x="34597" y="44297"/>
                    <a:pt x="34556" y="44214"/>
                  </a:cubicBezTo>
                  <a:cubicBezTo>
                    <a:pt x="34513" y="44172"/>
                    <a:pt x="34470" y="44129"/>
                    <a:pt x="34385" y="44044"/>
                  </a:cubicBezTo>
                  <a:lnTo>
                    <a:pt x="34257" y="43873"/>
                  </a:lnTo>
                  <a:cubicBezTo>
                    <a:pt x="34172" y="43788"/>
                    <a:pt x="34086" y="43660"/>
                    <a:pt x="34001" y="43574"/>
                  </a:cubicBezTo>
                  <a:cubicBezTo>
                    <a:pt x="33830" y="43361"/>
                    <a:pt x="33617" y="43148"/>
                    <a:pt x="33446" y="42934"/>
                  </a:cubicBezTo>
                  <a:cubicBezTo>
                    <a:pt x="33431" y="42927"/>
                    <a:pt x="33415" y="42923"/>
                    <a:pt x="33400" y="42923"/>
                  </a:cubicBezTo>
                  <a:cubicBezTo>
                    <a:pt x="33334" y="42923"/>
                    <a:pt x="33284" y="42993"/>
                    <a:pt x="33318" y="43062"/>
                  </a:cubicBezTo>
                  <a:cubicBezTo>
                    <a:pt x="33489" y="43276"/>
                    <a:pt x="33702" y="43489"/>
                    <a:pt x="33873" y="43702"/>
                  </a:cubicBezTo>
                  <a:cubicBezTo>
                    <a:pt x="33916" y="43788"/>
                    <a:pt x="34001" y="43916"/>
                    <a:pt x="34086" y="44001"/>
                  </a:cubicBezTo>
                  <a:cubicBezTo>
                    <a:pt x="34172" y="44129"/>
                    <a:pt x="34172" y="44129"/>
                    <a:pt x="34214" y="44172"/>
                  </a:cubicBezTo>
                  <a:cubicBezTo>
                    <a:pt x="34214" y="44257"/>
                    <a:pt x="34257" y="44300"/>
                    <a:pt x="34300" y="44385"/>
                  </a:cubicBezTo>
                  <a:cubicBezTo>
                    <a:pt x="34313" y="44411"/>
                    <a:pt x="34329" y="44429"/>
                    <a:pt x="34348" y="44440"/>
                  </a:cubicBezTo>
                  <a:lnTo>
                    <a:pt x="34348" y="44440"/>
                  </a:lnTo>
                  <a:cubicBezTo>
                    <a:pt x="34234" y="44452"/>
                    <a:pt x="34118" y="44462"/>
                    <a:pt x="34001" y="44470"/>
                  </a:cubicBezTo>
                  <a:cubicBezTo>
                    <a:pt x="33702" y="44129"/>
                    <a:pt x="33404" y="43788"/>
                    <a:pt x="33105" y="43404"/>
                  </a:cubicBezTo>
                  <a:cubicBezTo>
                    <a:pt x="33084" y="43382"/>
                    <a:pt x="33052" y="43372"/>
                    <a:pt x="33025" y="43372"/>
                  </a:cubicBezTo>
                  <a:cubicBezTo>
                    <a:pt x="32999" y="43372"/>
                    <a:pt x="32977" y="43382"/>
                    <a:pt x="32977" y="43404"/>
                  </a:cubicBezTo>
                  <a:cubicBezTo>
                    <a:pt x="32892" y="43446"/>
                    <a:pt x="32892" y="43489"/>
                    <a:pt x="32977" y="43532"/>
                  </a:cubicBezTo>
                  <a:lnTo>
                    <a:pt x="33660" y="44470"/>
                  </a:lnTo>
                  <a:cubicBezTo>
                    <a:pt x="33276" y="44470"/>
                    <a:pt x="32892" y="44470"/>
                    <a:pt x="32508" y="44513"/>
                  </a:cubicBezTo>
                  <a:cubicBezTo>
                    <a:pt x="32380" y="44342"/>
                    <a:pt x="32295" y="44257"/>
                    <a:pt x="32167" y="44129"/>
                  </a:cubicBezTo>
                  <a:lnTo>
                    <a:pt x="31868" y="43788"/>
                  </a:lnTo>
                  <a:cubicBezTo>
                    <a:pt x="31655" y="43532"/>
                    <a:pt x="31441" y="43318"/>
                    <a:pt x="31228" y="43062"/>
                  </a:cubicBezTo>
                  <a:cubicBezTo>
                    <a:pt x="31207" y="43041"/>
                    <a:pt x="31175" y="43030"/>
                    <a:pt x="31137" y="43030"/>
                  </a:cubicBezTo>
                  <a:cubicBezTo>
                    <a:pt x="31100" y="43030"/>
                    <a:pt x="31057" y="43041"/>
                    <a:pt x="31015" y="43062"/>
                  </a:cubicBezTo>
                  <a:cubicBezTo>
                    <a:pt x="30972" y="43105"/>
                    <a:pt x="30972" y="43233"/>
                    <a:pt x="31015" y="43276"/>
                  </a:cubicBezTo>
                  <a:cubicBezTo>
                    <a:pt x="31228" y="43489"/>
                    <a:pt x="31441" y="43745"/>
                    <a:pt x="31612" y="44001"/>
                  </a:cubicBezTo>
                  <a:lnTo>
                    <a:pt x="31868" y="44342"/>
                  </a:lnTo>
                  <a:lnTo>
                    <a:pt x="31996" y="44513"/>
                  </a:lnTo>
                  <a:lnTo>
                    <a:pt x="31185" y="44513"/>
                  </a:lnTo>
                  <a:cubicBezTo>
                    <a:pt x="31185" y="44470"/>
                    <a:pt x="31185" y="44470"/>
                    <a:pt x="31185" y="44470"/>
                  </a:cubicBezTo>
                  <a:lnTo>
                    <a:pt x="30332" y="43446"/>
                  </a:lnTo>
                  <a:cubicBezTo>
                    <a:pt x="30311" y="43425"/>
                    <a:pt x="30279" y="43414"/>
                    <a:pt x="30247" y="43414"/>
                  </a:cubicBezTo>
                  <a:cubicBezTo>
                    <a:pt x="30215" y="43414"/>
                    <a:pt x="30183" y="43425"/>
                    <a:pt x="30162" y="43446"/>
                  </a:cubicBezTo>
                  <a:cubicBezTo>
                    <a:pt x="30119" y="43489"/>
                    <a:pt x="30119" y="43574"/>
                    <a:pt x="30162" y="43617"/>
                  </a:cubicBezTo>
                  <a:lnTo>
                    <a:pt x="30844" y="44470"/>
                  </a:lnTo>
                  <a:lnTo>
                    <a:pt x="30290" y="44470"/>
                  </a:lnTo>
                  <a:cubicBezTo>
                    <a:pt x="30247" y="44428"/>
                    <a:pt x="30162" y="44342"/>
                    <a:pt x="30119" y="44300"/>
                  </a:cubicBezTo>
                  <a:lnTo>
                    <a:pt x="29906" y="43916"/>
                  </a:lnTo>
                  <a:lnTo>
                    <a:pt x="29394" y="43190"/>
                  </a:lnTo>
                  <a:cubicBezTo>
                    <a:pt x="29369" y="43153"/>
                    <a:pt x="29333" y="43137"/>
                    <a:pt x="29296" y="43137"/>
                  </a:cubicBezTo>
                  <a:cubicBezTo>
                    <a:pt x="29209" y="43137"/>
                    <a:pt x="29120" y="43228"/>
                    <a:pt x="29180" y="43318"/>
                  </a:cubicBezTo>
                  <a:lnTo>
                    <a:pt x="29650" y="44086"/>
                  </a:lnTo>
                  <a:lnTo>
                    <a:pt x="29906" y="44428"/>
                  </a:lnTo>
                  <a:lnTo>
                    <a:pt x="29906" y="44470"/>
                  </a:lnTo>
                  <a:cubicBezTo>
                    <a:pt x="29351" y="44470"/>
                    <a:pt x="28839" y="44470"/>
                    <a:pt x="28285" y="44428"/>
                  </a:cubicBezTo>
                  <a:cubicBezTo>
                    <a:pt x="28285" y="44385"/>
                    <a:pt x="28285" y="44342"/>
                    <a:pt x="28242" y="44300"/>
                  </a:cubicBezTo>
                  <a:cubicBezTo>
                    <a:pt x="28157" y="44257"/>
                    <a:pt x="28114" y="44172"/>
                    <a:pt x="28029" y="44129"/>
                  </a:cubicBezTo>
                  <a:lnTo>
                    <a:pt x="27858" y="43916"/>
                  </a:lnTo>
                  <a:lnTo>
                    <a:pt x="27474" y="43532"/>
                  </a:lnTo>
                  <a:cubicBezTo>
                    <a:pt x="27444" y="43512"/>
                    <a:pt x="27414" y="43504"/>
                    <a:pt x="27387" y="43504"/>
                  </a:cubicBezTo>
                  <a:cubicBezTo>
                    <a:pt x="27298" y="43504"/>
                    <a:pt x="27238" y="43594"/>
                    <a:pt x="27303" y="43660"/>
                  </a:cubicBezTo>
                  <a:cubicBezTo>
                    <a:pt x="27431" y="43788"/>
                    <a:pt x="27559" y="43958"/>
                    <a:pt x="27687" y="44086"/>
                  </a:cubicBezTo>
                  <a:lnTo>
                    <a:pt x="27858" y="44300"/>
                  </a:lnTo>
                  <a:cubicBezTo>
                    <a:pt x="27901" y="44342"/>
                    <a:pt x="27943" y="44385"/>
                    <a:pt x="27986" y="44428"/>
                  </a:cubicBezTo>
                  <a:lnTo>
                    <a:pt x="26791" y="44428"/>
                  </a:lnTo>
                  <a:cubicBezTo>
                    <a:pt x="26493" y="44086"/>
                    <a:pt x="26194" y="43788"/>
                    <a:pt x="25896" y="43446"/>
                  </a:cubicBezTo>
                  <a:cubicBezTo>
                    <a:pt x="25879" y="43430"/>
                    <a:pt x="25860" y="43423"/>
                    <a:pt x="25840" y="43423"/>
                  </a:cubicBezTo>
                  <a:cubicBezTo>
                    <a:pt x="25756" y="43423"/>
                    <a:pt x="25664" y="43548"/>
                    <a:pt x="25768" y="43617"/>
                  </a:cubicBezTo>
                  <a:lnTo>
                    <a:pt x="26407" y="44385"/>
                  </a:lnTo>
                  <a:lnTo>
                    <a:pt x="26407" y="44385"/>
                  </a:lnTo>
                  <a:lnTo>
                    <a:pt x="24701" y="44300"/>
                  </a:lnTo>
                  <a:cubicBezTo>
                    <a:pt x="24616" y="44214"/>
                    <a:pt x="24530" y="44086"/>
                    <a:pt x="24402" y="44001"/>
                  </a:cubicBezTo>
                  <a:cubicBezTo>
                    <a:pt x="24317" y="43873"/>
                    <a:pt x="24189" y="43788"/>
                    <a:pt x="24104" y="43660"/>
                  </a:cubicBezTo>
                  <a:lnTo>
                    <a:pt x="23464" y="42977"/>
                  </a:lnTo>
                  <a:cubicBezTo>
                    <a:pt x="23436" y="42949"/>
                    <a:pt x="23406" y="42938"/>
                    <a:pt x="23378" y="42938"/>
                  </a:cubicBezTo>
                  <a:cubicBezTo>
                    <a:pt x="23276" y="42938"/>
                    <a:pt x="23193" y="43090"/>
                    <a:pt x="23293" y="43190"/>
                  </a:cubicBezTo>
                  <a:lnTo>
                    <a:pt x="23890" y="43873"/>
                  </a:lnTo>
                  <a:cubicBezTo>
                    <a:pt x="23976" y="43958"/>
                    <a:pt x="24061" y="44086"/>
                    <a:pt x="24189" y="44214"/>
                  </a:cubicBezTo>
                  <a:lnTo>
                    <a:pt x="24232" y="44300"/>
                  </a:lnTo>
                  <a:lnTo>
                    <a:pt x="22909" y="44214"/>
                  </a:lnTo>
                  <a:cubicBezTo>
                    <a:pt x="22696" y="43958"/>
                    <a:pt x="22483" y="43702"/>
                    <a:pt x="22269" y="43446"/>
                  </a:cubicBezTo>
                  <a:cubicBezTo>
                    <a:pt x="22247" y="43414"/>
                    <a:pt x="22220" y="43400"/>
                    <a:pt x="22193" y="43400"/>
                  </a:cubicBezTo>
                  <a:cubicBezTo>
                    <a:pt x="22116" y="43400"/>
                    <a:pt x="22046" y="43511"/>
                    <a:pt x="22141" y="43574"/>
                  </a:cubicBezTo>
                  <a:lnTo>
                    <a:pt x="22611" y="44214"/>
                  </a:lnTo>
                  <a:lnTo>
                    <a:pt x="21715" y="44129"/>
                  </a:lnTo>
                  <a:cubicBezTo>
                    <a:pt x="21416" y="43788"/>
                    <a:pt x="21160" y="43404"/>
                    <a:pt x="20862" y="43062"/>
                  </a:cubicBezTo>
                  <a:cubicBezTo>
                    <a:pt x="20849" y="43037"/>
                    <a:pt x="20826" y="43027"/>
                    <a:pt x="20801" y="43027"/>
                  </a:cubicBezTo>
                  <a:cubicBezTo>
                    <a:pt x="20741" y="43027"/>
                    <a:pt x="20673" y="43087"/>
                    <a:pt x="20734" y="43148"/>
                  </a:cubicBezTo>
                  <a:cubicBezTo>
                    <a:pt x="20947" y="43489"/>
                    <a:pt x="21160" y="43788"/>
                    <a:pt x="21373" y="44129"/>
                  </a:cubicBezTo>
                  <a:lnTo>
                    <a:pt x="19838" y="44001"/>
                  </a:lnTo>
                  <a:lnTo>
                    <a:pt x="19795" y="43958"/>
                  </a:lnTo>
                  <a:lnTo>
                    <a:pt x="19667" y="43830"/>
                  </a:lnTo>
                  <a:lnTo>
                    <a:pt x="19411" y="43532"/>
                  </a:lnTo>
                  <a:cubicBezTo>
                    <a:pt x="19198" y="43361"/>
                    <a:pt x="19070" y="43190"/>
                    <a:pt x="18856" y="43020"/>
                  </a:cubicBezTo>
                  <a:cubicBezTo>
                    <a:pt x="18835" y="42998"/>
                    <a:pt x="18803" y="42988"/>
                    <a:pt x="18771" y="42988"/>
                  </a:cubicBezTo>
                  <a:cubicBezTo>
                    <a:pt x="18739" y="42988"/>
                    <a:pt x="18707" y="42998"/>
                    <a:pt x="18686" y="43020"/>
                  </a:cubicBezTo>
                  <a:cubicBezTo>
                    <a:pt x="18643" y="43062"/>
                    <a:pt x="18643" y="43148"/>
                    <a:pt x="18686" y="43190"/>
                  </a:cubicBezTo>
                  <a:lnTo>
                    <a:pt x="19198" y="43745"/>
                  </a:lnTo>
                  <a:lnTo>
                    <a:pt x="19368" y="43958"/>
                  </a:lnTo>
                  <a:lnTo>
                    <a:pt x="18302" y="43873"/>
                  </a:lnTo>
                  <a:lnTo>
                    <a:pt x="18003" y="43830"/>
                  </a:lnTo>
                  <a:cubicBezTo>
                    <a:pt x="17833" y="43617"/>
                    <a:pt x="17662" y="43404"/>
                    <a:pt x="17491" y="43190"/>
                  </a:cubicBezTo>
                  <a:cubicBezTo>
                    <a:pt x="17470" y="43169"/>
                    <a:pt x="17438" y="43158"/>
                    <a:pt x="17406" y="43158"/>
                  </a:cubicBezTo>
                  <a:cubicBezTo>
                    <a:pt x="17374" y="43158"/>
                    <a:pt x="17342" y="43169"/>
                    <a:pt x="17321" y="43190"/>
                  </a:cubicBezTo>
                  <a:cubicBezTo>
                    <a:pt x="17321" y="43233"/>
                    <a:pt x="17321" y="43276"/>
                    <a:pt x="17321" y="43318"/>
                  </a:cubicBezTo>
                  <a:lnTo>
                    <a:pt x="17662" y="43788"/>
                  </a:lnTo>
                  <a:lnTo>
                    <a:pt x="16425" y="43660"/>
                  </a:lnTo>
                  <a:cubicBezTo>
                    <a:pt x="16382" y="43574"/>
                    <a:pt x="16297" y="43489"/>
                    <a:pt x="16212" y="43361"/>
                  </a:cubicBezTo>
                  <a:lnTo>
                    <a:pt x="15785" y="42849"/>
                  </a:lnTo>
                  <a:cubicBezTo>
                    <a:pt x="15764" y="42828"/>
                    <a:pt x="15732" y="42817"/>
                    <a:pt x="15700" y="42817"/>
                  </a:cubicBezTo>
                  <a:cubicBezTo>
                    <a:pt x="15668" y="42817"/>
                    <a:pt x="15636" y="42828"/>
                    <a:pt x="15614" y="42849"/>
                  </a:cubicBezTo>
                  <a:cubicBezTo>
                    <a:pt x="15572" y="42892"/>
                    <a:pt x="15572" y="42934"/>
                    <a:pt x="15614" y="42977"/>
                  </a:cubicBezTo>
                  <a:cubicBezTo>
                    <a:pt x="15742" y="43190"/>
                    <a:pt x="15870" y="43361"/>
                    <a:pt x="15998" y="43532"/>
                  </a:cubicBezTo>
                  <a:lnTo>
                    <a:pt x="16084" y="43617"/>
                  </a:lnTo>
                  <a:cubicBezTo>
                    <a:pt x="15700" y="43574"/>
                    <a:pt x="15316" y="43532"/>
                    <a:pt x="14932" y="43489"/>
                  </a:cubicBezTo>
                  <a:cubicBezTo>
                    <a:pt x="14761" y="43233"/>
                    <a:pt x="14590" y="42977"/>
                    <a:pt x="14377" y="42764"/>
                  </a:cubicBezTo>
                  <a:cubicBezTo>
                    <a:pt x="14361" y="42748"/>
                    <a:pt x="14341" y="42741"/>
                    <a:pt x="14321" y="42741"/>
                  </a:cubicBezTo>
                  <a:cubicBezTo>
                    <a:pt x="14236" y="42741"/>
                    <a:pt x="14137" y="42865"/>
                    <a:pt x="14206" y="42934"/>
                  </a:cubicBezTo>
                  <a:cubicBezTo>
                    <a:pt x="14334" y="43105"/>
                    <a:pt x="14462" y="43276"/>
                    <a:pt x="14590" y="43446"/>
                  </a:cubicBezTo>
                  <a:lnTo>
                    <a:pt x="13737" y="43318"/>
                  </a:lnTo>
                  <a:lnTo>
                    <a:pt x="12329" y="43148"/>
                  </a:lnTo>
                  <a:cubicBezTo>
                    <a:pt x="12329" y="43105"/>
                    <a:pt x="12287" y="43105"/>
                    <a:pt x="12287" y="43105"/>
                  </a:cubicBezTo>
                  <a:lnTo>
                    <a:pt x="12244" y="43062"/>
                  </a:lnTo>
                  <a:lnTo>
                    <a:pt x="12159" y="42977"/>
                  </a:lnTo>
                  <a:cubicBezTo>
                    <a:pt x="12073" y="42892"/>
                    <a:pt x="12031" y="42849"/>
                    <a:pt x="11988" y="42806"/>
                  </a:cubicBezTo>
                  <a:cubicBezTo>
                    <a:pt x="11860" y="42678"/>
                    <a:pt x="11775" y="42551"/>
                    <a:pt x="11689" y="42423"/>
                  </a:cubicBezTo>
                  <a:cubicBezTo>
                    <a:pt x="11664" y="42373"/>
                    <a:pt x="11625" y="42352"/>
                    <a:pt x="11588" y="42352"/>
                  </a:cubicBezTo>
                  <a:cubicBezTo>
                    <a:pt x="11561" y="42352"/>
                    <a:pt x="11537" y="42362"/>
                    <a:pt x="11519" y="42380"/>
                  </a:cubicBezTo>
                  <a:cubicBezTo>
                    <a:pt x="11476" y="42380"/>
                    <a:pt x="11434" y="42465"/>
                    <a:pt x="11476" y="42551"/>
                  </a:cubicBezTo>
                  <a:cubicBezTo>
                    <a:pt x="11561" y="42678"/>
                    <a:pt x="11689" y="42806"/>
                    <a:pt x="11775" y="42977"/>
                  </a:cubicBezTo>
                  <a:lnTo>
                    <a:pt x="11903" y="43105"/>
                  </a:lnTo>
                  <a:lnTo>
                    <a:pt x="11092" y="42977"/>
                  </a:lnTo>
                  <a:cubicBezTo>
                    <a:pt x="10879" y="42764"/>
                    <a:pt x="10666" y="42508"/>
                    <a:pt x="10495" y="42252"/>
                  </a:cubicBezTo>
                  <a:cubicBezTo>
                    <a:pt x="10482" y="42227"/>
                    <a:pt x="10463" y="42217"/>
                    <a:pt x="10442" y="42217"/>
                  </a:cubicBezTo>
                  <a:cubicBezTo>
                    <a:pt x="10392" y="42217"/>
                    <a:pt x="10337" y="42277"/>
                    <a:pt x="10367" y="42337"/>
                  </a:cubicBezTo>
                  <a:cubicBezTo>
                    <a:pt x="10495" y="42551"/>
                    <a:pt x="10623" y="42764"/>
                    <a:pt x="10794" y="42934"/>
                  </a:cubicBezTo>
                  <a:lnTo>
                    <a:pt x="9983" y="42806"/>
                  </a:lnTo>
                  <a:cubicBezTo>
                    <a:pt x="10026" y="42764"/>
                    <a:pt x="10026" y="42721"/>
                    <a:pt x="9983" y="42678"/>
                  </a:cubicBezTo>
                  <a:lnTo>
                    <a:pt x="9514" y="41996"/>
                  </a:lnTo>
                  <a:cubicBezTo>
                    <a:pt x="9484" y="41966"/>
                    <a:pt x="9432" y="41936"/>
                    <a:pt x="9374" y="41936"/>
                  </a:cubicBezTo>
                  <a:cubicBezTo>
                    <a:pt x="9350" y="41936"/>
                    <a:pt x="9325" y="41941"/>
                    <a:pt x="9300" y="41953"/>
                  </a:cubicBezTo>
                  <a:cubicBezTo>
                    <a:pt x="9258" y="41996"/>
                    <a:pt x="9215" y="42081"/>
                    <a:pt x="9258" y="42124"/>
                  </a:cubicBezTo>
                  <a:lnTo>
                    <a:pt x="9684" y="42721"/>
                  </a:lnTo>
                  <a:lnTo>
                    <a:pt x="9258" y="42678"/>
                  </a:lnTo>
                  <a:cubicBezTo>
                    <a:pt x="9002" y="42593"/>
                    <a:pt x="8746" y="42551"/>
                    <a:pt x="8533" y="42465"/>
                  </a:cubicBezTo>
                  <a:lnTo>
                    <a:pt x="8191" y="41953"/>
                  </a:lnTo>
                  <a:cubicBezTo>
                    <a:pt x="8161" y="41923"/>
                    <a:pt x="8110" y="41893"/>
                    <a:pt x="8067" y="41893"/>
                  </a:cubicBezTo>
                  <a:cubicBezTo>
                    <a:pt x="8049" y="41893"/>
                    <a:pt x="8033" y="41898"/>
                    <a:pt x="8021" y="41911"/>
                  </a:cubicBezTo>
                  <a:cubicBezTo>
                    <a:pt x="7978" y="41953"/>
                    <a:pt x="7935" y="41996"/>
                    <a:pt x="7978" y="42081"/>
                  </a:cubicBezTo>
                  <a:lnTo>
                    <a:pt x="8149" y="42380"/>
                  </a:lnTo>
                  <a:cubicBezTo>
                    <a:pt x="7935" y="42337"/>
                    <a:pt x="7765" y="42252"/>
                    <a:pt x="7551" y="42167"/>
                  </a:cubicBezTo>
                  <a:cubicBezTo>
                    <a:pt x="7381" y="41911"/>
                    <a:pt x="7210" y="41612"/>
                    <a:pt x="7039" y="41356"/>
                  </a:cubicBezTo>
                  <a:cubicBezTo>
                    <a:pt x="7014" y="41305"/>
                    <a:pt x="6973" y="41284"/>
                    <a:pt x="6930" y="41284"/>
                  </a:cubicBezTo>
                  <a:cubicBezTo>
                    <a:pt x="6831" y="41284"/>
                    <a:pt x="6724" y="41395"/>
                    <a:pt x="6783" y="41484"/>
                  </a:cubicBezTo>
                  <a:cubicBezTo>
                    <a:pt x="6869" y="41612"/>
                    <a:pt x="6997" y="41783"/>
                    <a:pt x="7082" y="41953"/>
                  </a:cubicBezTo>
                  <a:cubicBezTo>
                    <a:pt x="6698" y="41783"/>
                    <a:pt x="6357" y="41527"/>
                    <a:pt x="6016" y="41271"/>
                  </a:cubicBezTo>
                  <a:cubicBezTo>
                    <a:pt x="5504" y="40887"/>
                    <a:pt x="5034" y="40460"/>
                    <a:pt x="4608" y="40034"/>
                  </a:cubicBezTo>
                  <a:lnTo>
                    <a:pt x="4608" y="40034"/>
                  </a:lnTo>
                  <a:cubicBezTo>
                    <a:pt x="4906" y="40162"/>
                    <a:pt x="5205" y="40332"/>
                    <a:pt x="5546" y="40460"/>
                  </a:cubicBezTo>
                  <a:cubicBezTo>
                    <a:pt x="6528" y="40801"/>
                    <a:pt x="7509" y="41057"/>
                    <a:pt x="8533" y="41228"/>
                  </a:cubicBezTo>
                  <a:lnTo>
                    <a:pt x="8618" y="41228"/>
                  </a:lnTo>
                  <a:lnTo>
                    <a:pt x="8746" y="41271"/>
                  </a:lnTo>
                  <a:cubicBezTo>
                    <a:pt x="9172" y="41399"/>
                    <a:pt x="9599" y="41441"/>
                    <a:pt x="10026" y="41527"/>
                  </a:cubicBezTo>
                  <a:cubicBezTo>
                    <a:pt x="10879" y="41697"/>
                    <a:pt x="11732" y="41825"/>
                    <a:pt x="12543" y="41911"/>
                  </a:cubicBezTo>
                  <a:cubicBezTo>
                    <a:pt x="14249" y="42167"/>
                    <a:pt x="15956" y="42252"/>
                    <a:pt x="17662" y="42337"/>
                  </a:cubicBezTo>
                  <a:lnTo>
                    <a:pt x="18003" y="42337"/>
                  </a:lnTo>
                  <a:cubicBezTo>
                    <a:pt x="19923" y="42465"/>
                    <a:pt x="21843" y="42508"/>
                    <a:pt x="23762" y="42508"/>
                  </a:cubicBezTo>
                  <a:cubicBezTo>
                    <a:pt x="25000" y="42508"/>
                    <a:pt x="26279" y="42508"/>
                    <a:pt x="27559" y="42465"/>
                  </a:cubicBezTo>
                  <a:cubicBezTo>
                    <a:pt x="28540" y="42465"/>
                    <a:pt x="29564" y="42380"/>
                    <a:pt x="30546" y="42252"/>
                  </a:cubicBezTo>
                  <a:cubicBezTo>
                    <a:pt x="32380" y="42039"/>
                    <a:pt x="34342" y="41484"/>
                    <a:pt x="35750" y="40119"/>
                  </a:cubicBezTo>
                  <a:cubicBezTo>
                    <a:pt x="37329" y="38626"/>
                    <a:pt x="37713" y="36407"/>
                    <a:pt x="37926" y="34317"/>
                  </a:cubicBezTo>
                  <a:cubicBezTo>
                    <a:pt x="38224" y="31800"/>
                    <a:pt x="38438" y="29240"/>
                    <a:pt x="38608" y="26681"/>
                  </a:cubicBezTo>
                  <a:cubicBezTo>
                    <a:pt x="38950" y="21476"/>
                    <a:pt x="39120" y="16271"/>
                    <a:pt x="39078" y="11067"/>
                  </a:cubicBezTo>
                  <a:cubicBezTo>
                    <a:pt x="39078" y="9787"/>
                    <a:pt x="39078" y="8465"/>
                    <a:pt x="39035" y="7185"/>
                  </a:cubicBezTo>
                  <a:cubicBezTo>
                    <a:pt x="39035" y="6161"/>
                    <a:pt x="38950" y="5180"/>
                    <a:pt x="38779" y="4198"/>
                  </a:cubicBezTo>
                  <a:cubicBezTo>
                    <a:pt x="38779" y="4156"/>
                    <a:pt x="38779" y="4113"/>
                    <a:pt x="38779" y="4113"/>
                  </a:cubicBezTo>
                  <a:close/>
                  <a:moveTo>
                    <a:pt x="21621" y="1"/>
                  </a:moveTo>
                  <a:cubicBezTo>
                    <a:pt x="20953" y="1"/>
                    <a:pt x="20287" y="6"/>
                    <a:pt x="19624" y="18"/>
                  </a:cubicBezTo>
                  <a:cubicBezTo>
                    <a:pt x="14633" y="103"/>
                    <a:pt x="9642" y="700"/>
                    <a:pt x="4778" y="1767"/>
                  </a:cubicBezTo>
                  <a:cubicBezTo>
                    <a:pt x="4181" y="1895"/>
                    <a:pt x="3584" y="2023"/>
                    <a:pt x="3029" y="2151"/>
                  </a:cubicBezTo>
                  <a:cubicBezTo>
                    <a:pt x="2517" y="2279"/>
                    <a:pt x="2048" y="2535"/>
                    <a:pt x="1707" y="2876"/>
                  </a:cubicBezTo>
                  <a:cubicBezTo>
                    <a:pt x="1408" y="3345"/>
                    <a:pt x="1195" y="3900"/>
                    <a:pt x="1195" y="4497"/>
                  </a:cubicBezTo>
                  <a:cubicBezTo>
                    <a:pt x="1110" y="5094"/>
                    <a:pt x="1024" y="5734"/>
                    <a:pt x="939" y="6331"/>
                  </a:cubicBezTo>
                  <a:cubicBezTo>
                    <a:pt x="683" y="8934"/>
                    <a:pt x="470" y="11493"/>
                    <a:pt x="299" y="14096"/>
                  </a:cubicBezTo>
                  <a:cubicBezTo>
                    <a:pt x="0" y="19258"/>
                    <a:pt x="43" y="24420"/>
                    <a:pt x="342" y="29539"/>
                  </a:cubicBezTo>
                  <a:cubicBezTo>
                    <a:pt x="427" y="30733"/>
                    <a:pt x="512" y="31928"/>
                    <a:pt x="640" y="33122"/>
                  </a:cubicBezTo>
                  <a:cubicBezTo>
                    <a:pt x="726" y="34146"/>
                    <a:pt x="939" y="35170"/>
                    <a:pt x="1280" y="36151"/>
                  </a:cubicBezTo>
                  <a:cubicBezTo>
                    <a:pt x="1494" y="36749"/>
                    <a:pt x="1750" y="37346"/>
                    <a:pt x="2091" y="37858"/>
                  </a:cubicBezTo>
                  <a:cubicBezTo>
                    <a:pt x="2603" y="38882"/>
                    <a:pt x="3243" y="39820"/>
                    <a:pt x="4053" y="40631"/>
                  </a:cubicBezTo>
                  <a:cubicBezTo>
                    <a:pt x="4821" y="41441"/>
                    <a:pt x="5674" y="42124"/>
                    <a:pt x="6656" y="42678"/>
                  </a:cubicBezTo>
                  <a:cubicBezTo>
                    <a:pt x="8021" y="43233"/>
                    <a:pt x="9471" y="43574"/>
                    <a:pt x="10922" y="43745"/>
                  </a:cubicBezTo>
                  <a:cubicBezTo>
                    <a:pt x="12543" y="43958"/>
                    <a:pt x="14121" y="44172"/>
                    <a:pt x="15742" y="44385"/>
                  </a:cubicBezTo>
                  <a:cubicBezTo>
                    <a:pt x="18899" y="44726"/>
                    <a:pt x="22099" y="44982"/>
                    <a:pt x="25256" y="45153"/>
                  </a:cubicBezTo>
                  <a:cubicBezTo>
                    <a:pt x="26877" y="45238"/>
                    <a:pt x="28455" y="45281"/>
                    <a:pt x="30119" y="45281"/>
                  </a:cubicBezTo>
                  <a:cubicBezTo>
                    <a:pt x="30496" y="45292"/>
                    <a:pt x="30876" y="45298"/>
                    <a:pt x="31258" y="45298"/>
                  </a:cubicBezTo>
                  <a:cubicBezTo>
                    <a:pt x="32301" y="45298"/>
                    <a:pt x="33354" y="45258"/>
                    <a:pt x="34385" y="45195"/>
                  </a:cubicBezTo>
                  <a:cubicBezTo>
                    <a:pt x="35665" y="45110"/>
                    <a:pt x="36859" y="44726"/>
                    <a:pt x="37968" y="44129"/>
                  </a:cubicBezTo>
                  <a:cubicBezTo>
                    <a:pt x="39035" y="43446"/>
                    <a:pt x="39846" y="42423"/>
                    <a:pt x="40272" y="41228"/>
                  </a:cubicBezTo>
                  <a:cubicBezTo>
                    <a:pt x="40699" y="39991"/>
                    <a:pt x="40955" y="38711"/>
                    <a:pt x="41040" y="37431"/>
                  </a:cubicBezTo>
                  <a:cubicBezTo>
                    <a:pt x="41253" y="35853"/>
                    <a:pt x="41424" y="34274"/>
                    <a:pt x="41595" y="32653"/>
                  </a:cubicBezTo>
                  <a:cubicBezTo>
                    <a:pt x="42448" y="26254"/>
                    <a:pt x="42832" y="19770"/>
                    <a:pt x="42789" y="13285"/>
                  </a:cubicBezTo>
                  <a:lnTo>
                    <a:pt x="42789" y="13243"/>
                  </a:lnTo>
                  <a:cubicBezTo>
                    <a:pt x="42789" y="12517"/>
                    <a:pt x="42746" y="11792"/>
                    <a:pt x="42704" y="11024"/>
                  </a:cubicBezTo>
                  <a:cubicBezTo>
                    <a:pt x="42576" y="10384"/>
                    <a:pt x="42405" y="9787"/>
                    <a:pt x="42192" y="9190"/>
                  </a:cubicBezTo>
                  <a:cubicBezTo>
                    <a:pt x="41765" y="8123"/>
                    <a:pt x="41253" y="7142"/>
                    <a:pt x="40656" y="6161"/>
                  </a:cubicBezTo>
                  <a:cubicBezTo>
                    <a:pt x="40102" y="5265"/>
                    <a:pt x="39462" y="4369"/>
                    <a:pt x="38822" y="3516"/>
                  </a:cubicBezTo>
                  <a:cubicBezTo>
                    <a:pt x="38566" y="3217"/>
                    <a:pt x="38352" y="2919"/>
                    <a:pt x="38096" y="2620"/>
                  </a:cubicBezTo>
                  <a:cubicBezTo>
                    <a:pt x="37926" y="2321"/>
                    <a:pt x="37713" y="2023"/>
                    <a:pt x="37457" y="1767"/>
                  </a:cubicBezTo>
                  <a:cubicBezTo>
                    <a:pt x="36603" y="1084"/>
                    <a:pt x="35579" y="700"/>
                    <a:pt x="34513" y="615"/>
                  </a:cubicBezTo>
                  <a:cubicBezTo>
                    <a:pt x="32039" y="359"/>
                    <a:pt x="29564" y="188"/>
                    <a:pt x="27090" y="103"/>
                  </a:cubicBezTo>
                  <a:cubicBezTo>
                    <a:pt x="25279" y="41"/>
                    <a:pt x="23444" y="1"/>
                    <a:pt x="216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3" name="Google Shape;2383;p37"/>
            <p:cNvSpPr/>
            <p:nvPr/>
          </p:nvSpPr>
          <p:spPr>
            <a:xfrm>
              <a:off x="717352" y="1553247"/>
              <a:ext cx="792793" cy="826224"/>
            </a:xfrm>
            <a:custGeom>
              <a:avLst/>
              <a:gdLst/>
              <a:ahLst/>
              <a:cxnLst/>
              <a:rect l="l" t="t" r="r" b="b"/>
              <a:pathLst>
                <a:path w="37542" h="41075" extrusionOk="0">
                  <a:moveTo>
                    <a:pt x="22036" y="0"/>
                  </a:moveTo>
                  <a:cubicBezTo>
                    <a:pt x="19856" y="0"/>
                    <a:pt x="17675" y="65"/>
                    <a:pt x="15486" y="200"/>
                  </a:cubicBezTo>
                  <a:cubicBezTo>
                    <a:pt x="13097" y="328"/>
                    <a:pt x="10666" y="584"/>
                    <a:pt x="8319" y="968"/>
                  </a:cubicBezTo>
                  <a:cubicBezTo>
                    <a:pt x="7125" y="1181"/>
                    <a:pt x="5930" y="1394"/>
                    <a:pt x="4736" y="1650"/>
                  </a:cubicBezTo>
                  <a:cubicBezTo>
                    <a:pt x="4138" y="1778"/>
                    <a:pt x="3584" y="1906"/>
                    <a:pt x="2987" y="2034"/>
                  </a:cubicBezTo>
                  <a:cubicBezTo>
                    <a:pt x="2517" y="2120"/>
                    <a:pt x="2048" y="2248"/>
                    <a:pt x="1664" y="2546"/>
                  </a:cubicBezTo>
                  <a:cubicBezTo>
                    <a:pt x="1280" y="2887"/>
                    <a:pt x="1280" y="3485"/>
                    <a:pt x="1195" y="3954"/>
                  </a:cubicBezTo>
                  <a:cubicBezTo>
                    <a:pt x="1110" y="4594"/>
                    <a:pt x="1067" y="5191"/>
                    <a:pt x="982" y="5831"/>
                  </a:cubicBezTo>
                  <a:cubicBezTo>
                    <a:pt x="811" y="7068"/>
                    <a:pt x="683" y="8305"/>
                    <a:pt x="598" y="9543"/>
                  </a:cubicBezTo>
                  <a:cubicBezTo>
                    <a:pt x="384" y="12060"/>
                    <a:pt x="256" y="14534"/>
                    <a:pt x="171" y="17008"/>
                  </a:cubicBezTo>
                  <a:cubicBezTo>
                    <a:pt x="0" y="21957"/>
                    <a:pt x="171" y="26906"/>
                    <a:pt x="598" y="31812"/>
                  </a:cubicBezTo>
                  <a:cubicBezTo>
                    <a:pt x="811" y="33689"/>
                    <a:pt x="1152" y="35779"/>
                    <a:pt x="2475" y="37272"/>
                  </a:cubicBezTo>
                  <a:cubicBezTo>
                    <a:pt x="3797" y="38765"/>
                    <a:pt x="5930" y="39320"/>
                    <a:pt x="7850" y="39704"/>
                  </a:cubicBezTo>
                  <a:cubicBezTo>
                    <a:pt x="7893" y="39704"/>
                    <a:pt x="7935" y="39746"/>
                    <a:pt x="7978" y="39789"/>
                  </a:cubicBezTo>
                  <a:lnTo>
                    <a:pt x="8149" y="39789"/>
                  </a:lnTo>
                  <a:cubicBezTo>
                    <a:pt x="8618" y="39832"/>
                    <a:pt x="9087" y="39960"/>
                    <a:pt x="9556" y="40045"/>
                  </a:cubicBezTo>
                  <a:cubicBezTo>
                    <a:pt x="10921" y="40301"/>
                    <a:pt x="12287" y="40514"/>
                    <a:pt x="13652" y="40685"/>
                  </a:cubicBezTo>
                  <a:cubicBezTo>
                    <a:pt x="16765" y="40939"/>
                    <a:pt x="19877" y="41075"/>
                    <a:pt x="22990" y="41075"/>
                  </a:cubicBezTo>
                  <a:cubicBezTo>
                    <a:pt x="24058" y="41075"/>
                    <a:pt x="25126" y="41059"/>
                    <a:pt x="26194" y="41026"/>
                  </a:cubicBezTo>
                  <a:cubicBezTo>
                    <a:pt x="26355" y="41030"/>
                    <a:pt x="26516" y="41032"/>
                    <a:pt x="26677" y="41032"/>
                  </a:cubicBezTo>
                  <a:cubicBezTo>
                    <a:pt x="28472" y="41032"/>
                    <a:pt x="30230" y="40810"/>
                    <a:pt x="31953" y="40301"/>
                  </a:cubicBezTo>
                  <a:cubicBezTo>
                    <a:pt x="32764" y="40045"/>
                    <a:pt x="33574" y="39618"/>
                    <a:pt x="34214" y="39021"/>
                  </a:cubicBezTo>
                  <a:cubicBezTo>
                    <a:pt x="34982" y="38381"/>
                    <a:pt x="35494" y="37528"/>
                    <a:pt x="35835" y="36590"/>
                  </a:cubicBezTo>
                  <a:cubicBezTo>
                    <a:pt x="36134" y="35566"/>
                    <a:pt x="36347" y="34542"/>
                    <a:pt x="36433" y="33475"/>
                  </a:cubicBezTo>
                  <a:cubicBezTo>
                    <a:pt x="36561" y="32281"/>
                    <a:pt x="36646" y="31044"/>
                    <a:pt x="36774" y="29806"/>
                  </a:cubicBezTo>
                  <a:cubicBezTo>
                    <a:pt x="36945" y="27289"/>
                    <a:pt x="37115" y="24773"/>
                    <a:pt x="37243" y="22256"/>
                  </a:cubicBezTo>
                  <a:cubicBezTo>
                    <a:pt x="37456" y="17222"/>
                    <a:pt x="37542" y="12188"/>
                    <a:pt x="37456" y="7111"/>
                  </a:cubicBezTo>
                  <a:cubicBezTo>
                    <a:pt x="37456" y="6087"/>
                    <a:pt x="37414" y="5063"/>
                    <a:pt x="37286" y="4039"/>
                  </a:cubicBezTo>
                  <a:cubicBezTo>
                    <a:pt x="37200" y="3186"/>
                    <a:pt x="36859" y="2376"/>
                    <a:pt x="36305" y="1693"/>
                  </a:cubicBezTo>
                  <a:cubicBezTo>
                    <a:pt x="35579" y="925"/>
                    <a:pt x="34556" y="712"/>
                    <a:pt x="33574" y="626"/>
                  </a:cubicBezTo>
                  <a:cubicBezTo>
                    <a:pt x="32380" y="498"/>
                    <a:pt x="31228" y="371"/>
                    <a:pt x="30033" y="285"/>
                  </a:cubicBezTo>
                  <a:cubicBezTo>
                    <a:pt x="27359" y="98"/>
                    <a:pt x="24698" y="0"/>
                    <a:pt x="22036" y="0"/>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91" name="Google Shape;2391;p37"/>
          <p:cNvGrpSpPr/>
          <p:nvPr/>
        </p:nvGrpSpPr>
        <p:grpSpPr>
          <a:xfrm>
            <a:off x="4135547" y="1553913"/>
            <a:ext cx="904505" cy="912014"/>
            <a:chOff x="2085887" y="2628693"/>
            <a:chExt cx="904505" cy="912014"/>
          </a:xfrm>
        </p:grpSpPr>
        <p:sp>
          <p:nvSpPr>
            <p:cNvPr id="2392" name="Google Shape;2392;p37"/>
            <p:cNvSpPr/>
            <p:nvPr/>
          </p:nvSpPr>
          <p:spPr>
            <a:xfrm>
              <a:off x="2102991" y="2712268"/>
              <a:ext cx="793722" cy="814376"/>
            </a:xfrm>
            <a:custGeom>
              <a:avLst/>
              <a:gdLst/>
              <a:ahLst/>
              <a:cxnLst/>
              <a:rect l="l" t="t" r="r" b="b"/>
              <a:pathLst>
                <a:path w="37586" h="40486" extrusionOk="0">
                  <a:moveTo>
                    <a:pt x="3414" y="0"/>
                  </a:moveTo>
                  <a:cubicBezTo>
                    <a:pt x="3158" y="384"/>
                    <a:pt x="2859" y="811"/>
                    <a:pt x="2646" y="1238"/>
                  </a:cubicBezTo>
                  <a:cubicBezTo>
                    <a:pt x="2049" y="2176"/>
                    <a:pt x="1494" y="3115"/>
                    <a:pt x="1025" y="4138"/>
                  </a:cubicBezTo>
                  <a:cubicBezTo>
                    <a:pt x="470" y="5162"/>
                    <a:pt x="172" y="6314"/>
                    <a:pt x="44" y="7466"/>
                  </a:cubicBezTo>
                  <a:cubicBezTo>
                    <a:pt x="1" y="8234"/>
                    <a:pt x="1" y="8959"/>
                    <a:pt x="1" y="9727"/>
                  </a:cubicBezTo>
                  <a:lnTo>
                    <a:pt x="1" y="11988"/>
                  </a:lnTo>
                  <a:cubicBezTo>
                    <a:pt x="1" y="13566"/>
                    <a:pt x="44" y="15102"/>
                    <a:pt x="86" y="16638"/>
                  </a:cubicBezTo>
                  <a:cubicBezTo>
                    <a:pt x="257" y="19795"/>
                    <a:pt x="555" y="22952"/>
                    <a:pt x="854" y="26066"/>
                  </a:cubicBezTo>
                  <a:cubicBezTo>
                    <a:pt x="1067" y="27602"/>
                    <a:pt x="1238" y="29180"/>
                    <a:pt x="1409" y="30716"/>
                  </a:cubicBezTo>
                  <a:cubicBezTo>
                    <a:pt x="1579" y="32167"/>
                    <a:pt x="1707" y="33574"/>
                    <a:pt x="1921" y="34982"/>
                  </a:cubicBezTo>
                  <a:cubicBezTo>
                    <a:pt x="2091" y="36177"/>
                    <a:pt x="2518" y="37329"/>
                    <a:pt x="3200" y="38310"/>
                  </a:cubicBezTo>
                  <a:cubicBezTo>
                    <a:pt x="3968" y="39248"/>
                    <a:pt x="5035" y="39931"/>
                    <a:pt x="6229" y="40144"/>
                  </a:cubicBezTo>
                  <a:cubicBezTo>
                    <a:pt x="7424" y="40400"/>
                    <a:pt x="8661" y="40485"/>
                    <a:pt x="9898" y="40485"/>
                  </a:cubicBezTo>
                  <a:cubicBezTo>
                    <a:pt x="11434" y="40485"/>
                    <a:pt x="13012" y="40443"/>
                    <a:pt x="14548" y="40400"/>
                  </a:cubicBezTo>
                  <a:cubicBezTo>
                    <a:pt x="17620" y="40315"/>
                    <a:pt x="20734" y="40102"/>
                    <a:pt x="23806" y="39803"/>
                  </a:cubicBezTo>
                  <a:cubicBezTo>
                    <a:pt x="25341" y="39632"/>
                    <a:pt x="26920" y="39462"/>
                    <a:pt x="28413" y="39248"/>
                  </a:cubicBezTo>
                  <a:cubicBezTo>
                    <a:pt x="29906" y="39078"/>
                    <a:pt x="31442" y="38864"/>
                    <a:pt x="32935" y="38566"/>
                  </a:cubicBezTo>
                  <a:cubicBezTo>
                    <a:pt x="34087" y="38352"/>
                    <a:pt x="35239" y="37883"/>
                    <a:pt x="36177" y="37158"/>
                  </a:cubicBezTo>
                  <a:cubicBezTo>
                    <a:pt x="36689" y="36774"/>
                    <a:pt x="37158" y="36347"/>
                    <a:pt x="37585" y="35921"/>
                  </a:cubicBezTo>
                  <a:lnTo>
                    <a:pt x="37585" y="35921"/>
                  </a:lnTo>
                  <a:cubicBezTo>
                    <a:pt x="37286" y="36091"/>
                    <a:pt x="36988" y="36219"/>
                    <a:pt x="36646" y="36347"/>
                  </a:cubicBezTo>
                  <a:cubicBezTo>
                    <a:pt x="35708" y="36689"/>
                    <a:pt x="34684" y="36945"/>
                    <a:pt x="33703" y="37115"/>
                  </a:cubicBezTo>
                  <a:lnTo>
                    <a:pt x="33575" y="37115"/>
                  </a:lnTo>
                  <a:lnTo>
                    <a:pt x="33447" y="37158"/>
                  </a:lnTo>
                  <a:cubicBezTo>
                    <a:pt x="33020" y="37286"/>
                    <a:pt x="32594" y="37371"/>
                    <a:pt x="32167" y="37414"/>
                  </a:cubicBezTo>
                  <a:cubicBezTo>
                    <a:pt x="31314" y="37585"/>
                    <a:pt x="30503" y="37713"/>
                    <a:pt x="29650" y="37798"/>
                  </a:cubicBezTo>
                  <a:cubicBezTo>
                    <a:pt x="27944" y="38054"/>
                    <a:pt x="26237" y="38139"/>
                    <a:pt x="24531" y="38224"/>
                  </a:cubicBezTo>
                  <a:lnTo>
                    <a:pt x="24232" y="38224"/>
                  </a:lnTo>
                  <a:cubicBezTo>
                    <a:pt x="22312" y="38352"/>
                    <a:pt x="20393" y="38395"/>
                    <a:pt x="18473" y="38395"/>
                  </a:cubicBezTo>
                  <a:cubicBezTo>
                    <a:pt x="17193" y="38395"/>
                    <a:pt x="15913" y="38395"/>
                    <a:pt x="14634" y="38352"/>
                  </a:cubicBezTo>
                  <a:cubicBezTo>
                    <a:pt x="13652" y="38352"/>
                    <a:pt x="12671" y="38267"/>
                    <a:pt x="11647" y="38182"/>
                  </a:cubicBezTo>
                  <a:cubicBezTo>
                    <a:pt x="9813" y="37883"/>
                    <a:pt x="7850" y="37371"/>
                    <a:pt x="6485" y="36049"/>
                  </a:cubicBezTo>
                  <a:cubicBezTo>
                    <a:pt x="4907" y="34513"/>
                    <a:pt x="4480" y="32295"/>
                    <a:pt x="4267" y="30204"/>
                  </a:cubicBezTo>
                  <a:cubicBezTo>
                    <a:pt x="4011" y="27645"/>
                    <a:pt x="3798" y="25128"/>
                    <a:pt x="3627" y="22568"/>
                  </a:cubicBezTo>
                  <a:cubicBezTo>
                    <a:pt x="3286" y="17363"/>
                    <a:pt x="3115" y="12159"/>
                    <a:pt x="3115" y="6954"/>
                  </a:cubicBezTo>
                  <a:cubicBezTo>
                    <a:pt x="3115" y="5674"/>
                    <a:pt x="3158" y="4352"/>
                    <a:pt x="3158" y="3072"/>
                  </a:cubicBezTo>
                  <a:cubicBezTo>
                    <a:pt x="3158" y="2048"/>
                    <a:pt x="3243" y="1067"/>
                    <a:pt x="3414" y="86"/>
                  </a:cubicBezTo>
                  <a:cubicBezTo>
                    <a:pt x="3414" y="43"/>
                    <a:pt x="3414" y="0"/>
                    <a:pt x="3414"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7"/>
            <p:cNvSpPr/>
            <p:nvPr/>
          </p:nvSpPr>
          <p:spPr>
            <a:xfrm>
              <a:off x="2085887" y="2628693"/>
              <a:ext cx="904505" cy="912014"/>
            </a:xfrm>
            <a:custGeom>
              <a:avLst/>
              <a:gdLst/>
              <a:ahLst/>
              <a:cxnLst/>
              <a:rect l="l" t="t" r="r" b="b"/>
              <a:pathLst>
                <a:path w="42832" h="45340" extrusionOk="0">
                  <a:moveTo>
                    <a:pt x="20241" y="802"/>
                  </a:moveTo>
                  <a:cubicBezTo>
                    <a:pt x="22365" y="802"/>
                    <a:pt x="24493" y="868"/>
                    <a:pt x="26621" y="998"/>
                  </a:cubicBezTo>
                  <a:cubicBezTo>
                    <a:pt x="29010" y="1126"/>
                    <a:pt x="31399" y="1382"/>
                    <a:pt x="33788" y="1766"/>
                  </a:cubicBezTo>
                  <a:cubicBezTo>
                    <a:pt x="34982" y="1980"/>
                    <a:pt x="36177" y="2193"/>
                    <a:pt x="37371" y="2449"/>
                  </a:cubicBezTo>
                  <a:cubicBezTo>
                    <a:pt x="37926" y="2577"/>
                    <a:pt x="38523" y="2705"/>
                    <a:pt x="39120" y="2833"/>
                  </a:cubicBezTo>
                  <a:cubicBezTo>
                    <a:pt x="39590" y="2918"/>
                    <a:pt x="40059" y="3089"/>
                    <a:pt x="40443" y="3345"/>
                  </a:cubicBezTo>
                  <a:cubicBezTo>
                    <a:pt x="40827" y="3686"/>
                    <a:pt x="40827" y="4283"/>
                    <a:pt x="40869" y="4753"/>
                  </a:cubicBezTo>
                  <a:cubicBezTo>
                    <a:pt x="40955" y="5393"/>
                    <a:pt x="41040" y="6032"/>
                    <a:pt x="41125" y="6630"/>
                  </a:cubicBezTo>
                  <a:cubicBezTo>
                    <a:pt x="41253" y="7867"/>
                    <a:pt x="41381" y="9104"/>
                    <a:pt x="41509" y="10384"/>
                  </a:cubicBezTo>
                  <a:cubicBezTo>
                    <a:pt x="41723" y="12858"/>
                    <a:pt x="41851" y="15375"/>
                    <a:pt x="41936" y="17849"/>
                  </a:cubicBezTo>
                  <a:cubicBezTo>
                    <a:pt x="42106" y="22755"/>
                    <a:pt x="41936" y="27704"/>
                    <a:pt x="41467" y="32653"/>
                  </a:cubicBezTo>
                  <a:cubicBezTo>
                    <a:pt x="41296" y="34530"/>
                    <a:pt x="40955" y="36620"/>
                    <a:pt x="39632" y="38113"/>
                  </a:cubicBezTo>
                  <a:cubicBezTo>
                    <a:pt x="38310" y="39564"/>
                    <a:pt x="36177" y="40161"/>
                    <a:pt x="34257" y="40545"/>
                  </a:cubicBezTo>
                  <a:cubicBezTo>
                    <a:pt x="34214" y="40545"/>
                    <a:pt x="34172" y="40588"/>
                    <a:pt x="34129" y="40630"/>
                  </a:cubicBezTo>
                  <a:lnTo>
                    <a:pt x="33958" y="40630"/>
                  </a:lnTo>
                  <a:cubicBezTo>
                    <a:pt x="33489" y="40673"/>
                    <a:pt x="33020" y="40801"/>
                    <a:pt x="32550" y="40886"/>
                  </a:cubicBezTo>
                  <a:cubicBezTo>
                    <a:pt x="31185" y="41142"/>
                    <a:pt x="29820" y="41356"/>
                    <a:pt x="28455" y="41484"/>
                  </a:cubicBezTo>
                  <a:cubicBezTo>
                    <a:pt x="25319" y="41772"/>
                    <a:pt x="22184" y="41916"/>
                    <a:pt x="19048" y="41916"/>
                  </a:cubicBezTo>
                  <a:cubicBezTo>
                    <a:pt x="18003" y="41916"/>
                    <a:pt x="16958" y="41900"/>
                    <a:pt x="15913" y="41868"/>
                  </a:cubicBezTo>
                  <a:cubicBezTo>
                    <a:pt x="13950" y="41825"/>
                    <a:pt x="11988" y="41740"/>
                    <a:pt x="10154" y="41100"/>
                  </a:cubicBezTo>
                  <a:cubicBezTo>
                    <a:pt x="9300" y="40801"/>
                    <a:pt x="8532" y="40374"/>
                    <a:pt x="7850" y="39777"/>
                  </a:cubicBezTo>
                  <a:cubicBezTo>
                    <a:pt x="7125" y="39137"/>
                    <a:pt x="6570" y="38284"/>
                    <a:pt x="6271" y="37388"/>
                  </a:cubicBezTo>
                  <a:cubicBezTo>
                    <a:pt x="5930" y="36364"/>
                    <a:pt x="5717" y="35298"/>
                    <a:pt x="5674" y="34274"/>
                  </a:cubicBezTo>
                  <a:cubicBezTo>
                    <a:pt x="5546" y="33037"/>
                    <a:pt x="5418" y="31800"/>
                    <a:pt x="5333" y="30562"/>
                  </a:cubicBezTo>
                  <a:cubicBezTo>
                    <a:pt x="5120" y="28045"/>
                    <a:pt x="4949" y="25571"/>
                    <a:pt x="4864" y="23054"/>
                  </a:cubicBezTo>
                  <a:cubicBezTo>
                    <a:pt x="4608" y="17977"/>
                    <a:pt x="4565" y="12943"/>
                    <a:pt x="4650" y="7909"/>
                  </a:cubicBezTo>
                  <a:cubicBezTo>
                    <a:pt x="4650" y="6886"/>
                    <a:pt x="4693" y="5862"/>
                    <a:pt x="4821" y="4838"/>
                  </a:cubicBezTo>
                  <a:cubicBezTo>
                    <a:pt x="4906" y="3985"/>
                    <a:pt x="5248" y="3174"/>
                    <a:pt x="5802" y="2492"/>
                  </a:cubicBezTo>
                  <a:cubicBezTo>
                    <a:pt x="6485" y="1724"/>
                    <a:pt x="7509" y="1510"/>
                    <a:pt x="8490" y="1425"/>
                  </a:cubicBezTo>
                  <a:cubicBezTo>
                    <a:pt x="9684" y="1297"/>
                    <a:pt x="10879" y="1212"/>
                    <a:pt x="12073" y="1126"/>
                  </a:cubicBezTo>
                  <a:cubicBezTo>
                    <a:pt x="14785" y="910"/>
                    <a:pt x="17510" y="802"/>
                    <a:pt x="20241" y="802"/>
                  </a:cubicBezTo>
                  <a:close/>
                  <a:moveTo>
                    <a:pt x="6353" y="40116"/>
                  </a:moveTo>
                  <a:cubicBezTo>
                    <a:pt x="6322" y="40116"/>
                    <a:pt x="6293" y="40129"/>
                    <a:pt x="6271" y="40161"/>
                  </a:cubicBezTo>
                  <a:cubicBezTo>
                    <a:pt x="5930" y="40545"/>
                    <a:pt x="5589" y="40886"/>
                    <a:pt x="5290" y="41313"/>
                  </a:cubicBezTo>
                  <a:cubicBezTo>
                    <a:pt x="5120" y="41484"/>
                    <a:pt x="4949" y="41697"/>
                    <a:pt x="4821" y="41910"/>
                  </a:cubicBezTo>
                  <a:cubicBezTo>
                    <a:pt x="4736" y="42038"/>
                    <a:pt x="4693" y="42123"/>
                    <a:pt x="4650" y="42251"/>
                  </a:cubicBezTo>
                  <a:cubicBezTo>
                    <a:pt x="4608" y="42379"/>
                    <a:pt x="4565" y="42465"/>
                    <a:pt x="4522" y="42593"/>
                  </a:cubicBezTo>
                  <a:cubicBezTo>
                    <a:pt x="4522" y="42662"/>
                    <a:pt x="4579" y="42732"/>
                    <a:pt x="4623" y="42732"/>
                  </a:cubicBezTo>
                  <a:cubicBezTo>
                    <a:pt x="4633" y="42732"/>
                    <a:pt x="4643" y="42729"/>
                    <a:pt x="4650" y="42721"/>
                  </a:cubicBezTo>
                  <a:cubicBezTo>
                    <a:pt x="4778" y="42635"/>
                    <a:pt x="4864" y="42550"/>
                    <a:pt x="4949" y="42465"/>
                  </a:cubicBezTo>
                  <a:cubicBezTo>
                    <a:pt x="4992" y="42422"/>
                    <a:pt x="5034" y="42379"/>
                    <a:pt x="5077" y="42337"/>
                  </a:cubicBezTo>
                  <a:cubicBezTo>
                    <a:pt x="5120" y="42294"/>
                    <a:pt x="5162" y="42209"/>
                    <a:pt x="5205" y="42166"/>
                  </a:cubicBezTo>
                  <a:lnTo>
                    <a:pt x="5632" y="41569"/>
                  </a:lnTo>
                  <a:cubicBezTo>
                    <a:pt x="5888" y="41142"/>
                    <a:pt x="6143" y="40716"/>
                    <a:pt x="6485" y="40332"/>
                  </a:cubicBezTo>
                  <a:cubicBezTo>
                    <a:pt x="6549" y="40236"/>
                    <a:pt x="6445" y="40116"/>
                    <a:pt x="6353" y="40116"/>
                  </a:cubicBezTo>
                  <a:close/>
                  <a:moveTo>
                    <a:pt x="9486" y="42949"/>
                  </a:moveTo>
                  <a:cubicBezTo>
                    <a:pt x="9468" y="42949"/>
                    <a:pt x="9448" y="42957"/>
                    <a:pt x="9428" y="42977"/>
                  </a:cubicBezTo>
                  <a:cubicBezTo>
                    <a:pt x="9215" y="43190"/>
                    <a:pt x="9044" y="43361"/>
                    <a:pt x="8874" y="43574"/>
                  </a:cubicBezTo>
                  <a:cubicBezTo>
                    <a:pt x="8746" y="43702"/>
                    <a:pt x="8660" y="43787"/>
                    <a:pt x="8575" y="43915"/>
                  </a:cubicBezTo>
                  <a:cubicBezTo>
                    <a:pt x="8490" y="44043"/>
                    <a:pt x="8490" y="44043"/>
                    <a:pt x="8447" y="44086"/>
                  </a:cubicBezTo>
                  <a:cubicBezTo>
                    <a:pt x="8405" y="44129"/>
                    <a:pt x="8362" y="44214"/>
                    <a:pt x="8319" y="44257"/>
                  </a:cubicBezTo>
                  <a:cubicBezTo>
                    <a:pt x="8277" y="44299"/>
                    <a:pt x="8319" y="44385"/>
                    <a:pt x="8362" y="44427"/>
                  </a:cubicBezTo>
                  <a:cubicBezTo>
                    <a:pt x="8397" y="44445"/>
                    <a:pt x="8433" y="44455"/>
                    <a:pt x="8465" y="44455"/>
                  </a:cubicBezTo>
                  <a:cubicBezTo>
                    <a:pt x="8511" y="44455"/>
                    <a:pt x="8550" y="44434"/>
                    <a:pt x="8575" y="44385"/>
                  </a:cubicBezTo>
                  <a:cubicBezTo>
                    <a:pt x="8618" y="44342"/>
                    <a:pt x="8618" y="44257"/>
                    <a:pt x="8660" y="44214"/>
                  </a:cubicBezTo>
                  <a:cubicBezTo>
                    <a:pt x="8703" y="44129"/>
                    <a:pt x="8746" y="44086"/>
                    <a:pt x="8788" y="44043"/>
                  </a:cubicBezTo>
                  <a:cubicBezTo>
                    <a:pt x="8831" y="43958"/>
                    <a:pt x="8916" y="43830"/>
                    <a:pt x="9002" y="43702"/>
                  </a:cubicBezTo>
                  <a:cubicBezTo>
                    <a:pt x="9172" y="43489"/>
                    <a:pt x="9343" y="43275"/>
                    <a:pt x="9556" y="43105"/>
                  </a:cubicBezTo>
                  <a:cubicBezTo>
                    <a:pt x="9589" y="43039"/>
                    <a:pt x="9546" y="42949"/>
                    <a:pt x="9486" y="42949"/>
                  </a:cubicBezTo>
                  <a:close/>
                  <a:moveTo>
                    <a:pt x="4224" y="4155"/>
                  </a:moveTo>
                  <a:cubicBezTo>
                    <a:pt x="4224" y="4198"/>
                    <a:pt x="4224" y="4198"/>
                    <a:pt x="4224" y="4241"/>
                  </a:cubicBezTo>
                  <a:cubicBezTo>
                    <a:pt x="4010" y="5222"/>
                    <a:pt x="3968" y="6246"/>
                    <a:pt x="3968" y="7227"/>
                  </a:cubicBezTo>
                  <a:cubicBezTo>
                    <a:pt x="3925" y="8549"/>
                    <a:pt x="3925" y="9829"/>
                    <a:pt x="3925" y="11109"/>
                  </a:cubicBezTo>
                  <a:cubicBezTo>
                    <a:pt x="3925" y="16314"/>
                    <a:pt x="4053" y="21518"/>
                    <a:pt x="4394" y="26723"/>
                  </a:cubicBezTo>
                  <a:cubicBezTo>
                    <a:pt x="4565" y="29283"/>
                    <a:pt x="4778" y="31842"/>
                    <a:pt x="5034" y="34359"/>
                  </a:cubicBezTo>
                  <a:cubicBezTo>
                    <a:pt x="5248" y="36492"/>
                    <a:pt x="5674" y="38668"/>
                    <a:pt x="7253" y="40204"/>
                  </a:cubicBezTo>
                  <a:cubicBezTo>
                    <a:pt x="8660" y="41526"/>
                    <a:pt x="10580" y="42081"/>
                    <a:pt x="12457" y="42337"/>
                  </a:cubicBezTo>
                  <a:cubicBezTo>
                    <a:pt x="13438" y="42465"/>
                    <a:pt x="14420" y="42507"/>
                    <a:pt x="15444" y="42507"/>
                  </a:cubicBezTo>
                  <a:cubicBezTo>
                    <a:pt x="16681" y="42550"/>
                    <a:pt x="17961" y="42550"/>
                    <a:pt x="19240" y="42550"/>
                  </a:cubicBezTo>
                  <a:cubicBezTo>
                    <a:pt x="21160" y="42550"/>
                    <a:pt x="23080" y="42507"/>
                    <a:pt x="25000" y="42379"/>
                  </a:cubicBezTo>
                  <a:lnTo>
                    <a:pt x="25298" y="42379"/>
                  </a:lnTo>
                  <a:cubicBezTo>
                    <a:pt x="27005" y="42337"/>
                    <a:pt x="28754" y="42209"/>
                    <a:pt x="30417" y="41995"/>
                  </a:cubicBezTo>
                  <a:cubicBezTo>
                    <a:pt x="31271" y="41868"/>
                    <a:pt x="32124" y="41740"/>
                    <a:pt x="32934" y="41612"/>
                  </a:cubicBezTo>
                  <a:cubicBezTo>
                    <a:pt x="33361" y="41526"/>
                    <a:pt x="33830" y="41441"/>
                    <a:pt x="34257" y="41313"/>
                  </a:cubicBezTo>
                  <a:lnTo>
                    <a:pt x="34470" y="41313"/>
                  </a:lnTo>
                  <a:cubicBezTo>
                    <a:pt x="35494" y="41100"/>
                    <a:pt x="36475" y="40844"/>
                    <a:pt x="37414" y="40502"/>
                  </a:cubicBezTo>
                  <a:cubicBezTo>
                    <a:pt x="37755" y="40374"/>
                    <a:pt x="38054" y="40246"/>
                    <a:pt x="38395" y="40076"/>
                  </a:cubicBezTo>
                  <a:lnTo>
                    <a:pt x="38395" y="40076"/>
                  </a:lnTo>
                  <a:cubicBezTo>
                    <a:pt x="37926" y="40545"/>
                    <a:pt x="37456" y="40972"/>
                    <a:pt x="36987" y="41356"/>
                  </a:cubicBezTo>
                  <a:cubicBezTo>
                    <a:pt x="36646" y="41612"/>
                    <a:pt x="36305" y="41825"/>
                    <a:pt x="35921" y="41995"/>
                  </a:cubicBezTo>
                  <a:cubicBezTo>
                    <a:pt x="36006" y="41868"/>
                    <a:pt x="36091" y="41697"/>
                    <a:pt x="36219" y="41526"/>
                  </a:cubicBezTo>
                  <a:cubicBezTo>
                    <a:pt x="36279" y="41437"/>
                    <a:pt x="36172" y="41326"/>
                    <a:pt x="36073" y="41326"/>
                  </a:cubicBezTo>
                  <a:cubicBezTo>
                    <a:pt x="36030" y="41326"/>
                    <a:pt x="35989" y="41347"/>
                    <a:pt x="35963" y="41398"/>
                  </a:cubicBezTo>
                  <a:cubicBezTo>
                    <a:pt x="35793" y="41697"/>
                    <a:pt x="35622" y="41953"/>
                    <a:pt x="35409" y="42251"/>
                  </a:cubicBezTo>
                  <a:cubicBezTo>
                    <a:pt x="35238" y="42337"/>
                    <a:pt x="35025" y="42379"/>
                    <a:pt x="34854" y="42465"/>
                  </a:cubicBezTo>
                  <a:lnTo>
                    <a:pt x="35025" y="42123"/>
                  </a:lnTo>
                  <a:cubicBezTo>
                    <a:pt x="35025" y="42081"/>
                    <a:pt x="35025" y="41995"/>
                    <a:pt x="34982" y="41953"/>
                  </a:cubicBezTo>
                  <a:cubicBezTo>
                    <a:pt x="34897" y="41953"/>
                    <a:pt x="34854" y="41953"/>
                    <a:pt x="34812" y="41995"/>
                  </a:cubicBezTo>
                  <a:lnTo>
                    <a:pt x="34470" y="42550"/>
                  </a:lnTo>
                  <a:cubicBezTo>
                    <a:pt x="34214" y="42593"/>
                    <a:pt x="33958" y="42678"/>
                    <a:pt x="33702" y="42721"/>
                  </a:cubicBezTo>
                  <a:lnTo>
                    <a:pt x="33318" y="42806"/>
                  </a:lnTo>
                  <a:lnTo>
                    <a:pt x="33745" y="42209"/>
                  </a:lnTo>
                  <a:cubicBezTo>
                    <a:pt x="33745" y="42123"/>
                    <a:pt x="33745" y="42038"/>
                    <a:pt x="33660" y="41995"/>
                  </a:cubicBezTo>
                  <a:cubicBezTo>
                    <a:pt x="33647" y="41983"/>
                    <a:pt x="33631" y="41978"/>
                    <a:pt x="33613" y="41978"/>
                  </a:cubicBezTo>
                  <a:cubicBezTo>
                    <a:pt x="33571" y="41978"/>
                    <a:pt x="33519" y="42008"/>
                    <a:pt x="33489" y="42038"/>
                  </a:cubicBezTo>
                  <a:lnTo>
                    <a:pt x="32977" y="42763"/>
                  </a:lnTo>
                  <a:cubicBezTo>
                    <a:pt x="32977" y="42763"/>
                    <a:pt x="32977" y="42806"/>
                    <a:pt x="32977" y="42849"/>
                  </a:cubicBezTo>
                  <a:lnTo>
                    <a:pt x="32209" y="42977"/>
                  </a:lnTo>
                  <a:cubicBezTo>
                    <a:pt x="32380" y="42806"/>
                    <a:pt x="32508" y="42593"/>
                    <a:pt x="32636" y="42379"/>
                  </a:cubicBezTo>
                  <a:cubicBezTo>
                    <a:pt x="32663" y="42325"/>
                    <a:pt x="32604" y="42272"/>
                    <a:pt x="32547" y="42272"/>
                  </a:cubicBezTo>
                  <a:cubicBezTo>
                    <a:pt x="32514" y="42272"/>
                    <a:pt x="32481" y="42290"/>
                    <a:pt x="32465" y="42337"/>
                  </a:cubicBezTo>
                  <a:cubicBezTo>
                    <a:pt x="32295" y="42593"/>
                    <a:pt x="32124" y="42806"/>
                    <a:pt x="31911" y="43019"/>
                  </a:cubicBezTo>
                  <a:lnTo>
                    <a:pt x="31057" y="43147"/>
                  </a:lnTo>
                  <a:lnTo>
                    <a:pt x="31185" y="43019"/>
                  </a:lnTo>
                  <a:cubicBezTo>
                    <a:pt x="31313" y="42891"/>
                    <a:pt x="31399" y="42721"/>
                    <a:pt x="31527" y="42593"/>
                  </a:cubicBezTo>
                  <a:cubicBezTo>
                    <a:pt x="31527" y="42550"/>
                    <a:pt x="31527" y="42465"/>
                    <a:pt x="31484" y="42422"/>
                  </a:cubicBezTo>
                  <a:cubicBezTo>
                    <a:pt x="31459" y="42410"/>
                    <a:pt x="31434" y="42404"/>
                    <a:pt x="31411" y="42404"/>
                  </a:cubicBezTo>
                  <a:cubicBezTo>
                    <a:pt x="31356" y="42404"/>
                    <a:pt x="31313" y="42435"/>
                    <a:pt x="31313" y="42465"/>
                  </a:cubicBezTo>
                  <a:cubicBezTo>
                    <a:pt x="31228" y="42593"/>
                    <a:pt x="31100" y="42721"/>
                    <a:pt x="31015" y="42849"/>
                  </a:cubicBezTo>
                  <a:lnTo>
                    <a:pt x="30844" y="43019"/>
                  </a:lnTo>
                  <a:lnTo>
                    <a:pt x="30759" y="43105"/>
                  </a:lnTo>
                  <a:lnTo>
                    <a:pt x="30716" y="43147"/>
                  </a:lnTo>
                  <a:cubicBezTo>
                    <a:pt x="30673" y="43147"/>
                    <a:pt x="30673" y="43190"/>
                    <a:pt x="30631" y="43190"/>
                  </a:cubicBezTo>
                  <a:lnTo>
                    <a:pt x="29266" y="43403"/>
                  </a:lnTo>
                  <a:lnTo>
                    <a:pt x="28370" y="43489"/>
                  </a:lnTo>
                  <a:cubicBezTo>
                    <a:pt x="28498" y="43318"/>
                    <a:pt x="28626" y="43147"/>
                    <a:pt x="28754" y="43019"/>
                  </a:cubicBezTo>
                  <a:cubicBezTo>
                    <a:pt x="28850" y="42923"/>
                    <a:pt x="28778" y="42803"/>
                    <a:pt x="28682" y="42803"/>
                  </a:cubicBezTo>
                  <a:cubicBezTo>
                    <a:pt x="28650" y="42803"/>
                    <a:pt x="28615" y="42817"/>
                    <a:pt x="28583" y="42849"/>
                  </a:cubicBezTo>
                  <a:cubicBezTo>
                    <a:pt x="28370" y="43062"/>
                    <a:pt x="28156" y="43275"/>
                    <a:pt x="27986" y="43531"/>
                  </a:cubicBezTo>
                  <a:lnTo>
                    <a:pt x="26834" y="43702"/>
                  </a:lnTo>
                  <a:cubicBezTo>
                    <a:pt x="26877" y="43659"/>
                    <a:pt x="26877" y="43617"/>
                    <a:pt x="26919" y="43574"/>
                  </a:cubicBezTo>
                  <a:lnTo>
                    <a:pt x="27303" y="43062"/>
                  </a:lnTo>
                  <a:cubicBezTo>
                    <a:pt x="27346" y="43019"/>
                    <a:pt x="27346" y="42934"/>
                    <a:pt x="27261" y="42891"/>
                  </a:cubicBezTo>
                  <a:cubicBezTo>
                    <a:pt x="27239" y="42870"/>
                    <a:pt x="27218" y="42859"/>
                    <a:pt x="27197" y="42859"/>
                  </a:cubicBezTo>
                  <a:cubicBezTo>
                    <a:pt x="27175" y="42859"/>
                    <a:pt x="27154" y="42870"/>
                    <a:pt x="27133" y="42891"/>
                  </a:cubicBezTo>
                  <a:lnTo>
                    <a:pt x="26706" y="43446"/>
                  </a:lnTo>
                  <a:lnTo>
                    <a:pt x="26450" y="43745"/>
                  </a:lnTo>
                  <a:lnTo>
                    <a:pt x="25213" y="43873"/>
                  </a:lnTo>
                  <a:lnTo>
                    <a:pt x="25554" y="43403"/>
                  </a:lnTo>
                  <a:cubicBezTo>
                    <a:pt x="25597" y="43361"/>
                    <a:pt x="25597" y="43275"/>
                    <a:pt x="25554" y="43275"/>
                  </a:cubicBezTo>
                  <a:cubicBezTo>
                    <a:pt x="25533" y="43254"/>
                    <a:pt x="25501" y="43243"/>
                    <a:pt x="25469" y="43243"/>
                  </a:cubicBezTo>
                  <a:cubicBezTo>
                    <a:pt x="25437" y="43243"/>
                    <a:pt x="25405" y="43254"/>
                    <a:pt x="25383" y="43275"/>
                  </a:cubicBezTo>
                  <a:cubicBezTo>
                    <a:pt x="25213" y="43446"/>
                    <a:pt x="25085" y="43702"/>
                    <a:pt x="24914" y="43873"/>
                  </a:cubicBezTo>
                  <a:lnTo>
                    <a:pt x="24573" y="43915"/>
                  </a:lnTo>
                  <a:cubicBezTo>
                    <a:pt x="24232" y="43958"/>
                    <a:pt x="23890" y="44001"/>
                    <a:pt x="23506" y="44001"/>
                  </a:cubicBezTo>
                  <a:lnTo>
                    <a:pt x="23677" y="43787"/>
                  </a:lnTo>
                  <a:lnTo>
                    <a:pt x="24189" y="43233"/>
                  </a:lnTo>
                  <a:cubicBezTo>
                    <a:pt x="24232" y="43190"/>
                    <a:pt x="24232" y="43105"/>
                    <a:pt x="24189" y="43062"/>
                  </a:cubicBezTo>
                  <a:cubicBezTo>
                    <a:pt x="24168" y="43041"/>
                    <a:pt x="24136" y="43030"/>
                    <a:pt x="24104" y="43030"/>
                  </a:cubicBezTo>
                  <a:cubicBezTo>
                    <a:pt x="24072" y="43030"/>
                    <a:pt x="24040" y="43041"/>
                    <a:pt x="24018" y="43062"/>
                  </a:cubicBezTo>
                  <a:lnTo>
                    <a:pt x="23506" y="43617"/>
                  </a:lnTo>
                  <a:lnTo>
                    <a:pt x="23208" y="43873"/>
                  </a:lnTo>
                  <a:lnTo>
                    <a:pt x="23080" y="44001"/>
                  </a:lnTo>
                  <a:lnTo>
                    <a:pt x="23080" y="44043"/>
                  </a:lnTo>
                  <a:cubicBezTo>
                    <a:pt x="22525" y="44086"/>
                    <a:pt x="22013" y="44129"/>
                    <a:pt x="21501" y="44171"/>
                  </a:cubicBezTo>
                  <a:cubicBezTo>
                    <a:pt x="21715" y="43873"/>
                    <a:pt x="21928" y="43531"/>
                    <a:pt x="22141" y="43190"/>
                  </a:cubicBezTo>
                  <a:cubicBezTo>
                    <a:pt x="22202" y="43130"/>
                    <a:pt x="22134" y="43069"/>
                    <a:pt x="22074" y="43069"/>
                  </a:cubicBezTo>
                  <a:cubicBezTo>
                    <a:pt x="22049" y="43069"/>
                    <a:pt x="22026" y="43080"/>
                    <a:pt x="22013" y="43105"/>
                  </a:cubicBezTo>
                  <a:cubicBezTo>
                    <a:pt x="21715" y="43489"/>
                    <a:pt x="21459" y="43830"/>
                    <a:pt x="21160" y="44171"/>
                  </a:cubicBezTo>
                  <a:lnTo>
                    <a:pt x="20264" y="44257"/>
                  </a:lnTo>
                  <a:cubicBezTo>
                    <a:pt x="20435" y="44043"/>
                    <a:pt x="20605" y="43830"/>
                    <a:pt x="20733" y="43617"/>
                  </a:cubicBezTo>
                  <a:cubicBezTo>
                    <a:pt x="20832" y="43551"/>
                    <a:pt x="20754" y="43460"/>
                    <a:pt x="20674" y="43460"/>
                  </a:cubicBezTo>
                  <a:cubicBezTo>
                    <a:pt x="20650" y="43460"/>
                    <a:pt x="20625" y="43469"/>
                    <a:pt x="20605" y="43489"/>
                  </a:cubicBezTo>
                  <a:cubicBezTo>
                    <a:pt x="20392" y="43745"/>
                    <a:pt x="20179" y="44043"/>
                    <a:pt x="19966" y="44257"/>
                  </a:cubicBezTo>
                  <a:lnTo>
                    <a:pt x="18643" y="44342"/>
                  </a:lnTo>
                  <a:lnTo>
                    <a:pt x="18728" y="44257"/>
                  </a:lnTo>
                  <a:lnTo>
                    <a:pt x="18984" y="43915"/>
                  </a:lnTo>
                  <a:lnTo>
                    <a:pt x="19624" y="43233"/>
                  </a:lnTo>
                  <a:cubicBezTo>
                    <a:pt x="19688" y="43137"/>
                    <a:pt x="19608" y="43017"/>
                    <a:pt x="19510" y="43017"/>
                  </a:cubicBezTo>
                  <a:cubicBezTo>
                    <a:pt x="19478" y="43017"/>
                    <a:pt x="19443" y="43030"/>
                    <a:pt x="19411" y="43062"/>
                  </a:cubicBezTo>
                  <a:lnTo>
                    <a:pt x="18771" y="43702"/>
                  </a:lnTo>
                  <a:lnTo>
                    <a:pt x="18472" y="44043"/>
                  </a:lnTo>
                  <a:cubicBezTo>
                    <a:pt x="18344" y="44171"/>
                    <a:pt x="18259" y="44257"/>
                    <a:pt x="18174" y="44385"/>
                  </a:cubicBezTo>
                  <a:lnTo>
                    <a:pt x="16467" y="44470"/>
                  </a:lnTo>
                  <a:lnTo>
                    <a:pt x="17107" y="43702"/>
                  </a:lnTo>
                  <a:cubicBezTo>
                    <a:pt x="17203" y="43606"/>
                    <a:pt x="17131" y="43486"/>
                    <a:pt x="17053" y="43486"/>
                  </a:cubicBezTo>
                  <a:cubicBezTo>
                    <a:pt x="17027" y="43486"/>
                    <a:pt x="17001" y="43499"/>
                    <a:pt x="16979" y="43531"/>
                  </a:cubicBezTo>
                  <a:lnTo>
                    <a:pt x="16083" y="44470"/>
                  </a:lnTo>
                  <a:lnTo>
                    <a:pt x="15316" y="44512"/>
                  </a:lnTo>
                  <a:lnTo>
                    <a:pt x="14889" y="44512"/>
                  </a:lnTo>
                  <a:cubicBezTo>
                    <a:pt x="14932" y="44427"/>
                    <a:pt x="14974" y="44385"/>
                    <a:pt x="15017" y="44342"/>
                  </a:cubicBezTo>
                  <a:lnTo>
                    <a:pt x="15188" y="44129"/>
                  </a:lnTo>
                  <a:lnTo>
                    <a:pt x="15572" y="43745"/>
                  </a:lnTo>
                  <a:cubicBezTo>
                    <a:pt x="15638" y="43645"/>
                    <a:pt x="15576" y="43546"/>
                    <a:pt x="15505" y="43546"/>
                  </a:cubicBezTo>
                  <a:cubicBezTo>
                    <a:pt x="15484" y="43546"/>
                    <a:pt x="15463" y="43555"/>
                    <a:pt x="15444" y="43574"/>
                  </a:cubicBezTo>
                  <a:lnTo>
                    <a:pt x="15017" y="44001"/>
                  </a:lnTo>
                  <a:lnTo>
                    <a:pt x="14846" y="44171"/>
                  </a:lnTo>
                  <a:cubicBezTo>
                    <a:pt x="14761" y="44257"/>
                    <a:pt x="14718" y="44299"/>
                    <a:pt x="14633" y="44342"/>
                  </a:cubicBezTo>
                  <a:cubicBezTo>
                    <a:pt x="14590" y="44385"/>
                    <a:pt x="14590" y="44470"/>
                    <a:pt x="14590" y="44512"/>
                  </a:cubicBezTo>
                  <a:cubicBezTo>
                    <a:pt x="14036" y="44512"/>
                    <a:pt x="13524" y="44555"/>
                    <a:pt x="12969" y="44555"/>
                  </a:cubicBezTo>
                  <a:lnTo>
                    <a:pt x="12969" y="44512"/>
                  </a:lnTo>
                  <a:cubicBezTo>
                    <a:pt x="13055" y="44385"/>
                    <a:pt x="13140" y="44257"/>
                    <a:pt x="13225" y="44129"/>
                  </a:cubicBezTo>
                  <a:cubicBezTo>
                    <a:pt x="13396" y="43873"/>
                    <a:pt x="13524" y="43617"/>
                    <a:pt x="13694" y="43361"/>
                  </a:cubicBezTo>
                  <a:cubicBezTo>
                    <a:pt x="13755" y="43270"/>
                    <a:pt x="13666" y="43180"/>
                    <a:pt x="13578" y="43180"/>
                  </a:cubicBezTo>
                  <a:cubicBezTo>
                    <a:pt x="13542" y="43180"/>
                    <a:pt x="13506" y="43195"/>
                    <a:pt x="13481" y="43233"/>
                  </a:cubicBezTo>
                  <a:lnTo>
                    <a:pt x="12969" y="43958"/>
                  </a:lnTo>
                  <a:lnTo>
                    <a:pt x="12756" y="44342"/>
                  </a:lnTo>
                  <a:lnTo>
                    <a:pt x="12585" y="44555"/>
                  </a:lnTo>
                  <a:lnTo>
                    <a:pt x="12031" y="44555"/>
                  </a:lnTo>
                  <a:lnTo>
                    <a:pt x="12756" y="43702"/>
                  </a:lnTo>
                  <a:cubicBezTo>
                    <a:pt x="12799" y="43659"/>
                    <a:pt x="12799" y="43574"/>
                    <a:pt x="12756" y="43489"/>
                  </a:cubicBezTo>
                  <a:cubicBezTo>
                    <a:pt x="12713" y="43467"/>
                    <a:pt x="12671" y="43457"/>
                    <a:pt x="12633" y="43457"/>
                  </a:cubicBezTo>
                  <a:cubicBezTo>
                    <a:pt x="12596" y="43457"/>
                    <a:pt x="12564" y="43467"/>
                    <a:pt x="12543" y="43489"/>
                  </a:cubicBezTo>
                  <a:lnTo>
                    <a:pt x="11732" y="44512"/>
                  </a:lnTo>
                  <a:cubicBezTo>
                    <a:pt x="11689" y="44512"/>
                    <a:pt x="11689" y="44555"/>
                    <a:pt x="11732" y="44555"/>
                  </a:cubicBezTo>
                  <a:lnTo>
                    <a:pt x="10879" y="44555"/>
                  </a:lnTo>
                  <a:lnTo>
                    <a:pt x="11007" y="44385"/>
                  </a:lnTo>
                  <a:lnTo>
                    <a:pt x="11263" y="44043"/>
                  </a:lnTo>
                  <a:lnTo>
                    <a:pt x="11860" y="43318"/>
                  </a:lnTo>
                  <a:cubicBezTo>
                    <a:pt x="11924" y="43222"/>
                    <a:pt x="11844" y="43102"/>
                    <a:pt x="11746" y="43102"/>
                  </a:cubicBezTo>
                  <a:cubicBezTo>
                    <a:pt x="11713" y="43102"/>
                    <a:pt x="11679" y="43115"/>
                    <a:pt x="11647" y="43147"/>
                  </a:cubicBezTo>
                  <a:cubicBezTo>
                    <a:pt x="11433" y="43361"/>
                    <a:pt x="11220" y="43617"/>
                    <a:pt x="11007" y="43830"/>
                  </a:cubicBezTo>
                  <a:lnTo>
                    <a:pt x="10708" y="44171"/>
                  </a:lnTo>
                  <a:cubicBezTo>
                    <a:pt x="10580" y="44342"/>
                    <a:pt x="10495" y="44470"/>
                    <a:pt x="10410" y="44598"/>
                  </a:cubicBezTo>
                  <a:lnTo>
                    <a:pt x="9258" y="44598"/>
                  </a:lnTo>
                  <a:lnTo>
                    <a:pt x="9940" y="43659"/>
                  </a:lnTo>
                  <a:cubicBezTo>
                    <a:pt x="9983" y="43617"/>
                    <a:pt x="9983" y="43574"/>
                    <a:pt x="9940" y="43531"/>
                  </a:cubicBezTo>
                  <a:cubicBezTo>
                    <a:pt x="9919" y="43510"/>
                    <a:pt x="9898" y="43499"/>
                    <a:pt x="9876" y="43499"/>
                  </a:cubicBezTo>
                  <a:cubicBezTo>
                    <a:pt x="9855" y="43499"/>
                    <a:pt x="9834" y="43510"/>
                    <a:pt x="9812" y="43531"/>
                  </a:cubicBezTo>
                  <a:lnTo>
                    <a:pt x="8916" y="44598"/>
                  </a:lnTo>
                  <a:cubicBezTo>
                    <a:pt x="8319" y="44555"/>
                    <a:pt x="7722" y="44470"/>
                    <a:pt x="7167" y="44342"/>
                  </a:cubicBezTo>
                  <a:cubicBezTo>
                    <a:pt x="7253" y="44257"/>
                    <a:pt x="7338" y="44129"/>
                    <a:pt x="7423" y="44001"/>
                  </a:cubicBezTo>
                  <a:cubicBezTo>
                    <a:pt x="7509" y="43873"/>
                    <a:pt x="7594" y="43745"/>
                    <a:pt x="7679" y="43617"/>
                  </a:cubicBezTo>
                  <a:cubicBezTo>
                    <a:pt x="7893" y="43318"/>
                    <a:pt x="8106" y="43062"/>
                    <a:pt x="8319" y="42806"/>
                  </a:cubicBezTo>
                  <a:cubicBezTo>
                    <a:pt x="8383" y="42743"/>
                    <a:pt x="8328" y="42632"/>
                    <a:pt x="8261" y="42632"/>
                  </a:cubicBezTo>
                  <a:cubicBezTo>
                    <a:pt x="8238" y="42632"/>
                    <a:pt x="8213" y="42645"/>
                    <a:pt x="8191" y="42678"/>
                  </a:cubicBezTo>
                  <a:cubicBezTo>
                    <a:pt x="7935" y="42891"/>
                    <a:pt x="7722" y="43190"/>
                    <a:pt x="7509" y="43446"/>
                  </a:cubicBezTo>
                  <a:cubicBezTo>
                    <a:pt x="7381" y="43574"/>
                    <a:pt x="7295" y="43702"/>
                    <a:pt x="7167" y="43830"/>
                  </a:cubicBezTo>
                  <a:cubicBezTo>
                    <a:pt x="7039" y="43958"/>
                    <a:pt x="6954" y="44086"/>
                    <a:pt x="6869" y="44257"/>
                  </a:cubicBezTo>
                  <a:cubicBezTo>
                    <a:pt x="6485" y="44171"/>
                    <a:pt x="6101" y="44043"/>
                    <a:pt x="5760" y="43873"/>
                  </a:cubicBezTo>
                  <a:cubicBezTo>
                    <a:pt x="5845" y="43830"/>
                    <a:pt x="5845" y="43787"/>
                    <a:pt x="5888" y="43702"/>
                  </a:cubicBezTo>
                  <a:cubicBezTo>
                    <a:pt x="5930" y="43617"/>
                    <a:pt x="5973" y="43531"/>
                    <a:pt x="6058" y="43446"/>
                  </a:cubicBezTo>
                  <a:lnTo>
                    <a:pt x="6442" y="42934"/>
                  </a:lnTo>
                  <a:cubicBezTo>
                    <a:pt x="6741" y="42593"/>
                    <a:pt x="6997" y="42251"/>
                    <a:pt x="7295" y="41910"/>
                  </a:cubicBezTo>
                  <a:cubicBezTo>
                    <a:pt x="7356" y="41820"/>
                    <a:pt x="7309" y="41729"/>
                    <a:pt x="7247" y="41729"/>
                  </a:cubicBezTo>
                  <a:cubicBezTo>
                    <a:pt x="7221" y="41729"/>
                    <a:pt x="7192" y="41745"/>
                    <a:pt x="7167" y="41782"/>
                  </a:cubicBezTo>
                  <a:lnTo>
                    <a:pt x="6399" y="42635"/>
                  </a:lnTo>
                  <a:lnTo>
                    <a:pt x="6016" y="43062"/>
                  </a:lnTo>
                  <a:cubicBezTo>
                    <a:pt x="5888" y="43190"/>
                    <a:pt x="5760" y="43361"/>
                    <a:pt x="5632" y="43489"/>
                  </a:cubicBezTo>
                  <a:cubicBezTo>
                    <a:pt x="5546" y="43489"/>
                    <a:pt x="5504" y="43531"/>
                    <a:pt x="5461" y="43574"/>
                  </a:cubicBezTo>
                  <a:cubicBezTo>
                    <a:pt x="5461" y="43617"/>
                    <a:pt x="5418" y="43659"/>
                    <a:pt x="5418" y="43702"/>
                  </a:cubicBezTo>
                  <a:cubicBezTo>
                    <a:pt x="4864" y="43403"/>
                    <a:pt x="4394" y="42977"/>
                    <a:pt x="4010" y="42465"/>
                  </a:cubicBezTo>
                  <a:lnTo>
                    <a:pt x="3840" y="42294"/>
                  </a:lnTo>
                  <a:lnTo>
                    <a:pt x="4181" y="41697"/>
                  </a:lnTo>
                  <a:cubicBezTo>
                    <a:pt x="4224" y="41612"/>
                    <a:pt x="4224" y="41526"/>
                    <a:pt x="4138" y="41484"/>
                  </a:cubicBezTo>
                  <a:cubicBezTo>
                    <a:pt x="4096" y="41484"/>
                    <a:pt x="4010" y="41484"/>
                    <a:pt x="3968" y="41569"/>
                  </a:cubicBezTo>
                  <a:cubicBezTo>
                    <a:pt x="3882" y="41697"/>
                    <a:pt x="3754" y="41868"/>
                    <a:pt x="3669" y="41995"/>
                  </a:cubicBezTo>
                  <a:cubicBezTo>
                    <a:pt x="3584" y="41825"/>
                    <a:pt x="3499" y="41654"/>
                    <a:pt x="3413" y="41484"/>
                  </a:cubicBezTo>
                  <a:lnTo>
                    <a:pt x="3456" y="41484"/>
                  </a:lnTo>
                  <a:cubicBezTo>
                    <a:pt x="3499" y="41398"/>
                    <a:pt x="3584" y="41356"/>
                    <a:pt x="3627" y="41270"/>
                  </a:cubicBezTo>
                  <a:lnTo>
                    <a:pt x="3754" y="41100"/>
                  </a:lnTo>
                  <a:cubicBezTo>
                    <a:pt x="3840" y="40972"/>
                    <a:pt x="3925" y="40801"/>
                    <a:pt x="4010" y="40716"/>
                  </a:cubicBezTo>
                  <a:cubicBezTo>
                    <a:pt x="4224" y="40460"/>
                    <a:pt x="4394" y="40161"/>
                    <a:pt x="4608" y="39948"/>
                  </a:cubicBezTo>
                  <a:cubicBezTo>
                    <a:pt x="4672" y="39852"/>
                    <a:pt x="4568" y="39732"/>
                    <a:pt x="4476" y="39732"/>
                  </a:cubicBezTo>
                  <a:cubicBezTo>
                    <a:pt x="4445" y="39732"/>
                    <a:pt x="4416" y="39745"/>
                    <a:pt x="4394" y="39777"/>
                  </a:cubicBezTo>
                  <a:lnTo>
                    <a:pt x="3797" y="40545"/>
                  </a:lnTo>
                  <a:cubicBezTo>
                    <a:pt x="3712" y="40673"/>
                    <a:pt x="3584" y="40758"/>
                    <a:pt x="3499" y="40886"/>
                  </a:cubicBezTo>
                  <a:lnTo>
                    <a:pt x="3328" y="41057"/>
                  </a:lnTo>
                  <a:lnTo>
                    <a:pt x="3285" y="41142"/>
                  </a:lnTo>
                  <a:cubicBezTo>
                    <a:pt x="3200" y="41014"/>
                    <a:pt x="3157" y="40844"/>
                    <a:pt x="3115" y="40673"/>
                  </a:cubicBezTo>
                  <a:cubicBezTo>
                    <a:pt x="3285" y="40460"/>
                    <a:pt x="3499" y="40204"/>
                    <a:pt x="3669" y="39948"/>
                  </a:cubicBezTo>
                  <a:lnTo>
                    <a:pt x="4352" y="39095"/>
                  </a:lnTo>
                  <a:cubicBezTo>
                    <a:pt x="4417" y="39029"/>
                    <a:pt x="4357" y="38938"/>
                    <a:pt x="4287" y="38938"/>
                  </a:cubicBezTo>
                  <a:cubicBezTo>
                    <a:pt x="4266" y="38938"/>
                    <a:pt x="4244" y="38947"/>
                    <a:pt x="4224" y="38967"/>
                  </a:cubicBezTo>
                  <a:lnTo>
                    <a:pt x="3499" y="39777"/>
                  </a:lnTo>
                  <a:lnTo>
                    <a:pt x="2987" y="40289"/>
                  </a:lnTo>
                  <a:cubicBezTo>
                    <a:pt x="2944" y="40076"/>
                    <a:pt x="2901" y="39862"/>
                    <a:pt x="2859" y="39606"/>
                  </a:cubicBezTo>
                  <a:cubicBezTo>
                    <a:pt x="2901" y="39521"/>
                    <a:pt x="2987" y="39393"/>
                    <a:pt x="3029" y="39308"/>
                  </a:cubicBezTo>
                  <a:cubicBezTo>
                    <a:pt x="3115" y="39137"/>
                    <a:pt x="3200" y="39009"/>
                    <a:pt x="3328" y="38881"/>
                  </a:cubicBezTo>
                  <a:cubicBezTo>
                    <a:pt x="3499" y="38583"/>
                    <a:pt x="3754" y="38327"/>
                    <a:pt x="4010" y="38113"/>
                  </a:cubicBezTo>
                  <a:cubicBezTo>
                    <a:pt x="4047" y="38077"/>
                    <a:pt x="4021" y="37977"/>
                    <a:pt x="3958" y="37977"/>
                  </a:cubicBezTo>
                  <a:cubicBezTo>
                    <a:pt x="3948" y="37977"/>
                    <a:pt x="3937" y="37979"/>
                    <a:pt x="3925" y="37985"/>
                  </a:cubicBezTo>
                  <a:cubicBezTo>
                    <a:pt x="3627" y="38199"/>
                    <a:pt x="3371" y="38455"/>
                    <a:pt x="3115" y="38753"/>
                  </a:cubicBezTo>
                  <a:cubicBezTo>
                    <a:pt x="2987" y="38881"/>
                    <a:pt x="2859" y="39052"/>
                    <a:pt x="2773" y="39180"/>
                  </a:cubicBezTo>
                  <a:lnTo>
                    <a:pt x="2773" y="39137"/>
                  </a:lnTo>
                  <a:lnTo>
                    <a:pt x="2688" y="38583"/>
                  </a:lnTo>
                  <a:cubicBezTo>
                    <a:pt x="2731" y="38540"/>
                    <a:pt x="2773" y="38455"/>
                    <a:pt x="2859" y="38369"/>
                  </a:cubicBezTo>
                  <a:lnTo>
                    <a:pt x="3157" y="37985"/>
                  </a:lnTo>
                  <a:cubicBezTo>
                    <a:pt x="3371" y="37729"/>
                    <a:pt x="3627" y="37473"/>
                    <a:pt x="3840" y="37217"/>
                  </a:cubicBezTo>
                  <a:cubicBezTo>
                    <a:pt x="3906" y="37118"/>
                    <a:pt x="3818" y="37019"/>
                    <a:pt x="3736" y="37019"/>
                  </a:cubicBezTo>
                  <a:cubicBezTo>
                    <a:pt x="3712" y="37019"/>
                    <a:pt x="3688" y="37028"/>
                    <a:pt x="3669" y="37047"/>
                  </a:cubicBezTo>
                  <a:cubicBezTo>
                    <a:pt x="3413" y="37303"/>
                    <a:pt x="3200" y="37559"/>
                    <a:pt x="2944" y="37815"/>
                  </a:cubicBezTo>
                  <a:lnTo>
                    <a:pt x="2603" y="38113"/>
                  </a:lnTo>
                  <a:cubicBezTo>
                    <a:pt x="2560" y="37900"/>
                    <a:pt x="2560" y="37644"/>
                    <a:pt x="2517" y="37431"/>
                  </a:cubicBezTo>
                  <a:cubicBezTo>
                    <a:pt x="2901" y="37004"/>
                    <a:pt x="3243" y="36620"/>
                    <a:pt x="3584" y="36194"/>
                  </a:cubicBezTo>
                  <a:cubicBezTo>
                    <a:pt x="3627" y="36108"/>
                    <a:pt x="3627" y="36023"/>
                    <a:pt x="3584" y="35980"/>
                  </a:cubicBezTo>
                  <a:cubicBezTo>
                    <a:pt x="3563" y="35959"/>
                    <a:pt x="3531" y="35948"/>
                    <a:pt x="3493" y="35948"/>
                  </a:cubicBezTo>
                  <a:cubicBezTo>
                    <a:pt x="3456" y="35948"/>
                    <a:pt x="3413" y="35959"/>
                    <a:pt x="3371" y="35980"/>
                  </a:cubicBezTo>
                  <a:cubicBezTo>
                    <a:pt x="3115" y="36322"/>
                    <a:pt x="2773" y="36663"/>
                    <a:pt x="2475" y="36962"/>
                  </a:cubicBezTo>
                  <a:cubicBezTo>
                    <a:pt x="2475" y="36791"/>
                    <a:pt x="2432" y="36620"/>
                    <a:pt x="2389" y="36450"/>
                  </a:cubicBezTo>
                  <a:cubicBezTo>
                    <a:pt x="2517" y="36322"/>
                    <a:pt x="2645" y="36151"/>
                    <a:pt x="2731" y="36023"/>
                  </a:cubicBezTo>
                  <a:cubicBezTo>
                    <a:pt x="2859" y="35895"/>
                    <a:pt x="2987" y="35724"/>
                    <a:pt x="3115" y="35554"/>
                  </a:cubicBezTo>
                  <a:cubicBezTo>
                    <a:pt x="3371" y="35255"/>
                    <a:pt x="3627" y="34956"/>
                    <a:pt x="3925" y="34658"/>
                  </a:cubicBezTo>
                  <a:cubicBezTo>
                    <a:pt x="4025" y="34591"/>
                    <a:pt x="3943" y="34447"/>
                    <a:pt x="3842" y="34447"/>
                  </a:cubicBezTo>
                  <a:cubicBezTo>
                    <a:pt x="3813" y="34447"/>
                    <a:pt x="3783" y="34459"/>
                    <a:pt x="3754" y="34487"/>
                  </a:cubicBezTo>
                  <a:cubicBezTo>
                    <a:pt x="3456" y="34786"/>
                    <a:pt x="3157" y="35084"/>
                    <a:pt x="2901" y="35340"/>
                  </a:cubicBezTo>
                  <a:lnTo>
                    <a:pt x="2432" y="35767"/>
                  </a:lnTo>
                  <a:lnTo>
                    <a:pt x="2347" y="35895"/>
                  </a:lnTo>
                  <a:cubicBezTo>
                    <a:pt x="2304" y="35554"/>
                    <a:pt x="2261" y="35255"/>
                    <a:pt x="2219" y="34956"/>
                  </a:cubicBezTo>
                  <a:lnTo>
                    <a:pt x="2261" y="34914"/>
                  </a:lnTo>
                  <a:lnTo>
                    <a:pt x="2432" y="34743"/>
                  </a:lnTo>
                  <a:lnTo>
                    <a:pt x="2731" y="34402"/>
                  </a:lnTo>
                  <a:cubicBezTo>
                    <a:pt x="2944" y="34189"/>
                    <a:pt x="3157" y="33933"/>
                    <a:pt x="3328" y="33719"/>
                  </a:cubicBezTo>
                  <a:cubicBezTo>
                    <a:pt x="3413" y="33634"/>
                    <a:pt x="3413" y="33549"/>
                    <a:pt x="3328" y="33463"/>
                  </a:cubicBezTo>
                  <a:cubicBezTo>
                    <a:pt x="3307" y="33421"/>
                    <a:pt x="3264" y="33399"/>
                    <a:pt x="3221" y="33399"/>
                  </a:cubicBezTo>
                  <a:cubicBezTo>
                    <a:pt x="3179" y="33399"/>
                    <a:pt x="3136" y="33421"/>
                    <a:pt x="3115" y="33463"/>
                  </a:cubicBezTo>
                  <a:cubicBezTo>
                    <a:pt x="2901" y="33719"/>
                    <a:pt x="2731" y="33933"/>
                    <a:pt x="2517" y="34189"/>
                  </a:cubicBezTo>
                  <a:cubicBezTo>
                    <a:pt x="2389" y="34274"/>
                    <a:pt x="2304" y="34402"/>
                    <a:pt x="2176" y="34487"/>
                  </a:cubicBezTo>
                  <a:cubicBezTo>
                    <a:pt x="2176" y="34274"/>
                    <a:pt x="2133" y="34061"/>
                    <a:pt x="2091" y="33847"/>
                  </a:cubicBezTo>
                  <a:lnTo>
                    <a:pt x="2219" y="33762"/>
                  </a:lnTo>
                  <a:lnTo>
                    <a:pt x="2517" y="33506"/>
                  </a:lnTo>
                  <a:lnTo>
                    <a:pt x="3115" y="32866"/>
                  </a:lnTo>
                  <a:cubicBezTo>
                    <a:pt x="3213" y="32801"/>
                    <a:pt x="3135" y="32710"/>
                    <a:pt x="3036" y="32710"/>
                  </a:cubicBezTo>
                  <a:cubicBezTo>
                    <a:pt x="3006" y="32710"/>
                    <a:pt x="2974" y="32718"/>
                    <a:pt x="2944" y="32738"/>
                  </a:cubicBezTo>
                  <a:cubicBezTo>
                    <a:pt x="2731" y="32909"/>
                    <a:pt x="2517" y="33079"/>
                    <a:pt x="2304" y="33250"/>
                  </a:cubicBezTo>
                  <a:lnTo>
                    <a:pt x="2048" y="33463"/>
                  </a:lnTo>
                  <a:cubicBezTo>
                    <a:pt x="2048" y="33293"/>
                    <a:pt x="2005" y="33122"/>
                    <a:pt x="2005" y="32951"/>
                  </a:cubicBezTo>
                  <a:cubicBezTo>
                    <a:pt x="2005" y="32909"/>
                    <a:pt x="2048" y="32909"/>
                    <a:pt x="2048" y="32866"/>
                  </a:cubicBezTo>
                  <a:lnTo>
                    <a:pt x="2219" y="32695"/>
                  </a:lnTo>
                  <a:lnTo>
                    <a:pt x="2517" y="32311"/>
                  </a:lnTo>
                  <a:cubicBezTo>
                    <a:pt x="2731" y="32098"/>
                    <a:pt x="2944" y="31842"/>
                    <a:pt x="3115" y="31586"/>
                  </a:cubicBezTo>
                  <a:cubicBezTo>
                    <a:pt x="3157" y="31544"/>
                    <a:pt x="3157" y="31501"/>
                    <a:pt x="3115" y="31458"/>
                  </a:cubicBezTo>
                  <a:cubicBezTo>
                    <a:pt x="3093" y="31437"/>
                    <a:pt x="3061" y="31426"/>
                    <a:pt x="3029" y="31426"/>
                  </a:cubicBezTo>
                  <a:cubicBezTo>
                    <a:pt x="2997" y="31426"/>
                    <a:pt x="2965" y="31437"/>
                    <a:pt x="2944" y="31458"/>
                  </a:cubicBezTo>
                  <a:cubicBezTo>
                    <a:pt x="2688" y="31629"/>
                    <a:pt x="2475" y="31885"/>
                    <a:pt x="2261" y="32098"/>
                  </a:cubicBezTo>
                  <a:lnTo>
                    <a:pt x="1963" y="32397"/>
                  </a:lnTo>
                  <a:cubicBezTo>
                    <a:pt x="1920" y="32056"/>
                    <a:pt x="1877" y="31672"/>
                    <a:pt x="1835" y="31288"/>
                  </a:cubicBezTo>
                  <a:cubicBezTo>
                    <a:pt x="2133" y="30904"/>
                    <a:pt x="2432" y="30520"/>
                    <a:pt x="2773" y="30136"/>
                  </a:cubicBezTo>
                  <a:cubicBezTo>
                    <a:pt x="2839" y="30070"/>
                    <a:pt x="2779" y="29980"/>
                    <a:pt x="2708" y="29980"/>
                  </a:cubicBezTo>
                  <a:cubicBezTo>
                    <a:pt x="2687" y="29980"/>
                    <a:pt x="2665" y="29988"/>
                    <a:pt x="2645" y="30008"/>
                  </a:cubicBezTo>
                  <a:lnTo>
                    <a:pt x="1792" y="30861"/>
                  </a:lnTo>
                  <a:cubicBezTo>
                    <a:pt x="1792" y="30648"/>
                    <a:pt x="1707" y="30477"/>
                    <a:pt x="1707" y="30264"/>
                  </a:cubicBezTo>
                  <a:lnTo>
                    <a:pt x="1707" y="30093"/>
                  </a:lnTo>
                  <a:lnTo>
                    <a:pt x="1749" y="30008"/>
                  </a:lnTo>
                  <a:lnTo>
                    <a:pt x="1835" y="29922"/>
                  </a:lnTo>
                  <a:cubicBezTo>
                    <a:pt x="1877" y="29837"/>
                    <a:pt x="1963" y="29795"/>
                    <a:pt x="2048" y="29709"/>
                  </a:cubicBezTo>
                  <a:lnTo>
                    <a:pt x="2091" y="29667"/>
                  </a:lnTo>
                  <a:lnTo>
                    <a:pt x="2133" y="29667"/>
                  </a:lnTo>
                  <a:cubicBezTo>
                    <a:pt x="2176" y="29624"/>
                    <a:pt x="2219" y="29581"/>
                    <a:pt x="2261" y="29539"/>
                  </a:cubicBezTo>
                  <a:cubicBezTo>
                    <a:pt x="2347" y="29496"/>
                    <a:pt x="2432" y="29453"/>
                    <a:pt x="2560" y="29411"/>
                  </a:cubicBezTo>
                  <a:cubicBezTo>
                    <a:pt x="2645" y="29368"/>
                    <a:pt x="2645" y="29240"/>
                    <a:pt x="2603" y="29155"/>
                  </a:cubicBezTo>
                  <a:cubicBezTo>
                    <a:pt x="2572" y="29124"/>
                    <a:pt x="2521" y="29094"/>
                    <a:pt x="2463" y="29094"/>
                  </a:cubicBezTo>
                  <a:cubicBezTo>
                    <a:pt x="2439" y="29094"/>
                    <a:pt x="2414" y="29099"/>
                    <a:pt x="2389" y="29112"/>
                  </a:cubicBezTo>
                  <a:cubicBezTo>
                    <a:pt x="2091" y="29240"/>
                    <a:pt x="1835" y="29411"/>
                    <a:pt x="1621" y="29667"/>
                  </a:cubicBezTo>
                  <a:cubicBezTo>
                    <a:pt x="1579" y="29368"/>
                    <a:pt x="1579" y="29112"/>
                    <a:pt x="1536" y="28813"/>
                  </a:cubicBezTo>
                  <a:lnTo>
                    <a:pt x="1749" y="28643"/>
                  </a:lnTo>
                  <a:cubicBezTo>
                    <a:pt x="1835" y="28515"/>
                    <a:pt x="1963" y="28429"/>
                    <a:pt x="2048" y="28344"/>
                  </a:cubicBezTo>
                  <a:lnTo>
                    <a:pt x="2773" y="27747"/>
                  </a:lnTo>
                  <a:cubicBezTo>
                    <a:pt x="2881" y="27675"/>
                    <a:pt x="2778" y="27514"/>
                    <a:pt x="2641" y="27514"/>
                  </a:cubicBezTo>
                  <a:cubicBezTo>
                    <a:pt x="2615" y="27514"/>
                    <a:pt x="2588" y="27520"/>
                    <a:pt x="2560" y="27533"/>
                  </a:cubicBezTo>
                  <a:cubicBezTo>
                    <a:pt x="2347" y="27704"/>
                    <a:pt x="2091" y="27917"/>
                    <a:pt x="1877" y="28045"/>
                  </a:cubicBezTo>
                  <a:lnTo>
                    <a:pt x="1493" y="28344"/>
                  </a:lnTo>
                  <a:cubicBezTo>
                    <a:pt x="1451" y="27960"/>
                    <a:pt x="1408" y="27619"/>
                    <a:pt x="1408" y="27278"/>
                  </a:cubicBezTo>
                  <a:lnTo>
                    <a:pt x="1493" y="27192"/>
                  </a:lnTo>
                  <a:lnTo>
                    <a:pt x="1877" y="26851"/>
                  </a:lnTo>
                  <a:cubicBezTo>
                    <a:pt x="2091" y="26638"/>
                    <a:pt x="2347" y="26382"/>
                    <a:pt x="2603" y="26168"/>
                  </a:cubicBezTo>
                  <a:cubicBezTo>
                    <a:pt x="2703" y="26068"/>
                    <a:pt x="2594" y="25916"/>
                    <a:pt x="2460" y="25916"/>
                  </a:cubicBezTo>
                  <a:cubicBezTo>
                    <a:pt x="2423" y="25916"/>
                    <a:pt x="2384" y="25927"/>
                    <a:pt x="2347" y="25955"/>
                  </a:cubicBezTo>
                  <a:cubicBezTo>
                    <a:pt x="2133" y="26168"/>
                    <a:pt x="1877" y="26382"/>
                    <a:pt x="1621" y="26595"/>
                  </a:cubicBezTo>
                  <a:cubicBezTo>
                    <a:pt x="1536" y="26638"/>
                    <a:pt x="1451" y="26723"/>
                    <a:pt x="1365" y="26808"/>
                  </a:cubicBezTo>
                  <a:cubicBezTo>
                    <a:pt x="1365" y="26595"/>
                    <a:pt x="1323" y="26382"/>
                    <a:pt x="1280" y="26211"/>
                  </a:cubicBezTo>
                  <a:lnTo>
                    <a:pt x="1408" y="26040"/>
                  </a:lnTo>
                  <a:lnTo>
                    <a:pt x="1792" y="25614"/>
                  </a:lnTo>
                  <a:cubicBezTo>
                    <a:pt x="2091" y="25358"/>
                    <a:pt x="2347" y="25102"/>
                    <a:pt x="2645" y="24846"/>
                  </a:cubicBezTo>
                  <a:cubicBezTo>
                    <a:pt x="2710" y="24717"/>
                    <a:pt x="2628" y="24588"/>
                    <a:pt x="2529" y="24588"/>
                  </a:cubicBezTo>
                  <a:cubicBezTo>
                    <a:pt x="2497" y="24588"/>
                    <a:pt x="2463" y="24601"/>
                    <a:pt x="2432" y="24633"/>
                  </a:cubicBezTo>
                  <a:cubicBezTo>
                    <a:pt x="2133" y="24846"/>
                    <a:pt x="1835" y="25102"/>
                    <a:pt x="1536" y="25358"/>
                  </a:cubicBezTo>
                  <a:lnTo>
                    <a:pt x="1238" y="25614"/>
                  </a:lnTo>
                  <a:cubicBezTo>
                    <a:pt x="1195" y="25272"/>
                    <a:pt x="1195" y="24931"/>
                    <a:pt x="1152" y="24547"/>
                  </a:cubicBezTo>
                  <a:lnTo>
                    <a:pt x="1365" y="24334"/>
                  </a:lnTo>
                  <a:lnTo>
                    <a:pt x="1792" y="23993"/>
                  </a:lnTo>
                  <a:cubicBezTo>
                    <a:pt x="2048" y="23737"/>
                    <a:pt x="2304" y="23481"/>
                    <a:pt x="2560" y="23225"/>
                  </a:cubicBezTo>
                  <a:cubicBezTo>
                    <a:pt x="2694" y="23125"/>
                    <a:pt x="2592" y="22972"/>
                    <a:pt x="2480" y="22972"/>
                  </a:cubicBezTo>
                  <a:cubicBezTo>
                    <a:pt x="2449" y="22972"/>
                    <a:pt x="2417" y="22984"/>
                    <a:pt x="2389" y="23011"/>
                  </a:cubicBezTo>
                  <a:cubicBezTo>
                    <a:pt x="2091" y="23267"/>
                    <a:pt x="1835" y="23481"/>
                    <a:pt x="1536" y="23694"/>
                  </a:cubicBezTo>
                  <a:cubicBezTo>
                    <a:pt x="1408" y="23822"/>
                    <a:pt x="1280" y="23907"/>
                    <a:pt x="1110" y="24035"/>
                  </a:cubicBezTo>
                  <a:cubicBezTo>
                    <a:pt x="1110" y="23779"/>
                    <a:pt x="1067" y="23566"/>
                    <a:pt x="1067" y="23353"/>
                  </a:cubicBezTo>
                  <a:cubicBezTo>
                    <a:pt x="1238" y="23139"/>
                    <a:pt x="1451" y="22926"/>
                    <a:pt x="1664" y="22713"/>
                  </a:cubicBezTo>
                  <a:cubicBezTo>
                    <a:pt x="1920" y="22499"/>
                    <a:pt x="2219" y="22286"/>
                    <a:pt x="2560" y="22116"/>
                  </a:cubicBezTo>
                  <a:cubicBezTo>
                    <a:pt x="2668" y="22008"/>
                    <a:pt x="2594" y="21840"/>
                    <a:pt x="2467" y="21840"/>
                  </a:cubicBezTo>
                  <a:cubicBezTo>
                    <a:pt x="2443" y="21840"/>
                    <a:pt x="2416" y="21846"/>
                    <a:pt x="2389" y="21860"/>
                  </a:cubicBezTo>
                  <a:cubicBezTo>
                    <a:pt x="2048" y="22030"/>
                    <a:pt x="1749" y="22244"/>
                    <a:pt x="1451" y="22457"/>
                  </a:cubicBezTo>
                  <a:cubicBezTo>
                    <a:pt x="1323" y="22542"/>
                    <a:pt x="1152" y="22670"/>
                    <a:pt x="1024" y="22755"/>
                  </a:cubicBezTo>
                  <a:lnTo>
                    <a:pt x="982" y="22244"/>
                  </a:lnTo>
                  <a:cubicBezTo>
                    <a:pt x="1067" y="22201"/>
                    <a:pt x="1110" y="22116"/>
                    <a:pt x="1152" y="22073"/>
                  </a:cubicBezTo>
                  <a:cubicBezTo>
                    <a:pt x="1280" y="21902"/>
                    <a:pt x="1451" y="21774"/>
                    <a:pt x="1621" y="21604"/>
                  </a:cubicBezTo>
                  <a:cubicBezTo>
                    <a:pt x="1920" y="21305"/>
                    <a:pt x="2261" y="21006"/>
                    <a:pt x="2603" y="20708"/>
                  </a:cubicBezTo>
                  <a:cubicBezTo>
                    <a:pt x="2676" y="20671"/>
                    <a:pt x="2623" y="20571"/>
                    <a:pt x="2553" y="20571"/>
                  </a:cubicBezTo>
                  <a:cubicBezTo>
                    <a:pt x="2541" y="20571"/>
                    <a:pt x="2529" y="20574"/>
                    <a:pt x="2517" y="20580"/>
                  </a:cubicBezTo>
                  <a:cubicBezTo>
                    <a:pt x="2176" y="20836"/>
                    <a:pt x="1792" y="21134"/>
                    <a:pt x="1451" y="21433"/>
                  </a:cubicBezTo>
                  <a:lnTo>
                    <a:pt x="982" y="21817"/>
                  </a:lnTo>
                  <a:cubicBezTo>
                    <a:pt x="982" y="21518"/>
                    <a:pt x="939" y="21220"/>
                    <a:pt x="939" y="20921"/>
                  </a:cubicBezTo>
                  <a:lnTo>
                    <a:pt x="1110" y="20750"/>
                  </a:lnTo>
                  <a:lnTo>
                    <a:pt x="1621" y="20238"/>
                  </a:lnTo>
                  <a:lnTo>
                    <a:pt x="2645" y="19001"/>
                  </a:lnTo>
                  <a:cubicBezTo>
                    <a:pt x="2741" y="18905"/>
                    <a:pt x="2645" y="18785"/>
                    <a:pt x="2537" y="18785"/>
                  </a:cubicBezTo>
                  <a:cubicBezTo>
                    <a:pt x="2501" y="18785"/>
                    <a:pt x="2464" y="18799"/>
                    <a:pt x="2432" y="18831"/>
                  </a:cubicBezTo>
                  <a:lnTo>
                    <a:pt x="1323" y="19897"/>
                  </a:lnTo>
                  <a:lnTo>
                    <a:pt x="896" y="20281"/>
                  </a:lnTo>
                  <a:cubicBezTo>
                    <a:pt x="896" y="19769"/>
                    <a:pt x="854" y="19257"/>
                    <a:pt x="854" y="18745"/>
                  </a:cubicBezTo>
                  <a:lnTo>
                    <a:pt x="1451" y="18063"/>
                  </a:lnTo>
                  <a:cubicBezTo>
                    <a:pt x="1749" y="17721"/>
                    <a:pt x="2005" y="17423"/>
                    <a:pt x="2304" y="17082"/>
                  </a:cubicBezTo>
                  <a:cubicBezTo>
                    <a:pt x="2367" y="17018"/>
                    <a:pt x="2289" y="16908"/>
                    <a:pt x="2210" y="16908"/>
                  </a:cubicBezTo>
                  <a:cubicBezTo>
                    <a:pt x="2183" y="16908"/>
                    <a:pt x="2155" y="16921"/>
                    <a:pt x="2133" y="16954"/>
                  </a:cubicBezTo>
                  <a:cubicBezTo>
                    <a:pt x="1835" y="17252"/>
                    <a:pt x="1536" y="17551"/>
                    <a:pt x="1238" y="17849"/>
                  </a:cubicBezTo>
                  <a:cubicBezTo>
                    <a:pt x="1110" y="17977"/>
                    <a:pt x="982" y="18105"/>
                    <a:pt x="811" y="18233"/>
                  </a:cubicBezTo>
                  <a:lnTo>
                    <a:pt x="811" y="17210"/>
                  </a:lnTo>
                  <a:lnTo>
                    <a:pt x="982" y="16996"/>
                  </a:lnTo>
                  <a:lnTo>
                    <a:pt x="1365" y="16570"/>
                  </a:lnTo>
                  <a:cubicBezTo>
                    <a:pt x="1664" y="16314"/>
                    <a:pt x="1920" y="16015"/>
                    <a:pt x="2219" y="15716"/>
                  </a:cubicBezTo>
                  <a:cubicBezTo>
                    <a:pt x="2284" y="15651"/>
                    <a:pt x="2199" y="15560"/>
                    <a:pt x="2117" y="15560"/>
                  </a:cubicBezTo>
                  <a:cubicBezTo>
                    <a:pt x="2092" y="15560"/>
                    <a:pt x="2068" y="15569"/>
                    <a:pt x="2048" y="15588"/>
                  </a:cubicBezTo>
                  <a:cubicBezTo>
                    <a:pt x="1749" y="15844"/>
                    <a:pt x="1451" y="16100"/>
                    <a:pt x="1152" y="16356"/>
                  </a:cubicBezTo>
                  <a:lnTo>
                    <a:pt x="811" y="16655"/>
                  </a:lnTo>
                  <a:lnTo>
                    <a:pt x="811" y="16314"/>
                  </a:lnTo>
                  <a:cubicBezTo>
                    <a:pt x="811" y="16186"/>
                    <a:pt x="939" y="16186"/>
                    <a:pt x="982" y="16143"/>
                  </a:cubicBezTo>
                  <a:lnTo>
                    <a:pt x="1152" y="15930"/>
                  </a:lnTo>
                  <a:cubicBezTo>
                    <a:pt x="1280" y="15802"/>
                    <a:pt x="1365" y="15716"/>
                    <a:pt x="1493" y="15588"/>
                  </a:cubicBezTo>
                  <a:cubicBezTo>
                    <a:pt x="1749" y="15332"/>
                    <a:pt x="2005" y="15077"/>
                    <a:pt x="2219" y="14821"/>
                  </a:cubicBezTo>
                  <a:cubicBezTo>
                    <a:pt x="2315" y="14725"/>
                    <a:pt x="2219" y="14605"/>
                    <a:pt x="2111" y="14605"/>
                  </a:cubicBezTo>
                  <a:cubicBezTo>
                    <a:pt x="2075" y="14605"/>
                    <a:pt x="2037" y="14618"/>
                    <a:pt x="2005" y="14650"/>
                  </a:cubicBezTo>
                  <a:lnTo>
                    <a:pt x="1238" y="15332"/>
                  </a:lnTo>
                  <a:lnTo>
                    <a:pt x="854" y="15674"/>
                  </a:lnTo>
                  <a:lnTo>
                    <a:pt x="768" y="15716"/>
                  </a:lnTo>
                  <a:lnTo>
                    <a:pt x="768" y="14693"/>
                  </a:lnTo>
                  <a:cubicBezTo>
                    <a:pt x="1024" y="14437"/>
                    <a:pt x="1238" y="14138"/>
                    <a:pt x="1493" y="13839"/>
                  </a:cubicBezTo>
                  <a:cubicBezTo>
                    <a:pt x="1792" y="13455"/>
                    <a:pt x="2176" y="13071"/>
                    <a:pt x="2560" y="12688"/>
                  </a:cubicBezTo>
                  <a:cubicBezTo>
                    <a:pt x="2656" y="12592"/>
                    <a:pt x="2560" y="12472"/>
                    <a:pt x="2452" y="12472"/>
                  </a:cubicBezTo>
                  <a:cubicBezTo>
                    <a:pt x="2416" y="12472"/>
                    <a:pt x="2379" y="12485"/>
                    <a:pt x="2347" y="12517"/>
                  </a:cubicBezTo>
                  <a:cubicBezTo>
                    <a:pt x="1963" y="12858"/>
                    <a:pt x="1579" y="13199"/>
                    <a:pt x="1238" y="13583"/>
                  </a:cubicBezTo>
                  <a:lnTo>
                    <a:pt x="811" y="13967"/>
                  </a:lnTo>
                  <a:lnTo>
                    <a:pt x="811" y="13882"/>
                  </a:lnTo>
                  <a:lnTo>
                    <a:pt x="811" y="12304"/>
                  </a:lnTo>
                  <a:cubicBezTo>
                    <a:pt x="1365" y="11706"/>
                    <a:pt x="1877" y="11109"/>
                    <a:pt x="2389" y="10469"/>
                  </a:cubicBezTo>
                  <a:cubicBezTo>
                    <a:pt x="2453" y="10373"/>
                    <a:pt x="2397" y="10253"/>
                    <a:pt x="2311" y="10253"/>
                  </a:cubicBezTo>
                  <a:cubicBezTo>
                    <a:pt x="2283" y="10253"/>
                    <a:pt x="2251" y="10267"/>
                    <a:pt x="2219" y="10299"/>
                  </a:cubicBezTo>
                  <a:cubicBezTo>
                    <a:pt x="1792" y="10768"/>
                    <a:pt x="1323" y="11237"/>
                    <a:pt x="811" y="11706"/>
                  </a:cubicBezTo>
                  <a:lnTo>
                    <a:pt x="811" y="11664"/>
                  </a:lnTo>
                  <a:cubicBezTo>
                    <a:pt x="854" y="11365"/>
                    <a:pt x="896" y="11109"/>
                    <a:pt x="939" y="10853"/>
                  </a:cubicBezTo>
                  <a:cubicBezTo>
                    <a:pt x="1067" y="10682"/>
                    <a:pt x="1195" y="10512"/>
                    <a:pt x="1323" y="10299"/>
                  </a:cubicBezTo>
                  <a:lnTo>
                    <a:pt x="1877" y="9659"/>
                  </a:lnTo>
                  <a:cubicBezTo>
                    <a:pt x="2219" y="9189"/>
                    <a:pt x="2603" y="8720"/>
                    <a:pt x="2987" y="8251"/>
                  </a:cubicBezTo>
                  <a:cubicBezTo>
                    <a:pt x="3050" y="8187"/>
                    <a:pt x="2972" y="8077"/>
                    <a:pt x="2893" y="8077"/>
                  </a:cubicBezTo>
                  <a:cubicBezTo>
                    <a:pt x="2865" y="8077"/>
                    <a:pt x="2838" y="8090"/>
                    <a:pt x="2816" y="8123"/>
                  </a:cubicBezTo>
                  <a:lnTo>
                    <a:pt x="1664" y="9403"/>
                  </a:lnTo>
                  <a:lnTo>
                    <a:pt x="1152" y="9957"/>
                  </a:lnTo>
                  <a:cubicBezTo>
                    <a:pt x="1280" y="9573"/>
                    <a:pt x="1408" y="9189"/>
                    <a:pt x="1579" y="8805"/>
                  </a:cubicBezTo>
                  <a:cubicBezTo>
                    <a:pt x="1749" y="8635"/>
                    <a:pt x="1920" y="8464"/>
                    <a:pt x="2048" y="8293"/>
                  </a:cubicBezTo>
                  <a:cubicBezTo>
                    <a:pt x="2219" y="8123"/>
                    <a:pt x="2389" y="7952"/>
                    <a:pt x="2517" y="7739"/>
                  </a:cubicBezTo>
                  <a:cubicBezTo>
                    <a:pt x="2859" y="7355"/>
                    <a:pt x="3157" y="6971"/>
                    <a:pt x="3456" y="6587"/>
                  </a:cubicBezTo>
                  <a:cubicBezTo>
                    <a:pt x="3489" y="6522"/>
                    <a:pt x="3421" y="6431"/>
                    <a:pt x="3349" y="6431"/>
                  </a:cubicBezTo>
                  <a:cubicBezTo>
                    <a:pt x="3327" y="6431"/>
                    <a:pt x="3305" y="6439"/>
                    <a:pt x="3285" y="6459"/>
                  </a:cubicBezTo>
                  <a:cubicBezTo>
                    <a:pt x="2987" y="6843"/>
                    <a:pt x="2645" y="7227"/>
                    <a:pt x="2304" y="7568"/>
                  </a:cubicBezTo>
                  <a:cubicBezTo>
                    <a:pt x="2219" y="7654"/>
                    <a:pt x="2133" y="7782"/>
                    <a:pt x="2005" y="7867"/>
                  </a:cubicBezTo>
                  <a:cubicBezTo>
                    <a:pt x="2432" y="7014"/>
                    <a:pt x="2901" y="6203"/>
                    <a:pt x="3413" y="5393"/>
                  </a:cubicBezTo>
                  <a:cubicBezTo>
                    <a:pt x="3669" y="4966"/>
                    <a:pt x="3925" y="4539"/>
                    <a:pt x="4224" y="4155"/>
                  </a:cubicBezTo>
                  <a:close/>
                  <a:moveTo>
                    <a:pt x="21211" y="1"/>
                  </a:moveTo>
                  <a:cubicBezTo>
                    <a:pt x="19388" y="1"/>
                    <a:pt x="17553" y="40"/>
                    <a:pt x="15742" y="103"/>
                  </a:cubicBezTo>
                  <a:cubicBezTo>
                    <a:pt x="13268" y="231"/>
                    <a:pt x="10794" y="401"/>
                    <a:pt x="8362" y="657"/>
                  </a:cubicBezTo>
                  <a:cubicBezTo>
                    <a:pt x="7253" y="700"/>
                    <a:pt x="6229" y="1084"/>
                    <a:pt x="5418" y="1766"/>
                  </a:cubicBezTo>
                  <a:cubicBezTo>
                    <a:pt x="5120" y="2022"/>
                    <a:pt x="4906" y="2321"/>
                    <a:pt x="4736" y="2662"/>
                  </a:cubicBezTo>
                  <a:cubicBezTo>
                    <a:pt x="4480" y="2918"/>
                    <a:pt x="4224" y="3217"/>
                    <a:pt x="4010" y="3515"/>
                  </a:cubicBezTo>
                  <a:cubicBezTo>
                    <a:pt x="3328" y="4369"/>
                    <a:pt x="2731" y="5265"/>
                    <a:pt x="2133" y="6203"/>
                  </a:cubicBezTo>
                  <a:cubicBezTo>
                    <a:pt x="1579" y="7142"/>
                    <a:pt x="1067" y="8165"/>
                    <a:pt x="640" y="9189"/>
                  </a:cubicBezTo>
                  <a:cubicBezTo>
                    <a:pt x="427" y="9787"/>
                    <a:pt x="256" y="10426"/>
                    <a:pt x="128" y="11066"/>
                  </a:cubicBezTo>
                  <a:cubicBezTo>
                    <a:pt x="86" y="11792"/>
                    <a:pt x="43" y="12560"/>
                    <a:pt x="43" y="13285"/>
                  </a:cubicBezTo>
                  <a:cubicBezTo>
                    <a:pt x="0" y="19769"/>
                    <a:pt x="384" y="26254"/>
                    <a:pt x="1238" y="32695"/>
                  </a:cubicBezTo>
                  <a:cubicBezTo>
                    <a:pt x="1408" y="34317"/>
                    <a:pt x="1621" y="35895"/>
                    <a:pt x="1792" y="37473"/>
                  </a:cubicBezTo>
                  <a:cubicBezTo>
                    <a:pt x="1920" y="38753"/>
                    <a:pt x="2176" y="40033"/>
                    <a:pt x="2560" y="41270"/>
                  </a:cubicBezTo>
                  <a:cubicBezTo>
                    <a:pt x="2987" y="42465"/>
                    <a:pt x="3797" y="43489"/>
                    <a:pt x="4864" y="44171"/>
                  </a:cubicBezTo>
                  <a:cubicBezTo>
                    <a:pt x="5973" y="44768"/>
                    <a:pt x="7210" y="45152"/>
                    <a:pt x="8447" y="45238"/>
                  </a:cubicBezTo>
                  <a:cubicBezTo>
                    <a:pt x="9509" y="45300"/>
                    <a:pt x="10548" y="45340"/>
                    <a:pt x="11581" y="45340"/>
                  </a:cubicBezTo>
                  <a:cubicBezTo>
                    <a:pt x="11959" y="45340"/>
                    <a:pt x="12336" y="45334"/>
                    <a:pt x="12713" y="45323"/>
                  </a:cubicBezTo>
                  <a:cubicBezTo>
                    <a:pt x="14334" y="45323"/>
                    <a:pt x="15913" y="45238"/>
                    <a:pt x="17577" y="45195"/>
                  </a:cubicBezTo>
                  <a:cubicBezTo>
                    <a:pt x="20776" y="45024"/>
                    <a:pt x="23933" y="44768"/>
                    <a:pt x="27090" y="44427"/>
                  </a:cubicBezTo>
                  <a:cubicBezTo>
                    <a:pt x="28711" y="44214"/>
                    <a:pt x="30289" y="44001"/>
                    <a:pt x="31911" y="43787"/>
                  </a:cubicBezTo>
                  <a:cubicBezTo>
                    <a:pt x="33361" y="43617"/>
                    <a:pt x="34812" y="43275"/>
                    <a:pt x="36177" y="42721"/>
                  </a:cubicBezTo>
                  <a:cubicBezTo>
                    <a:pt x="37158" y="42166"/>
                    <a:pt x="38011" y="41484"/>
                    <a:pt x="38779" y="40673"/>
                  </a:cubicBezTo>
                  <a:cubicBezTo>
                    <a:pt x="39590" y="39862"/>
                    <a:pt x="40229" y="38924"/>
                    <a:pt x="40741" y="37900"/>
                  </a:cubicBezTo>
                  <a:cubicBezTo>
                    <a:pt x="41083" y="37388"/>
                    <a:pt x="41381" y="36791"/>
                    <a:pt x="41595" y="36194"/>
                  </a:cubicBezTo>
                  <a:cubicBezTo>
                    <a:pt x="41893" y="35212"/>
                    <a:pt x="42106" y="34189"/>
                    <a:pt x="42192" y="33165"/>
                  </a:cubicBezTo>
                  <a:cubicBezTo>
                    <a:pt x="42320" y="31970"/>
                    <a:pt x="42405" y="30776"/>
                    <a:pt x="42490" y="29581"/>
                  </a:cubicBezTo>
                  <a:cubicBezTo>
                    <a:pt x="42832" y="24462"/>
                    <a:pt x="42832" y="19257"/>
                    <a:pt x="42533" y="14138"/>
                  </a:cubicBezTo>
                  <a:cubicBezTo>
                    <a:pt x="42405" y="11536"/>
                    <a:pt x="42149" y="8976"/>
                    <a:pt x="41851" y="6416"/>
                  </a:cubicBezTo>
                  <a:cubicBezTo>
                    <a:pt x="41808" y="5776"/>
                    <a:pt x="41723" y="5179"/>
                    <a:pt x="41637" y="4539"/>
                  </a:cubicBezTo>
                  <a:cubicBezTo>
                    <a:pt x="41595" y="3942"/>
                    <a:pt x="41424" y="3387"/>
                    <a:pt x="41125" y="2918"/>
                  </a:cubicBezTo>
                  <a:cubicBezTo>
                    <a:pt x="40741" y="2534"/>
                    <a:pt x="40315" y="2278"/>
                    <a:pt x="39803" y="2193"/>
                  </a:cubicBezTo>
                  <a:cubicBezTo>
                    <a:pt x="39248" y="2022"/>
                    <a:pt x="38651" y="1894"/>
                    <a:pt x="38096" y="1766"/>
                  </a:cubicBezTo>
                  <a:cubicBezTo>
                    <a:pt x="33190" y="700"/>
                    <a:pt x="28199" y="145"/>
                    <a:pt x="23208" y="17"/>
                  </a:cubicBezTo>
                  <a:cubicBezTo>
                    <a:pt x="22545" y="6"/>
                    <a:pt x="21879" y="1"/>
                    <a:pt x="2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7"/>
            <p:cNvSpPr/>
            <p:nvPr/>
          </p:nvSpPr>
          <p:spPr>
            <a:xfrm>
              <a:off x="2187688" y="3092408"/>
              <a:ext cx="775667" cy="379429"/>
            </a:xfrm>
            <a:custGeom>
              <a:avLst/>
              <a:gdLst/>
              <a:ahLst/>
              <a:cxnLst/>
              <a:rect l="l" t="t" r="r" b="b"/>
              <a:pathLst>
                <a:path w="36731" h="18863" extrusionOk="0">
                  <a:moveTo>
                    <a:pt x="0" y="0"/>
                  </a:moveTo>
                  <a:lnTo>
                    <a:pt x="0" y="0"/>
                  </a:lnTo>
                  <a:cubicBezTo>
                    <a:pt x="128" y="2517"/>
                    <a:pt x="256" y="5034"/>
                    <a:pt x="469" y="7551"/>
                  </a:cubicBezTo>
                  <a:cubicBezTo>
                    <a:pt x="597" y="8746"/>
                    <a:pt x="683" y="9983"/>
                    <a:pt x="811" y="11220"/>
                  </a:cubicBezTo>
                  <a:cubicBezTo>
                    <a:pt x="896" y="12286"/>
                    <a:pt x="1109" y="13310"/>
                    <a:pt x="1408" y="14334"/>
                  </a:cubicBezTo>
                  <a:cubicBezTo>
                    <a:pt x="1706" y="15273"/>
                    <a:pt x="2261" y="16083"/>
                    <a:pt x="3029" y="16766"/>
                  </a:cubicBezTo>
                  <a:cubicBezTo>
                    <a:pt x="3669" y="17320"/>
                    <a:pt x="4437" y="17747"/>
                    <a:pt x="5290" y="18046"/>
                  </a:cubicBezTo>
                  <a:cubicBezTo>
                    <a:pt x="7167" y="18686"/>
                    <a:pt x="9129" y="18771"/>
                    <a:pt x="11049" y="18814"/>
                  </a:cubicBezTo>
                  <a:cubicBezTo>
                    <a:pt x="12117" y="18846"/>
                    <a:pt x="13185" y="18862"/>
                    <a:pt x="14253" y="18862"/>
                  </a:cubicBezTo>
                  <a:cubicBezTo>
                    <a:pt x="17366" y="18862"/>
                    <a:pt x="20479" y="18726"/>
                    <a:pt x="23591" y="18472"/>
                  </a:cubicBezTo>
                  <a:cubicBezTo>
                    <a:pt x="24957" y="18302"/>
                    <a:pt x="26364" y="18088"/>
                    <a:pt x="27687" y="17832"/>
                  </a:cubicBezTo>
                  <a:cubicBezTo>
                    <a:pt x="28156" y="17747"/>
                    <a:pt x="28625" y="17619"/>
                    <a:pt x="29095" y="17576"/>
                  </a:cubicBezTo>
                  <a:lnTo>
                    <a:pt x="29265" y="17576"/>
                  </a:lnTo>
                  <a:cubicBezTo>
                    <a:pt x="29308" y="17534"/>
                    <a:pt x="29351" y="17491"/>
                    <a:pt x="29393" y="17491"/>
                  </a:cubicBezTo>
                  <a:cubicBezTo>
                    <a:pt x="31356" y="17107"/>
                    <a:pt x="33489" y="16510"/>
                    <a:pt x="34811" y="15017"/>
                  </a:cubicBezTo>
                  <a:cubicBezTo>
                    <a:pt x="36091" y="13566"/>
                    <a:pt x="36432" y="11476"/>
                    <a:pt x="36646" y="9599"/>
                  </a:cubicBezTo>
                  <a:cubicBezTo>
                    <a:pt x="36646" y="9300"/>
                    <a:pt x="36688" y="9002"/>
                    <a:pt x="36731" y="8746"/>
                  </a:cubicBezTo>
                  <a:lnTo>
                    <a:pt x="36731" y="8746"/>
                  </a:lnTo>
                  <a:cubicBezTo>
                    <a:pt x="36560" y="9257"/>
                    <a:pt x="36347" y="9769"/>
                    <a:pt x="36134" y="10281"/>
                  </a:cubicBezTo>
                  <a:cubicBezTo>
                    <a:pt x="35835" y="10921"/>
                    <a:pt x="35622" y="11604"/>
                    <a:pt x="35323" y="12244"/>
                  </a:cubicBezTo>
                  <a:cubicBezTo>
                    <a:pt x="35110" y="12713"/>
                    <a:pt x="34854" y="13140"/>
                    <a:pt x="34513" y="13524"/>
                  </a:cubicBezTo>
                  <a:cubicBezTo>
                    <a:pt x="33873" y="13993"/>
                    <a:pt x="33147" y="14291"/>
                    <a:pt x="32380" y="14377"/>
                  </a:cubicBezTo>
                  <a:cubicBezTo>
                    <a:pt x="28412" y="15059"/>
                    <a:pt x="24359" y="15401"/>
                    <a:pt x="20349" y="15699"/>
                  </a:cubicBezTo>
                  <a:cubicBezTo>
                    <a:pt x="17883" y="15914"/>
                    <a:pt x="15417" y="16008"/>
                    <a:pt x="12926" y="16008"/>
                  </a:cubicBezTo>
                  <a:cubicBezTo>
                    <a:pt x="12444" y="16008"/>
                    <a:pt x="11960" y="16005"/>
                    <a:pt x="11476" y="15998"/>
                  </a:cubicBezTo>
                  <a:cubicBezTo>
                    <a:pt x="10196" y="15955"/>
                    <a:pt x="8916" y="15742"/>
                    <a:pt x="7636" y="15742"/>
                  </a:cubicBezTo>
                  <a:cubicBezTo>
                    <a:pt x="6399" y="15742"/>
                    <a:pt x="5205" y="15230"/>
                    <a:pt x="4309" y="14334"/>
                  </a:cubicBezTo>
                  <a:cubicBezTo>
                    <a:pt x="3584" y="13481"/>
                    <a:pt x="3029" y="12457"/>
                    <a:pt x="2730" y="11348"/>
                  </a:cubicBezTo>
                  <a:cubicBezTo>
                    <a:pt x="2176" y="9727"/>
                    <a:pt x="1749" y="8063"/>
                    <a:pt x="1408" y="6442"/>
                  </a:cubicBezTo>
                  <a:cubicBezTo>
                    <a:pt x="1067" y="4906"/>
                    <a:pt x="597" y="3456"/>
                    <a:pt x="341" y="1920"/>
                  </a:cubicBezTo>
                  <a:cubicBezTo>
                    <a:pt x="256" y="1280"/>
                    <a:pt x="128" y="640"/>
                    <a:pt x="0"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7"/>
            <p:cNvSpPr/>
            <p:nvPr/>
          </p:nvSpPr>
          <p:spPr>
            <a:xfrm>
              <a:off x="2181353" y="2644649"/>
              <a:ext cx="792793" cy="827008"/>
            </a:xfrm>
            <a:custGeom>
              <a:avLst/>
              <a:gdLst/>
              <a:ahLst/>
              <a:cxnLst/>
              <a:rect l="l" t="t" r="r" b="b"/>
              <a:pathLst>
                <a:path w="37542" h="41114" extrusionOk="0">
                  <a:moveTo>
                    <a:pt x="15676" y="0"/>
                  </a:moveTo>
                  <a:cubicBezTo>
                    <a:pt x="12945" y="0"/>
                    <a:pt x="10220" y="108"/>
                    <a:pt x="7508" y="324"/>
                  </a:cubicBezTo>
                  <a:cubicBezTo>
                    <a:pt x="6314" y="410"/>
                    <a:pt x="5119" y="495"/>
                    <a:pt x="3925" y="623"/>
                  </a:cubicBezTo>
                  <a:cubicBezTo>
                    <a:pt x="2944" y="708"/>
                    <a:pt x="1920" y="922"/>
                    <a:pt x="1237" y="1690"/>
                  </a:cubicBezTo>
                  <a:cubicBezTo>
                    <a:pt x="683" y="2372"/>
                    <a:pt x="341" y="3183"/>
                    <a:pt x="256" y="4036"/>
                  </a:cubicBezTo>
                  <a:cubicBezTo>
                    <a:pt x="128" y="5060"/>
                    <a:pt x="85" y="6084"/>
                    <a:pt x="85" y="7107"/>
                  </a:cubicBezTo>
                  <a:cubicBezTo>
                    <a:pt x="0" y="12141"/>
                    <a:pt x="43" y="17175"/>
                    <a:pt x="299" y="22252"/>
                  </a:cubicBezTo>
                  <a:cubicBezTo>
                    <a:pt x="384" y="24769"/>
                    <a:pt x="555" y="27243"/>
                    <a:pt x="768" y="29760"/>
                  </a:cubicBezTo>
                  <a:cubicBezTo>
                    <a:pt x="853" y="30998"/>
                    <a:pt x="981" y="32235"/>
                    <a:pt x="1109" y="33472"/>
                  </a:cubicBezTo>
                  <a:cubicBezTo>
                    <a:pt x="1152" y="34496"/>
                    <a:pt x="1365" y="35562"/>
                    <a:pt x="1706" y="36586"/>
                  </a:cubicBezTo>
                  <a:cubicBezTo>
                    <a:pt x="2005" y="37482"/>
                    <a:pt x="2560" y="38335"/>
                    <a:pt x="3285" y="38975"/>
                  </a:cubicBezTo>
                  <a:cubicBezTo>
                    <a:pt x="3967" y="39572"/>
                    <a:pt x="4735" y="39999"/>
                    <a:pt x="5589" y="40298"/>
                  </a:cubicBezTo>
                  <a:cubicBezTo>
                    <a:pt x="7423" y="40938"/>
                    <a:pt x="9385" y="41023"/>
                    <a:pt x="11348" y="41066"/>
                  </a:cubicBezTo>
                  <a:cubicBezTo>
                    <a:pt x="12393" y="41098"/>
                    <a:pt x="13438" y="41114"/>
                    <a:pt x="14483" y="41114"/>
                  </a:cubicBezTo>
                  <a:cubicBezTo>
                    <a:pt x="17619" y="41114"/>
                    <a:pt x="20754" y="40970"/>
                    <a:pt x="23890" y="40682"/>
                  </a:cubicBezTo>
                  <a:cubicBezTo>
                    <a:pt x="25255" y="40554"/>
                    <a:pt x="26620" y="40340"/>
                    <a:pt x="27985" y="40084"/>
                  </a:cubicBezTo>
                  <a:cubicBezTo>
                    <a:pt x="28455" y="39999"/>
                    <a:pt x="28924" y="39871"/>
                    <a:pt x="29393" y="39828"/>
                  </a:cubicBezTo>
                  <a:lnTo>
                    <a:pt x="29564" y="39828"/>
                  </a:lnTo>
                  <a:cubicBezTo>
                    <a:pt x="29607" y="39786"/>
                    <a:pt x="29649" y="39743"/>
                    <a:pt x="29692" y="39743"/>
                  </a:cubicBezTo>
                  <a:cubicBezTo>
                    <a:pt x="31612" y="39359"/>
                    <a:pt x="33745" y="38762"/>
                    <a:pt x="35067" y="37311"/>
                  </a:cubicBezTo>
                  <a:cubicBezTo>
                    <a:pt x="36390" y="35818"/>
                    <a:pt x="36731" y="33728"/>
                    <a:pt x="36902" y="31851"/>
                  </a:cubicBezTo>
                  <a:cubicBezTo>
                    <a:pt x="37371" y="26902"/>
                    <a:pt x="37541" y="21953"/>
                    <a:pt x="37371" y="17047"/>
                  </a:cubicBezTo>
                  <a:cubicBezTo>
                    <a:pt x="37286" y="14573"/>
                    <a:pt x="37158" y="12056"/>
                    <a:pt x="36944" y="9582"/>
                  </a:cubicBezTo>
                  <a:cubicBezTo>
                    <a:pt x="36816" y="8302"/>
                    <a:pt x="36688" y="7065"/>
                    <a:pt x="36560" y="5828"/>
                  </a:cubicBezTo>
                  <a:cubicBezTo>
                    <a:pt x="36475" y="5230"/>
                    <a:pt x="36390" y="4591"/>
                    <a:pt x="36304" y="3951"/>
                  </a:cubicBezTo>
                  <a:cubicBezTo>
                    <a:pt x="36262" y="3481"/>
                    <a:pt x="36262" y="2884"/>
                    <a:pt x="35878" y="2543"/>
                  </a:cubicBezTo>
                  <a:cubicBezTo>
                    <a:pt x="35494" y="2287"/>
                    <a:pt x="35025" y="2116"/>
                    <a:pt x="34555" y="2031"/>
                  </a:cubicBezTo>
                  <a:cubicBezTo>
                    <a:pt x="33958" y="1903"/>
                    <a:pt x="33361" y="1775"/>
                    <a:pt x="32806" y="1647"/>
                  </a:cubicBezTo>
                  <a:cubicBezTo>
                    <a:pt x="31612" y="1391"/>
                    <a:pt x="30417" y="1178"/>
                    <a:pt x="29223" y="964"/>
                  </a:cubicBezTo>
                  <a:cubicBezTo>
                    <a:pt x="26834" y="580"/>
                    <a:pt x="24445" y="324"/>
                    <a:pt x="22056" y="196"/>
                  </a:cubicBezTo>
                  <a:cubicBezTo>
                    <a:pt x="19928" y="66"/>
                    <a:pt x="17800" y="0"/>
                    <a:pt x="15676"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6" name="Google Shape;2396;p37"/>
            <p:cNvSpPr/>
            <p:nvPr/>
          </p:nvSpPr>
          <p:spPr>
            <a:xfrm>
              <a:off x="2223712" y="2691168"/>
              <a:ext cx="705409" cy="608076"/>
            </a:xfrm>
            <a:custGeom>
              <a:avLst/>
              <a:gdLst/>
              <a:ahLst/>
              <a:cxnLst/>
              <a:rect l="l" t="t" r="r" b="b"/>
              <a:pathLst>
                <a:path w="33404" h="30230" extrusionOk="0">
                  <a:moveTo>
                    <a:pt x="640" y="1135"/>
                  </a:moveTo>
                  <a:cubicBezTo>
                    <a:pt x="0" y="1220"/>
                    <a:pt x="0" y="2073"/>
                    <a:pt x="640" y="2159"/>
                  </a:cubicBezTo>
                  <a:cubicBezTo>
                    <a:pt x="1110" y="1988"/>
                    <a:pt x="1110" y="1305"/>
                    <a:pt x="640" y="1135"/>
                  </a:cubicBezTo>
                  <a:close/>
                  <a:moveTo>
                    <a:pt x="25746" y="3620"/>
                  </a:moveTo>
                  <a:cubicBezTo>
                    <a:pt x="25640" y="3620"/>
                    <a:pt x="25533" y="3630"/>
                    <a:pt x="25426" y="3652"/>
                  </a:cubicBezTo>
                  <a:cubicBezTo>
                    <a:pt x="25256" y="3694"/>
                    <a:pt x="25128" y="3865"/>
                    <a:pt x="25170" y="4036"/>
                  </a:cubicBezTo>
                  <a:lnTo>
                    <a:pt x="25128" y="4078"/>
                  </a:lnTo>
                  <a:cubicBezTo>
                    <a:pt x="25128" y="4249"/>
                    <a:pt x="25256" y="4420"/>
                    <a:pt x="25426" y="4462"/>
                  </a:cubicBezTo>
                  <a:lnTo>
                    <a:pt x="26578" y="4462"/>
                  </a:lnTo>
                  <a:lnTo>
                    <a:pt x="26791" y="4505"/>
                  </a:lnTo>
                  <a:lnTo>
                    <a:pt x="27005" y="4590"/>
                  </a:lnTo>
                  <a:lnTo>
                    <a:pt x="27218" y="4590"/>
                  </a:lnTo>
                  <a:cubicBezTo>
                    <a:pt x="27346" y="4590"/>
                    <a:pt x="27474" y="4548"/>
                    <a:pt x="27559" y="4420"/>
                  </a:cubicBezTo>
                  <a:cubicBezTo>
                    <a:pt x="27602" y="4292"/>
                    <a:pt x="27559" y="4164"/>
                    <a:pt x="27431" y="4078"/>
                  </a:cubicBezTo>
                  <a:cubicBezTo>
                    <a:pt x="27133" y="3908"/>
                    <a:pt x="26834" y="3780"/>
                    <a:pt x="26493" y="3737"/>
                  </a:cubicBezTo>
                  <a:cubicBezTo>
                    <a:pt x="26365" y="3694"/>
                    <a:pt x="26194" y="3652"/>
                    <a:pt x="26066" y="3652"/>
                  </a:cubicBezTo>
                  <a:cubicBezTo>
                    <a:pt x="25960" y="3630"/>
                    <a:pt x="25853" y="3620"/>
                    <a:pt x="25746" y="3620"/>
                  </a:cubicBezTo>
                  <a:close/>
                  <a:moveTo>
                    <a:pt x="22611" y="5059"/>
                  </a:moveTo>
                  <a:lnTo>
                    <a:pt x="22483" y="5102"/>
                  </a:lnTo>
                  <a:lnTo>
                    <a:pt x="22397" y="5187"/>
                  </a:lnTo>
                  <a:cubicBezTo>
                    <a:pt x="22355" y="5230"/>
                    <a:pt x="22312" y="5273"/>
                    <a:pt x="22269" y="5315"/>
                  </a:cubicBezTo>
                  <a:cubicBezTo>
                    <a:pt x="22269" y="5358"/>
                    <a:pt x="22269" y="5401"/>
                    <a:pt x="22269" y="5401"/>
                  </a:cubicBezTo>
                  <a:cubicBezTo>
                    <a:pt x="22269" y="5486"/>
                    <a:pt x="22269" y="5529"/>
                    <a:pt x="22269" y="5571"/>
                  </a:cubicBezTo>
                  <a:lnTo>
                    <a:pt x="22312" y="5699"/>
                  </a:lnTo>
                  <a:lnTo>
                    <a:pt x="22355" y="5742"/>
                  </a:lnTo>
                  <a:cubicBezTo>
                    <a:pt x="22355" y="5785"/>
                    <a:pt x="22397" y="5827"/>
                    <a:pt x="22440" y="5870"/>
                  </a:cubicBezTo>
                  <a:lnTo>
                    <a:pt x="22483" y="5913"/>
                  </a:lnTo>
                  <a:cubicBezTo>
                    <a:pt x="22483" y="5955"/>
                    <a:pt x="22525" y="5955"/>
                    <a:pt x="22525" y="5998"/>
                  </a:cubicBezTo>
                  <a:cubicBezTo>
                    <a:pt x="22611" y="6041"/>
                    <a:pt x="22653" y="6083"/>
                    <a:pt x="22739" y="6083"/>
                  </a:cubicBezTo>
                  <a:lnTo>
                    <a:pt x="22867" y="6083"/>
                  </a:lnTo>
                  <a:cubicBezTo>
                    <a:pt x="22952" y="6083"/>
                    <a:pt x="22995" y="6083"/>
                    <a:pt x="23080" y="6041"/>
                  </a:cubicBezTo>
                  <a:lnTo>
                    <a:pt x="23165" y="5955"/>
                  </a:lnTo>
                  <a:cubicBezTo>
                    <a:pt x="23208" y="5913"/>
                    <a:pt x="23251" y="5870"/>
                    <a:pt x="23293" y="5827"/>
                  </a:cubicBezTo>
                  <a:cubicBezTo>
                    <a:pt x="23293" y="5742"/>
                    <a:pt x="23293" y="5699"/>
                    <a:pt x="23293" y="5657"/>
                  </a:cubicBezTo>
                  <a:cubicBezTo>
                    <a:pt x="23293" y="5571"/>
                    <a:pt x="23293" y="5529"/>
                    <a:pt x="23293" y="5443"/>
                  </a:cubicBezTo>
                  <a:cubicBezTo>
                    <a:pt x="23251" y="5401"/>
                    <a:pt x="23208" y="5358"/>
                    <a:pt x="23165" y="5315"/>
                  </a:cubicBezTo>
                  <a:lnTo>
                    <a:pt x="23123" y="5273"/>
                  </a:lnTo>
                  <a:lnTo>
                    <a:pt x="23080" y="5230"/>
                  </a:lnTo>
                  <a:cubicBezTo>
                    <a:pt x="23037" y="5187"/>
                    <a:pt x="22995" y="5145"/>
                    <a:pt x="22952" y="5145"/>
                  </a:cubicBezTo>
                  <a:lnTo>
                    <a:pt x="22909" y="5102"/>
                  </a:lnTo>
                  <a:lnTo>
                    <a:pt x="22867" y="5102"/>
                  </a:lnTo>
                  <a:cubicBezTo>
                    <a:pt x="22824" y="5102"/>
                    <a:pt x="22781" y="5059"/>
                    <a:pt x="22739" y="5059"/>
                  </a:cubicBezTo>
                  <a:close/>
                  <a:moveTo>
                    <a:pt x="4949" y="5827"/>
                  </a:moveTo>
                  <a:cubicBezTo>
                    <a:pt x="4309" y="5827"/>
                    <a:pt x="4309" y="6723"/>
                    <a:pt x="4949" y="6723"/>
                  </a:cubicBezTo>
                  <a:cubicBezTo>
                    <a:pt x="5546" y="6723"/>
                    <a:pt x="5546" y="5827"/>
                    <a:pt x="4949" y="5827"/>
                  </a:cubicBezTo>
                  <a:close/>
                  <a:moveTo>
                    <a:pt x="25853" y="8430"/>
                  </a:moveTo>
                  <a:cubicBezTo>
                    <a:pt x="25426" y="8515"/>
                    <a:pt x="25426" y="9155"/>
                    <a:pt x="25853" y="9283"/>
                  </a:cubicBezTo>
                  <a:cubicBezTo>
                    <a:pt x="25867" y="9284"/>
                    <a:pt x="25880" y="9284"/>
                    <a:pt x="25894" y="9284"/>
                  </a:cubicBezTo>
                  <a:cubicBezTo>
                    <a:pt x="26450" y="9284"/>
                    <a:pt x="26436" y="8430"/>
                    <a:pt x="25853" y="8430"/>
                  </a:cubicBezTo>
                  <a:close/>
                  <a:moveTo>
                    <a:pt x="23165" y="9326"/>
                  </a:moveTo>
                  <a:cubicBezTo>
                    <a:pt x="22781" y="9368"/>
                    <a:pt x="22781" y="9923"/>
                    <a:pt x="23165" y="9965"/>
                  </a:cubicBezTo>
                  <a:cubicBezTo>
                    <a:pt x="23549" y="9923"/>
                    <a:pt x="23549" y="9368"/>
                    <a:pt x="23165" y="9326"/>
                  </a:cubicBezTo>
                  <a:close/>
                  <a:moveTo>
                    <a:pt x="13396" y="9112"/>
                  </a:moveTo>
                  <a:cubicBezTo>
                    <a:pt x="13311" y="9112"/>
                    <a:pt x="13225" y="9155"/>
                    <a:pt x="13140" y="9198"/>
                  </a:cubicBezTo>
                  <a:lnTo>
                    <a:pt x="13055" y="9283"/>
                  </a:lnTo>
                  <a:cubicBezTo>
                    <a:pt x="12969" y="9326"/>
                    <a:pt x="12969" y="9368"/>
                    <a:pt x="12927" y="9454"/>
                  </a:cubicBezTo>
                  <a:cubicBezTo>
                    <a:pt x="12884" y="9496"/>
                    <a:pt x="12884" y="9539"/>
                    <a:pt x="12884" y="9624"/>
                  </a:cubicBezTo>
                  <a:cubicBezTo>
                    <a:pt x="12884" y="9709"/>
                    <a:pt x="12927" y="9752"/>
                    <a:pt x="12927" y="9837"/>
                  </a:cubicBezTo>
                  <a:cubicBezTo>
                    <a:pt x="12969" y="9880"/>
                    <a:pt x="12969" y="9923"/>
                    <a:pt x="13055" y="9965"/>
                  </a:cubicBezTo>
                  <a:lnTo>
                    <a:pt x="13225" y="10136"/>
                  </a:lnTo>
                  <a:cubicBezTo>
                    <a:pt x="13268" y="10179"/>
                    <a:pt x="13353" y="10221"/>
                    <a:pt x="13439" y="10264"/>
                  </a:cubicBezTo>
                  <a:lnTo>
                    <a:pt x="13567" y="10264"/>
                  </a:lnTo>
                  <a:cubicBezTo>
                    <a:pt x="13652" y="10264"/>
                    <a:pt x="13737" y="10221"/>
                    <a:pt x="13780" y="10179"/>
                  </a:cubicBezTo>
                  <a:lnTo>
                    <a:pt x="13908" y="10093"/>
                  </a:lnTo>
                  <a:cubicBezTo>
                    <a:pt x="13950" y="10051"/>
                    <a:pt x="13993" y="10008"/>
                    <a:pt x="13993" y="9965"/>
                  </a:cubicBezTo>
                  <a:cubicBezTo>
                    <a:pt x="14036" y="9880"/>
                    <a:pt x="14036" y="9837"/>
                    <a:pt x="14036" y="9752"/>
                  </a:cubicBezTo>
                  <a:cubicBezTo>
                    <a:pt x="14036" y="9709"/>
                    <a:pt x="14036" y="9624"/>
                    <a:pt x="13993" y="9582"/>
                  </a:cubicBezTo>
                  <a:cubicBezTo>
                    <a:pt x="13993" y="9539"/>
                    <a:pt x="13950" y="9454"/>
                    <a:pt x="13908" y="9411"/>
                  </a:cubicBezTo>
                  <a:lnTo>
                    <a:pt x="13737" y="9240"/>
                  </a:lnTo>
                  <a:cubicBezTo>
                    <a:pt x="13695" y="9198"/>
                    <a:pt x="13609" y="9155"/>
                    <a:pt x="13524" y="9112"/>
                  </a:cubicBezTo>
                  <a:close/>
                  <a:moveTo>
                    <a:pt x="12175" y="0"/>
                  </a:moveTo>
                  <a:cubicBezTo>
                    <a:pt x="9439" y="0"/>
                    <a:pt x="6704" y="108"/>
                    <a:pt x="3968" y="324"/>
                  </a:cubicBezTo>
                  <a:cubicBezTo>
                    <a:pt x="3342" y="408"/>
                    <a:pt x="3328" y="1349"/>
                    <a:pt x="3928" y="1349"/>
                  </a:cubicBezTo>
                  <a:cubicBezTo>
                    <a:pt x="3941" y="1349"/>
                    <a:pt x="3954" y="1349"/>
                    <a:pt x="3968" y="1348"/>
                  </a:cubicBezTo>
                  <a:cubicBezTo>
                    <a:pt x="6613" y="1135"/>
                    <a:pt x="9258" y="1007"/>
                    <a:pt x="11860" y="1007"/>
                  </a:cubicBezTo>
                  <a:cubicBezTo>
                    <a:pt x="16553" y="1007"/>
                    <a:pt x="21203" y="1305"/>
                    <a:pt x="25853" y="1945"/>
                  </a:cubicBezTo>
                  <a:cubicBezTo>
                    <a:pt x="27005" y="2116"/>
                    <a:pt x="28157" y="2287"/>
                    <a:pt x="29308" y="2500"/>
                  </a:cubicBezTo>
                  <a:cubicBezTo>
                    <a:pt x="30034" y="2585"/>
                    <a:pt x="31057" y="2756"/>
                    <a:pt x="31356" y="3524"/>
                  </a:cubicBezTo>
                  <a:cubicBezTo>
                    <a:pt x="31484" y="4036"/>
                    <a:pt x="31527" y="4590"/>
                    <a:pt x="31527" y="5145"/>
                  </a:cubicBezTo>
                  <a:cubicBezTo>
                    <a:pt x="31527" y="5742"/>
                    <a:pt x="31569" y="6297"/>
                    <a:pt x="31655" y="6894"/>
                  </a:cubicBezTo>
                  <a:cubicBezTo>
                    <a:pt x="31740" y="8046"/>
                    <a:pt x="31996" y="9240"/>
                    <a:pt x="32081" y="10392"/>
                  </a:cubicBezTo>
                  <a:cubicBezTo>
                    <a:pt x="32081" y="10546"/>
                    <a:pt x="32207" y="10632"/>
                    <a:pt x="32328" y="10632"/>
                  </a:cubicBezTo>
                  <a:cubicBezTo>
                    <a:pt x="32441" y="10632"/>
                    <a:pt x="32551" y="10557"/>
                    <a:pt x="32551" y="10392"/>
                  </a:cubicBezTo>
                  <a:cubicBezTo>
                    <a:pt x="32508" y="9027"/>
                    <a:pt x="32593" y="7662"/>
                    <a:pt x="32551" y="6254"/>
                  </a:cubicBezTo>
                  <a:cubicBezTo>
                    <a:pt x="32551" y="5571"/>
                    <a:pt x="32465" y="4889"/>
                    <a:pt x="32423" y="4206"/>
                  </a:cubicBezTo>
                  <a:cubicBezTo>
                    <a:pt x="32465" y="3652"/>
                    <a:pt x="32295" y="3054"/>
                    <a:pt x="31953" y="2585"/>
                  </a:cubicBezTo>
                  <a:cubicBezTo>
                    <a:pt x="31356" y="1860"/>
                    <a:pt x="30375" y="1647"/>
                    <a:pt x="29479" y="1476"/>
                  </a:cubicBezTo>
                  <a:cubicBezTo>
                    <a:pt x="28285" y="1263"/>
                    <a:pt x="27047" y="1092"/>
                    <a:pt x="25810" y="921"/>
                  </a:cubicBezTo>
                  <a:cubicBezTo>
                    <a:pt x="23421" y="580"/>
                    <a:pt x="20990" y="367"/>
                    <a:pt x="18558" y="196"/>
                  </a:cubicBezTo>
                  <a:cubicBezTo>
                    <a:pt x="16430" y="65"/>
                    <a:pt x="14302" y="0"/>
                    <a:pt x="12175" y="0"/>
                  </a:cubicBezTo>
                  <a:close/>
                  <a:moveTo>
                    <a:pt x="24573" y="12568"/>
                  </a:moveTo>
                  <a:cubicBezTo>
                    <a:pt x="24317" y="12653"/>
                    <a:pt x="24317" y="13037"/>
                    <a:pt x="24573" y="13122"/>
                  </a:cubicBezTo>
                  <a:lnTo>
                    <a:pt x="24573" y="13165"/>
                  </a:lnTo>
                  <a:cubicBezTo>
                    <a:pt x="25000" y="13165"/>
                    <a:pt x="25000" y="12568"/>
                    <a:pt x="24573" y="12568"/>
                  </a:cubicBezTo>
                  <a:close/>
                  <a:moveTo>
                    <a:pt x="23976" y="15469"/>
                  </a:moveTo>
                  <a:cubicBezTo>
                    <a:pt x="23720" y="15554"/>
                    <a:pt x="23720" y="15895"/>
                    <a:pt x="23976" y="15938"/>
                  </a:cubicBezTo>
                  <a:lnTo>
                    <a:pt x="23976" y="15981"/>
                  </a:lnTo>
                  <a:cubicBezTo>
                    <a:pt x="24274" y="15981"/>
                    <a:pt x="24274" y="15469"/>
                    <a:pt x="23976" y="15469"/>
                  </a:cubicBezTo>
                  <a:close/>
                  <a:moveTo>
                    <a:pt x="18984" y="16621"/>
                  </a:moveTo>
                  <a:cubicBezTo>
                    <a:pt x="18387" y="16706"/>
                    <a:pt x="18387" y="17602"/>
                    <a:pt x="18984" y="17644"/>
                  </a:cubicBezTo>
                  <a:cubicBezTo>
                    <a:pt x="19496" y="17474"/>
                    <a:pt x="19496" y="16791"/>
                    <a:pt x="18984" y="16621"/>
                  </a:cubicBezTo>
                  <a:close/>
                  <a:moveTo>
                    <a:pt x="23976" y="18242"/>
                  </a:moveTo>
                  <a:cubicBezTo>
                    <a:pt x="23549" y="18284"/>
                    <a:pt x="23549" y="18882"/>
                    <a:pt x="23976" y="18924"/>
                  </a:cubicBezTo>
                  <a:cubicBezTo>
                    <a:pt x="24360" y="18882"/>
                    <a:pt x="24360" y="18284"/>
                    <a:pt x="23976" y="18242"/>
                  </a:cubicBezTo>
                  <a:close/>
                  <a:moveTo>
                    <a:pt x="11131" y="18784"/>
                  </a:moveTo>
                  <a:cubicBezTo>
                    <a:pt x="11016" y="18784"/>
                    <a:pt x="11027" y="19056"/>
                    <a:pt x="11188" y="19056"/>
                  </a:cubicBezTo>
                  <a:cubicBezTo>
                    <a:pt x="11198" y="19056"/>
                    <a:pt x="11209" y="19054"/>
                    <a:pt x="11220" y="19052"/>
                  </a:cubicBezTo>
                  <a:lnTo>
                    <a:pt x="11178" y="19052"/>
                  </a:lnTo>
                  <a:lnTo>
                    <a:pt x="11306" y="19010"/>
                  </a:lnTo>
                  <a:cubicBezTo>
                    <a:pt x="11348" y="19010"/>
                    <a:pt x="11348" y="18967"/>
                    <a:pt x="11348" y="18882"/>
                  </a:cubicBezTo>
                  <a:cubicBezTo>
                    <a:pt x="11348" y="18839"/>
                    <a:pt x="11348" y="18796"/>
                    <a:pt x="11306" y="18796"/>
                  </a:cubicBezTo>
                  <a:lnTo>
                    <a:pt x="11178" y="18796"/>
                  </a:lnTo>
                  <a:cubicBezTo>
                    <a:pt x="11160" y="18788"/>
                    <a:pt x="11145" y="18784"/>
                    <a:pt x="11131" y="18784"/>
                  </a:cubicBezTo>
                  <a:close/>
                  <a:moveTo>
                    <a:pt x="7594" y="21143"/>
                  </a:moveTo>
                  <a:lnTo>
                    <a:pt x="7551" y="21185"/>
                  </a:lnTo>
                  <a:cubicBezTo>
                    <a:pt x="7509" y="21185"/>
                    <a:pt x="7509" y="21228"/>
                    <a:pt x="7509" y="21228"/>
                  </a:cubicBezTo>
                  <a:cubicBezTo>
                    <a:pt x="7466" y="21271"/>
                    <a:pt x="7466" y="21271"/>
                    <a:pt x="7466" y="21313"/>
                  </a:cubicBezTo>
                  <a:lnTo>
                    <a:pt x="7466" y="21441"/>
                  </a:lnTo>
                  <a:cubicBezTo>
                    <a:pt x="7466" y="21484"/>
                    <a:pt x="7466" y="21527"/>
                    <a:pt x="7466" y="21569"/>
                  </a:cubicBezTo>
                  <a:lnTo>
                    <a:pt x="7509" y="21569"/>
                  </a:lnTo>
                  <a:cubicBezTo>
                    <a:pt x="7551" y="21612"/>
                    <a:pt x="7551" y="21612"/>
                    <a:pt x="7594" y="21612"/>
                  </a:cubicBezTo>
                  <a:lnTo>
                    <a:pt x="7637" y="21612"/>
                  </a:lnTo>
                  <a:cubicBezTo>
                    <a:pt x="7658" y="21633"/>
                    <a:pt x="7669" y="21644"/>
                    <a:pt x="7679" y="21644"/>
                  </a:cubicBezTo>
                  <a:cubicBezTo>
                    <a:pt x="7690" y="21644"/>
                    <a:pt x="7701" y="21633"/>
                    <a:pt x="7722" y="21612"/>
                  </a:cubicBezTo>
                  <a:lnTo>
                    <a:pt x="7765" y="21612"/>
                  </a:lnTo>
                  <a:cubicBezTo>
                    <a:pt x="7765" y="21569"/>
                    <a:pt x="7807" y="21569"/>
                    <a:pt x="7807" y="21527"/>
                  </a:cubicBezTo>
                  <a:cubicBezTo>
                    <a:pt x="7807" y="21527"/>
                    <a:pt x="7807" y="21484"/>
                    <a:pt x="7807" y="21484"/>
                  </a:cubicBezTo>
                  <a:lnTo>
                    <a:pt x="7807" y="21313"/>
                  </a:lnTo>
                  <a:cubicBezTo>
                    <a:pt x="7807" y="21271"/>
                    <a:pt x="7807" y="21228"/>
                    <a:pt x="7765" y="21228"/>
                  </a:cubicBezTo>
                  <a:lnTo>
                    <a:pt x="7765" y="21185"/>
                  </a:lnTo>
                  <a:cubicBezTo>
                    <a:pt x="7765" y="21143"/>
                    <a:pt x="7722" y="21143"/>
                    <a:pt x="7722" y="21143"/>
                  </a:cubicBezTo>
                  <a:close/>
                  <a:moveTo>
                    <a:pt x="19496" y="22593"/>
                  </a:moveTo>
                  <a:cubicBezTo>
                    <a:pt x="19454" y="22593"/>
                    <a:pt x="19411" y="22593"/>
                    <a:pt x="19368" y="22636"/>
                  </a:cubicBezTo>
                  <a:lnTo>
                    <a:pt x="19283" y="22678"/>
                  </a:lnTo>
                  <a:cubicBezTo>
                    <a:pt x="19240" y="22721"/>
                    <a:pt x="19198" y="22764"/>
                    <a:pt x="19198" y="22849"/>
                  </a:cubicBezTo>
                  <a:lnTo>
                    <a:pt x="19198" y="22892"/>
                  </a:lnTo>
                  <a:cubicBezTo>
                    <a:pt x="19198" y="22934"/>
                    <a:pt x="19198" y="22977"/>
                    <a:pt x="19240" y="23020"/>
                  </a:cubicBezTo>
                  <a:cubicBezTo>
                    <a:pt x="19240" y="23062"/>
                    <a:pt x="19240" y="23062"/>
                    <a:pt x="19283" y="23105"/>
                  </a:cubicBezTo>
                  <a:cubicBezTo>
                    <a:pt x="19326" y="23148"/>
                    <a:pt x="19326" y="23148"/>
                    <a:pt x="19368" y="23148"/>
                  </a:cubicBezTo>
                  <a:cubicBezTo>
                    <a:pt x="19411" y="23190"/>
                    <a:pt x="19454" y="23190"/>
                    <a:pt x="19496" y="23190"/>
                  </a:cubicBezTo>
                  <a:lnTo>
                    <a:pt x="19667" y="23190"/>
                  </a:lnTo>
                  <a:cubicBezTo>
                    <a:pt x="19710" y="23190"/>
                    <a:pt x="19752" y="23190"/>
                    <a:pt x="19795" y="23148"/>
                  </a:cubicBezTo>
                  <a:lnTo>
                    <a:pt x="19880" y="23105"/>
                  </a:lnTo>
                  <a:cubicBezTo>
                    <a:pt x="19880" y="23062"/>
                    <a:pt x="19923" y="23020"/>
                    <a:pt x="19923" y="22977"/>
                  </a:cubicBezTo>
                  <a:lnTo>
                    <a:pt x="19923" y="22892"/>
                  </a:lnTo>
                  <a:cubicBezTo>
                    <a:pt x="19966" y="22849"/>
                    <a:pt x="19966" y="22806"/>
                    <a:pt x="19923" y="22764"/>
                  </a:cubicBezTo>
                  <a:cubicBezTo>
                    <a:pt x="19923" y="22721"/>
                    <a:pt x="19838" y="22636"/>
                    <a:pt x="19795" y="22593"/>
                  </a:cubicBezTo>
                  <a:close/>
                  <a:moveTo>
                    <a:pt x="32327" y="13323"/>
                  </a:moveTo>
                  <a:cubicBezTo>
                    <a:pt x="32227" y="13323"/>
                    <a:pt x="32124" y="13389"/>
                    <a:pt x="32124" y="13506"/>
                  </a:cubicBezTo>
                  <a:cubicBezTo>
                    <a:pt x="32252" y="14573"/>
                    <a:pt x="32295" y="15725"/>
                    <a:pt x="32337" y="16791"/>
                  </a:cubicBezTo>
                  <a:cubicBezTo>
                    <a:pt x="32380" y="17900"/>
                    <a:pt x="32423" y="19010"/>
                    <a:pt x="32423" y="20119"/>
                  </a:cubicBezTo>
                  <a:cubicBezTo>
                    <a:pt x="32423" y="21228"/>
                    <a:pt x="32380" y="22337"/>
                    <a:pt x="32295" y="23446"/>
                  </a:cubicBezTo>
                  <a:cubicBezTo>
                    <a:pt x="32295" y="24001"/>
                    <a:pt x="32252" y="24513"/>
                    <a:pt x="32167" y="25067"/>
                  </a:cubicBezTo>
                  <a:cubicBezTo>
                    <a:pt x="32167" y="25323"/>
                    <a:pt x="32124" y="25622"/>
                    <a:pt x="32081" y="25921"/>
                  </a:cubicBezTo>
                  <a:cubicBezTo>
                    <a:pt x="32039" y="26177"/>
                    <a:pt x="31996" y="26475"/>
                    <a:pt x="31996" y="26774"/>
                  </a:cubicBezTo>
                  <a:cubicBezTo>
                    <a:pt x="32039" y="26944"/>
                    <a:pt x="32124" y="27115"/>
                    <a:pt x="32337" y="27158"/>
                  </a:cubicBezTo>
                  <a:lnTo>
                    <a:pt x="32295" y="27200"/>
                  </a:lnTo>
                  <a:cubicBezTo>
                    <a:pt x="32331" y="27208"/>
                    <a:pt x="32368" y="27211"/>
                    <a:pt x="32404" y="27211"/>
                  </a:cubicBezTo>
                  <a:cubicBezTo>
                    <a:pt x="32577" y="27211"/>
                    <a:pt x="32736" y="27128"/>
                    <a:pt x="32807" y="26987"/>
                  </a:cubicBezTo>
                  <a:cubicBezTo>
                    <a:pt x="32977" y="26433"/>
                    <a:pt x="33105" y="25878"/>
                    <a:pt x="33105" y="25281"/>
                  </a:cubicBezTo>
                  <a:cubicBezTo>
                    <a:pt x="33190" y="24726"/>
                    <a:pt x="33233" y="24172"/>
                    <a:pt x="33276" y="23574"/>
                  </a:cubicBezTo>
                  <a:cubicBezTo>
                    <a:pt x="33361" y="22465"/>
                    <a:pt x="33404" y="21313"/>
                    <a:pt x="33404" y="20204"/>
                  </a:cubicBezTo>
                  <a:cubicBezTo>
                    <a:pt x="33361" y="19052"/>
                    <a:pt x="33276" y="17943"/>
                    <a:pt x="33148" y="16791"/>
                  </a:cubicBezTo>
                  <a:cubicBezTo>
                    <a:pt x="33063" y="16237"/>
                    <a:pt x="32977" y="15682"/>
                    <a:pt x="32892" y="15127"/>
                  </a:cubicBezTo>
                  <a:cubicBezTo>
                    <a:pt x="32807" y="14573"/>
                    <a:pt x="32636" y="14018"/>
                    <a:pt x="32508" y="13464"/>
                  </a:cubicBezTo>
                  <a:cubicBezTo>
                    <a:pt x="32489" y="13368"/>
                    <a:pt x="32409" y="13323"/>
                    <a:pt x="32327" y="13323"/>
                  </a:cubicBezTo>
                  <a:close/>
                  <a:moveTo>
                    <a:pt x="31783" y="29333"/>
                  </a:moveTo>
                  <a:cubicBezTo>
                    <a:pt x="31313" y="29461"/>
                    <a:pt x="31313" y="30101"/>
                    <a:pt x="31783" y="30229"/>
                  </a:cubicBezTo>
                  <a:cubicBezTo>
                    <a:pt x="32380" y="30229"/>
                    <a:pt x="32380" y="29333"/>
                    <a:pt x="31783" y="29333"/>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06" name="Google Shape;2406;p37"/>
          <p:cNvGrpSpPr/>
          <p:nvPr/>
        </p:nvGrpSpPr>
        <p:grpSpPr>
          <a:xfrm>
            <a:off x="35233" y="2406583"/>
            <a:ext cx="904505" cy="911169"/>
            <a:chOff x="3486145" y="3721040"/>
            <a:chExt cx="904505" cy="911169"/>
          </a:xfrm>
        </p:grpSpPr>
        <p:sp>
          <p:nvSpPr>
            <p:cNvPr id="2407" name="Google Shape;2407;p37"/>
            <p:cNvSpPr/>
            <p:nvPr/>
          </p:nvSpPr>
          <p:spPr>
            <a:xfrm>
              <a:off x="3580725" y="3803750"/>
              <a:ext cx="794609" cy="814557"/>
            </a:xfrm>
            <a:custGeom>
              <a:avLst/>
              <a:gdLst/>
              <a:ahLst/>
              <a:cxnLst/>
              <a:rect l="l" t="t" r="r" b="b"/>
              <a:pathLst>
                <a:path w="37628" h="40495" extrusionOk="0">
                  <a:moveTo>
                    <a:pt x="34172" y="1"/>
                  </a:moveTo>
                  <a:cubicBezTo>
                    <a:pt x="34172" y="1"/>
                    <a:pt x="34172" y="44"/>
                    <a:pt x="34172" y="86"/>
                  </a:cubicBezTo>
                  <a:cubicBezTo>
                    <a:pt x="34343" y="1067"/>
                    <a:pt x="34428" y="2091"/>
                    <a:pt x="34428" y="3072"/>
                  </a:cubicBezTo>
                  <a:cubicBezTo>
                    <a:pt x="34471" y="4352"/>
                    <a:pt x="34471" y="5675"/>
                    <a:pt x="34471" y="6955"/>
                  </a:cubicBezTo>
                  <a:cubicBezTo>
                    <a:pt x="34513" y="12159"/>
                    <a:pt x="34343" y="17364"/>
                    <a:pt x="33959" y="22569"/>
                  </a:cubicBezTo>
                  <a:cubicBezTo>
                    <a:pt x="33831" y="25128"/>
                    <a:pt x="33617" y="27688"/>
                    <a:pt x="33319" y="30205"/>
                  </a:cubicBezTo>
                  <a:cubicBezTo>
                    <a:pt x="33106" y="32295"/>
                    <a:pt x="32722" y="34514"/>
                    <a:pt x="31100" y="36049"/>
                  </a:cubicBezTo>
                  <a:cubicBezTo>
                    <a:pt x="29735" y="37372"/>
                    <a:pt x="27773" y="37926"/>
                    <a:pt x="25939" y="38182"/>
                  </a:cubicBezTo>
                  <a:cubicBezTo>
                    <a:pt x="24957" y="38268"/>
                    <a:pt x="23933" y="38353"/>
                    <a:pt x="22952" y="38353"/>
                  </a:cubicBezTo>
                  <a:cubicBezTo>
                    <a:pt x="21672" y="38396"/>
                    <a:pt x="20393" y="38396"/>
                    <a:pt x="19113" y="38396"/>
                  </a:cubicBezTo>
                  <a:cubicBezTo>
                    <a:pt x="17236" y="38396"/>
                    <a:pt x="15273" y="38353"/>
                    <a:pt x="13354" y="38225"/>
                  </a:cubicBezTo>
                  <a:lnTo>
                    <a:pt x="13055" y="38225"/>
                  </a:lnTo>
                  <a:cubicBezTo>
                    <a:pt x="11349" y="38140"/>
                    <a:pt x="9642" y="38054"/>
                    <a:pt x="7936" y="37798"/>
                  </a:cubicBezTo>
                  <a:cubicBezTo>
                    <a:pt x="7125" y="37713"/>
                    <a:pt x="6272" y="37542"/>
                    <a:pt x="5419" y="37414"/>
                  </a:cubicBezTo>
                  <a:cubicBezTo>
                    <a:pt x="4992" y="37329"/>
                    <a:pt x="4566" y="37286"/>
                    <a:pt x="4139" y="37159"/>
                  </a:cubicBezTo>
                  <a:lnTo>
                    <a:pt x="4011" y="37116"/>
                  </a:lnTo>
                  <a:lnTo>
                    <a:pt x="3883" y="37116"/>
                  </a:lnTo>
                  <a:cubicBezTo>
                    <a:pt x="2902" y="36945"/>
                    <a:pt x="1921" y="36689"/>
                    <a:pt x="939" y="36348"/>
                  </a:cubicBezTo>
                  <a:cubicBezTo>
                    <a:pt x="598" y="36220"/>
                    <a:pt x="299" y="36092"/>
                    <a:pt x="1" y="35921"/>
                  </a:cubicBezTo>
                  <a:lnTo>
                    <a:pt x="1" y="35921"/>
                  </a:lnTo>
                  <a:cubicBezTo>
                    <a:pt x="427" y="36391"/>
                    <a:pt x="897" y="36775"/>
                    <a:pt x="1409" y="37159"/>
                  </a:cubicBezTo>
                  <a:cubicBezTo>
                    <a:pt x="2347" y="37884"/>
                    <a:pt x="3499" y="38353"/>
                    <a:pt x="4693" y="38566"/>
                  </a:cubicBezTo>
                  <a:cubicBezTo>
                    <a:pt x="6144" y="38865"/>
                    <a:pt x="7680" y="39078"/>
                    <a:pt x="9173" y="39292"/>
                  </a:cubicBezTo>
                  <a:cubicBezTo>
                    <a:pt x="10709" y="39462"/>
                    <a:pt x="12244" y="39633"/>
                    <a:pt x="13780" y="39803"/>
                  </a:cubicBezTo>
                  <a:cubicBezTo>
                    <a:pt x="16852" y="40102"/>
                    <a:pt x="19966" y="40315"/>
                    <a:pt x="23038" y="40401"/>
                  </a:cubicBezTo>
                  <a:cubicBezTo>
                    <a:pt x="24573" y="40443"/>
                    <a:pt x="26152" y="40486"/>
                    <a:pt x="27688" y="40486"/>
                  </a:cubicBezTo>
                  <a:cubicBezTo>
                    <a:pt x="27845" y="40491"/>
                    <a:pt x="28002" y="40494"/>
                    <a:pt x="28159" y="40494"/>
                  </a:cubicBezTo>
                  <a:cubicBezTo>
                    <a:pt x="29239" y="40494"/>
                    <a:pt x="30319" y="40368"/>
                    <a:pt x="31399" y="40145"/>
                  </a:cubicBezTo>
                  <a:cubicBezTo>
                    <a:pt x="32551" y="39931"/>
                    <a:pt x="33617" y="39292"/>
                    <a:pt x="34343" y="38353"/>
                  </a:cubicBezTo>
                  <a:cubicBezTo>
                    <a:pt x="35025" y="37372"/>
                    <a:pt x="35452" y="36220"/>
                    <a:pt x="35623" y="35025"/>
                  </a:cubicBezTo>
                  <a:cubicBezTo>
                    <a:pt x="35836" y="33618"/>
                    <a:pt x="35964" y="32167"/>
                    <a:pt x="36134" y="30759"/>
                  </a:cubicBezTo>
                  <a:cubicBezTo>
                    <a:pt x="36348" y="29224"/>
                    <a:pt x="36518" y="27688"/>
                    <a:pt x="36689" y="26109"/>
                  </a:cubicBezTo>
                  <a:cubicBezTo>
                    <a:pt x="36988" y="22995"/>
                    <a:pt x="37286" y="19838"/>
                    <a:pt x="37457" y="16681"/>
                  </a:cubicBezTo>
                  <a:cubicBezTo>
                    <a:pt x="37542" y="15146"/>
                    <a:pt x="37585" y="13610"/>
                    <a:pt x="37585" y="11989"/>
                  </a:cubicBezTo>
                  <a:cubicBezTo>
                    <a:pt x="37585" y="11263"/>
                    <a:pt x="37628" y="10453"/>
                    <a:pt x="37585" y="9728"/>
                  </a:cubicBezTo>
                  <a:cubicBezTo>
                    <a:pt x="37585" y="8960"/>
                    <a:pt x="37585" y="8234"/>
                    <a:pt x="37542" y="7467"/>
                  </a:cubicBezTo>
                  <a:cubicBezTo>
                    <a:pt x="37457" y="6315"/>
                    <a:pt x="37116" y="5163"/>
                    <a:pt x="36561" y="4139"/>
                  </a:cubicBezTo>
                  <a:cubicBezTo>
                    <a:pt x="36092" y="3158"/>
                    <a:pt x="35537" y="2177"/>
                    <a:pt x="34983" y="1238"/>
                  </a:cubicBezTo>
                  <a:cubicBezTo>
                    <a:pt x="34684" y="811"/>
                    <a:pt x="34428" y="385"/>
                    <a:pt x="34172" y="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7"/>
            <p:cNvSpPr/>
            <p:nvPr/>
          </p:nvSpPr>
          <p:spPr>
            <a:xfrm>
              <a:off x="3514061" y="4183889"/>
              <a:ext cx="774801" cy="379952"/>
            </a:xfrm>
            <a:custGeom>
              <a:avLst/>
              <a:gdLst/>
              <a:ahLst/>
              <a:cxnLst/>
              <a:rect l="l" t="t" r="r" b="b"/>
              <a:pathLst>
                <a:path w="36690" h="18889" extrusionOk="0">
                  <a:moveTo>
                    <a:pt x="36689" y="1"/>
                  </a:moveTo>
                  <a:lnTo>
                    <a:pt x="36689" y="1"/>
                  </a:lnTo>
                  <a:cubicBezTo>
                    <a:pt x="36604" y="683"/>
                    <a:pt x="36476" y="1323"/>
                    <a:pt x="36391" y="1963"/>
                  </a:cubicBezTo>
                  <a:cubicBezTo>
                    <a:pt x="36092" y="3499"/>
                    <a:pt x="35623" y="4907"/>
                    <a:pt x="35324" y="6442"/>
                  </a:cubicBezTo>
                  <a:cubicBezTo>
                    <a:pt x="34983" y="8106"/>
                    <a:pt x="34513" y="9770"/>
                    <a:pt x="34002" y="11391"/>
                  </a:cubicBezTo>
                  <a:cubicBezTo>
                    <a:pt x="33703" y="12458"/>
                    <a:pt x="33148" y="13481"/>
                    <a:pt x="32423" y="14377"/>
                  </a:cubicBezTo>
                  <a:cubicBezTo>
                    <a:pt x="31527" y="15273"/>
                    <a:pt x="30333" y="15785"/>
                    <a:pt x="29096" y="15785"/>
                  </a:cubicBezTo>
                  <a:cubicBezTo>
                    <a:pt x="27816" y="15785"/>
                    <a:pt x="26536" y="15998"/>
                    <a:pt x="25213" y="16041"/>
                  </a:cubicBezTo>
                  <a:cubicBezTo>
                    <a:pt x="24747" y="16048"/>
                    <a:pt x="24281" y="16051"/>
                    <a:pt x="23815" y="16051"/>
                  </a:cubicBezTo>
                  <a:cubicBezTo>
                    <a:pt x="21337" y="16051"/>
                    <a:pt x="18853" y="15951"/>
                    <a:pt x="16340" y="15700"/>
                  </a:cubicBezTo>
                  <a:cubicBezTo>
                    <a:pt x="12330" y="15401"/>
                    <a:pt x="8320" y="15103"/>
                    <a:pt x="4352" y="14377"/>
                  </a:cubicBezTo>
                  <a:cubicBezTo>
                    <a:pt x="3542" y="14335"/>
                    <a:pt x="2817" y="14036"/>
                    <a:pt x="2177" y="13567"/>
                  </a:cubicBezTo>
                  <a:cubicBezTo>
                    <a:pt x="1835" y="13183"/>
                    <a:pt x="1579" y="12756"/>
                    <a:pt x="1366" y="12244"/>
                  </a:cubicBezTo>
                  <a:cubicBezTo>
                    <a:pt x="1110" y="11604"/>
                    <a:pt x="811" y="10965"/>
                    <a:pt x="556" y="10282"/>
                  </a:cubicBezTo>
                  <a:cubicBezTo>
                    <a:pt x="342" y="9813"/>
                    <a:pt x="129" y="9301"/>
                    <a:pt x="1" y="8746"/>
                  </a:cubicBezTo>
                  <a:lnTo>
                    <a:pt x="1" y="8746"/>
                  </a:lnTo>
                  <a:cubicBezTo>
                    <a:pt x="1" y="9045"/>
                    <a:pt x="44" y="9343"/>
                    <a:pt x="44" y="9599"/>
                  </a:cubicBezTo>
                  <a:cubicBezTo>
                    <a:pt x="257" y="11519"/>
                    <a:pt x="598" y="13567"/>
                    <a:pt x="1878" y="15060"/>
                  </a:cubicBezTo>
                  <a:cubicBezTo>
                    <a:pt x="3200" y="16510"/>
                    <a:pt x="5334" y="17108"/>
                    <a:pt x="7296" y="17534"/>
                  </a:cubicBezTo>
                  <a:cubicBezTo>
                    <a:pt x="7339" y="17534"/>
                    <a:pt x="7381" y="17534"/>
                    <a:pt x="7424" y="17577"/>
                  </a:cubicBezTo>
                  <a:lnTo>
                    <a:pt x="7595" y="17577"/>
                  </a:lnTo>
                  <a:cubicBezTo>
                    <a:pt x="8064" y="17662"/>
                    <a:pt x="8533" y="17748"/>
                    <a:pt x="9002" y="17833"/>
                  </a:cubicBezTo>
                  <a:cubicBezTo>
                    <a:pt x="10367" y="18089"/>
                    <a:pt x="11733" y="18302"/>
                    <a:pt x="13098" y="18473"/>
                  </a:cubicBezTo>
                  <a:cubicBezTo>
                    <a:pt x="16028" y="18745"/>
                    <a:pt x="19002" y="18888"/>
                    <a:pt x="21973" y="18888"/>
                  </a:cubicBezTo>
                  <a:cubicBezTo>
                    <a:pt x="23197" y="18888"/>
                    <a:pt x="24420" y="18864"/>
                    <a:pt x="25640" y="18814"/>
                  </a:cubicBezTo>
                  <a:cubicBezTo>
                    <a:pt x="27560" y="18771"/>
                    <a:pt x="29522" y="18729"/>
                    <a:pt x="31399" y="18089"/>
                  </a:cubicBezTo>
                  <a:cubicBezTo>
                    <a:pt x="32252" y="17790"/>
                    <a:pt x="33020" y="17364"/>
                    <a:pt x="33703" y="16766"/>
                  </a:cubicBezTo>
                  <a:cubicBezTo>
                    <a:pt x="34428" y="16126"/>
                    <a:pt x="34983" y="15273"/>
                    <a:pt x="35281" y="14335"/>
                  </a:cubicBezTo>
                  <a:cubicBezTo>
                    <a:pt x="35580" y="13354"/>
                    <a:pt x="35793" y="12287"/>
                    <a:pt x="35879" y="11263"/>
                  </a:cubicBezTo>
                  <a:cubicBezTo>
                    <a:pt x="36007" y="10026"/>
                    <a:pt x="36135" y="8789"/>
                    <a:pt x="36220" y="7552"/>
                  </a:cubicBezTo>
                  <a:cubicBezTo>
                    <a:pt x="36433" y="5035"/>
                    <a:pt x="36561" y="2518"/>
                    <a:pt x="36689" y="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7"/>
            <p:cNvSpPr/>
            <p:nvPr/>
          </p:nvSpPr>
          <p:spPr>
            <a:xfrm>
              <a:off x="3499141" y="3736310"/>
              <a:ext cx="792793" cy="827531"/>
            </a:xfrm>
            <a:custGeom>
              <a:avLst/>
              <a:gdLst/>
              <a:ahLst/>
              <a:cxnLst/>
              <a:rect l="l" t="t" r="r" b="b"/>
              <a:pathLst>
                <a:path w="37542" h="41140" extrusionOk="0">
                  <a:moveTo>
                    <a:pt x="21852" y="0"/>
                  </a:moveTo>
                  <a:cubicBezTo>
                    <a:pt x="19733" y="0"/>
                    <a:pt x="17614" y="65"/>
                    <a:pt x="15486" y="196"/>
                  </a:cubicBezTo>
                  <a:cubicBezTo>
                    <a:pt x="13097" y="324"/>
                    <a:pt x="10666" y="580"/>
                    <a:pt x="8319" y="964"/>
                  </a:cubicBezTo>
                  <a:cubicBezTo>
                    <a:pt x="7125" y="1177"/>
                    <a:pt x="5930" y="1391"/>
                    <a:pt x="4736" y="1646"/>
                  </a:cubicBezTo>
                  <a:cubicBezTo>
                    <a:pt x="4138" y="1774"/>
                    <a:pt x="3584" y="1902"/>
                    <a:pt x="2987" y="2030"/>
                  </a:cubicBezTo>
                  <a:cubicBezTo>
                    <a:pt x="2517" y="2116"/>
                    <a:pt x="2048" y="2286"/>
                    <a:pt x="1664" y="2542"/>
                  </a:cubicBezTo>
                  <a:cubicBezTo>
                    <a:pt x="1280" y="2884"/>
                    <a:pt x="1280" y="3481"/>
                    <a:pt x="1195" y="3950"/>
                  </a:cubicBezTo>
                  <a:cubicBezTo>
                    <a:pt x="1110" y="4590"/>
                    <a:pt x="1067" y="5230"/>
                    <a:pt x="982" y="5827"/>
                  </a:cubicBezTo>
                  <a:cubicBezTo>
                    <a:pt x="811" y="7064"/>
                    <a:pt x="726" y="8302"/>
                    <a:pt x="598" y="9581"/>
                  </a:cubicBezTo>
                  <a:cubicBezTo>
                    <a:pt x="384" y="12056"/>
                    <a:pt x="256" y="14573"/>
                    <a:pt x="171" y="17047"/>
                  </a:cubicBezTo>
                  <a:cubicBezTo>
                    <a:pt x="0" y="21996"/>
                    <a:pt x="171" y="26944"/>
                    <a:pt x="598" y="31850"/>
                  </a:cubicBezTo>
                  <a:cubicBezTo>
                    <a:pt x="811" y="33770"/>
                    <a:pt x="1152" y="35818"/>
                    <a:pt x="2475" y="37311"/>
                  </a:cubicBezTo>
                  <a:cubicBezTo>
                    <a:pt x="3797" y="38847"/>
                    <a:pt x="5930" y="39359"/>
                    <a:pt x="7850" y="39785"/>
                  </a:cubicBezTo>
                  <a:cubicBezTo>
                    <a:pt x="7893" y="39785"/>
                    <a:pt x="7935" y="39828"/>
                    <a:pt x="7978" y="39828"/>
                  </a:cubicBezTo>
                  <a:lnTo>
                    <a:pt x="8149" y="39828"/>
                  </a:lnTo>
                  <a:cubicBezTo>
                    <a:pt x="8618" y="39913"/>
                    <a:pt x="9087" y="40041"/>
                    <a:pt x="9556" y="40127"/>
                  </a:cubicBezTo>
                  <a:cubicBezTo>
                    <a:pt x="10921" y="40383"/>
                    <a:pt x="12287" y="40553"/>
                    <a:pt x="13652" y="40724"/>
                  </a:cubicBezTo>
                  <a:cubicBezTo>
                    <a:pt x="16582" y="40996"/>
                    <a:pt x="19556" y="41139"/>
                    <a:pt x="22527" y="41139"/>
                  </a:cubicBezTo>
                  <a:cubicBezTo>
                    <a:pt x="23751" y="41139"/>
                    <a:pt x="24974" y="41115"/>
                    <a:pt x="26194" y="41065"/>
                  </a:cubicBezTo>
                  <a:cubicBezTo>
                    <a:pt x="28114" y="41022"/>
                    <a:pt x="30076" y="40980"/>
                    <a:pt x="31953" y="40297"/>
                  </a:cubicBezTo>
                  <a:cubicBezTo>
                    <a:pt x="32764" y="40041"/>
                    <a:pt x="33574" y="39615"/>
                    <a:pt x="34214" y="39017"/>
                  </a:cubicBezTo>
                  <a:cubicBezTo>
                    <a:pt x="34982" y="38377"/>
                    <a:pt x="35494" y="37524"/>
                    <a:pt x="35835" y="36586"/>
                  </a:cubicBezTo>
                  <a:cubicBezTo>
                    <a:pt x="36134" y="35605"/>
                    <a:pt x="36347" y="34538"/>
                    <a:pt x="36433" y="33514"/>
                  </a:cubicBezTo>
                  <a:cubicBezTo>
                    <a:pt x="36561" y="32277"/>
                    <a:pt x="36646" y="31040"/>
                    <a:pt x="36774" y="29803"/>
                  </a:cubicBezTo>
                  <a:cubicBezTo>
                    <a:pt x="36945" y="27286"/>
                    <a:pt x="37115" y="24769"/>
                    <a:pt x="37243" y="22252"/>
                  </a:cubicBezTo>
                  <a:cubicBezTo>
                    <a:pt x="37456" y="17218"/>
                    <a:pt x="37542" y="12184"/>
                    <a:pt x="37456" y="7150"/>
                  </a:cubicBezTo>
                  <a:cubicBezTo>
                    <a:pt x="37456" y="6126"/>
                    <a:pt x="37414" y="5059"/>
                    <a:pt x="37286" y="4035"/>
                  </a:cubicBezTo>
                  <a:cubicBezTo>
                    <a:pt x="37200" y="3182"/>
                    <a:pt x="36859" y="2372"/>
                    <a:pt x="36305" y="1689"/>
                  </a:cubicBezTo>
                  <a:cubicBezTo>
                    <a:pt x="35579" y="921"/>
                    <a:pt x="34556" y="708"/>
                    <a:pt x="33574" y="623"/>
                  </a:cubicBezTo>
                  <a:cubicBezTo>
                    <a:pt x="32380" y="495"/>
                    <a:pt x="31228" y="409"/>
                    <a:pt x="30033" y="324"/>
                  </a:cubicBezTo>
                  <a:cubicBezTo>
                    <a:pt x="27298" y="108"/>
                    <a:pt x="24576" y="0"/>
                    <a:pt x="21852" y="0"/>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0" name="Google Shape;2410;p37"/>
            <p:cNvSpPr/>
            <p:nvPr/>
          </p:nvSpPr>
          <p:spPr>
            <a:xfrm>
              <a:off x="3486145" y="3721040"/>
              <a:ext cx="904505" cy="911169"/>
            </a:xfrm>
            <a:custGeom>
              <a:avLst/>
              <a:gdLst/>
              <a:ahLst/>
              <a:cxnLst/>
              <a:rect l="l" t="t" r="r" b="b"/>
              <a:pathLst>
                <a:path w="42832" h="45298" extrusionOk="0">
                  <a:moveTo>
                    <a:pt x="22620" y="760"/>
                  </a:moveTo>
                  <a:cubicBezTo>
                    <a:pt x="25344" y="760"/>
                    <a:pt x="28066" y="868"/>
                    <a:pt x="30801" y="1084"/>
                  </a:cubicBezTo>
                  <a:cubicBezTo>
                    <a:pt x="31996" y="1169"/>
                    <a:pt x="33148" y="1255"/>
                    <a:pt x="34342" y="1383"/>
                  </a:cubicBezTo>
                  <a:cubicBezTo>
                    <a:pt x="35324" y="1468"/>
                    <a:pt x="36347" y="1681"/>
                    <a:pt x="37073" y="2449"/>
                  </a:cubicBezTo>
                  <a:cubicBezTo>
                    <a:pt x="37627" y="3132"/>
                    <a:pt x="37968" y="3942"/>
                    <a:pt x="38054" y="4795"/>
                  </a:cubicBezTo>
                  <a:cubicBezTo>
                    <a:pt x="38182" y="5819"/>
                    <a:pt x="38224" y="6886"/>
                    <a:pt x="38224" y="7910"/>
                  </a:cubicBezTo>
                  <a:cubicBezTo>
                    <a:pt x="38310" y="12944"/>
                    <a:pt x="38224" y="17978"/>
                    <a:pt x="38011" y="23012"/>
                  </a:cubicBezTo>
                  <a:cubicBezTo>
                    <a:pt x="37883" y="25529"/>
                    <a:pt x="37713" y="28046"/>
                    <a:pt x="37542" y="30563"/>
                  </a:cubicBezTo>
                  <a:cubicBezTo>
                    <a:pt x="37414" y="31800"/>
                    <a:pt x="37329" y="33037"/>
                    <a:pt x="37201" y="34274"/>
                  </a:cubicBezTo>
                  <a:cubicBezTo>
                    <a:pt x="37115" y="35298"/>
                    <a:pt x="36902" y="36365"/>
                    <a:pt x="36603" y="37346"/>
                  </a:cubicBezTo>
                  <a:cubicBezTo>
                    <a:pt x="36262" y="38284"/>
                    <a:pt x="35750" y="39137"/>
                    <a:pt x="34982" y="39777"/>
                  </a:cubicBezTo>
                  <a:cubicBezTo>
                    <a:pt x="34342" y="40375"/>
                    <a:pt x="33532" y="40801"/>
                    <a:pt x="32721" y="41057"/>
                  </a:cubicBezTo>
                  <a:cubicBezTo>
                    <a:pt x="30844" y="41740"/>
                    <a:pt x="28882" y="41782"/>
                    <a:pt x="26962" y="41825"/>
                  </a:cubicBezTo>
                  <a:cubicBezTo>
                    <a:pt x="25742" y="41875"/>
                    <a:pt x="24519" y="41899"/>
                    <a:pt x="23295" y="41899"/>
                  </a:cubicBezTo>
                  <a:cubicBezTo>
                    <a:pt x="20324" y="41899"/>
                    <a:pt x="17350" y="41756"/>
                    <a:pt x="14420" y="41484"/>
                  </a:cubicBezTo>
                  <a:cubicBezTo>
                    <a:pt x="13055" y="41313"/>
                    <a:pt x="11689" y="41143"/>
                    <a:pt x="10324" y="40887"/>
                  </a:cubicBezTo>
                  <a:cubicBezTo>
                    <a:pt x="9855" y="40801"/>
                    <a:pt x="9386" y="40673"/>
                    <a:pt x="8917" y="40588"/>
                  </a:cubicBezTo>
                  <a:lnTo>
                    <a:pt x="8746" y="40588"/>
                  </a:lnTo>
                  <a:cubicBezTo>
                    <a:pt x="8703" y="40588"/>
                    <a:pt x="8661" y="40545"/>
                    <a:pt x="8618" y="40545"/>
                  </a:cubicBezTo>
                  <a:cubicBezTo>
                    <a:pt x="6698" y="40119"/>
                    <a:pt x="4565" y="39607"/>
                    <a:pt x="3243" y="38071"/>
                  </a:cubicBezTo>
                  <a:cubicBezTo>
                    <a:pt x="1920" y="36578"/>
                    <a:pt x="1579" y="34530"/>
                    <a:pt x="1366" y="32610"/>
                  </a:cubicBezTo>
                  <a:cubicBezTo>
                    <a:pt x="939" y="27704"/>
                    <a:pt x="768" y="22756"/>
                    <a:pt x="939" y="17807"/>
                  </a:cubicBezTo>
                  <a:cubicBezTo>
                    <a:pt x="1024" y="15333"/>
                    <a:pt x="1152" y="12816"/>
                    <a:pt x="1366" y="10341"/>
                  </a:cubicBezTo>
                  <a:cubicBezTo>
                    <a:pt x="1494" y="9062"/>
                    <a:pt x="1579" y="7824"/>
                    <a:pt x="1750" y="6587"/>
                  </a:cubicBezTo>
                  <a:cubicBezTo>
                    <a:pt x="1835" y="5990"/>
                    <a:pt x="1878" y="5350"/>
                    <a:pt x="1963" y="4710"/>
                  </a:cubicBezTo>
                  <a:cubicBezTo>
                    <a:pt x="2048" y="4241"/>
                    <a:pt x="2048" y="3644"/>
                    <a:pt x="2432" y="3302"/>
                  </a:cubicBezTo>
                  <a:cubicBezTo>
                    <a:pt x="2816" y="3046"/>
                    <a:pt x="3285" y="2876"/>
                    <a:pt x="3755" y="2790"/>
                  </a:cubicBezTo>
                  <a:cubicBezTo>
                    <a:pt x="4352" y="2662"/>
                    <a:pt x="4906" y="2534"/>
                    <a:pt x="5504" y="2406"/>
                  </a:cubicBezTo>
                  <a:cubicBezTo>
                    <a:pt x="6698" y="2151"/>
                    <a:pt x="7893" y="1937"/>
                    <a:pt x="9087" y="1724"/>
                  </a:cubicBezTo>
                  <a:cubicBezTo>
                    <a:pt x="11434" y="1340"/>
                    <a:pt x="13865" y="1084"/>
                    <a:pt x="16254" y="956"/>
                  </a:cubicBezTo>
                  <a:cubicBezTo>
                    <a:pt x="18382" y="825"/>
                    <a:pt x="20501" y="760"/>
                    <a:pt x="22620" y="760"/>
                  </a:cubicBezTo>
                  <a:close/>
                  <a:moveTo>
                    <a:pt x="36509" y="40134"/>
                  </a:moveTo>
                  <a:cubicBezTo>
                    <a:pt x="36397" y="40134"/>
                    <a:pt x="36291" y="40233"/>
                    <a:pt x="36390" y="40332"/>
                  </a:cubicBezTo>
                  <a:cubicBezTo>
                    <a:pt x="36689" y="40759"/>
                    <a:pt x="36945" y="41143"/>
                    <a:pt x="37243" y="41569"/>
                  </a:cubicBezTo>
                  <a:lnTo>
                    <a:pt x="37627" y="42166"/>
                  </a:lnTo>
                  <a:cubicBezTo>
                    <a:pt x="37670" y="42252"/>
                    <a:pt x="37713" y="42294"/>
                    <a:pt x="37755" y="42337"/>
                  </a:cubicBezTo>
                  <a:cubicBezTo>
                    <a:pt x="37798" y="42380"/>
                    <a:pt x="37883" y="42422"/>
                    <a:pt x="37926" y="42465"/>
                  </a:cubicBezTo>
                  <a:cubicBezTo>
                    <a:pt x="38011" y="42550"/>
                    <a:pt x="38096" y="42636"/>
                    <a:pt x="38182" y="42721"/>
                  </a:cubicBezTo>
                  <a:cubicBezTo>
                    <a:pt x="38197" y="42729"/>
                    <a:pt x="38212" y="42732"/>
                    <a:pt x="38224" y="42732"/>
                  </a:cubicBezTo>
                  <a:cubicBezTo>
                    <a:pt x="38281" y="42732"/>
                    <a:pt x="38310" y="42663"/>
                    <a:pt x="38310" y="42593"/>
                  </a:cubicBezTo>
                  <a:cubicBezTo>
                    <a:pt x="38310" y="42508"/>
                    <a:pt x="38267" y="42380"/>
                    <a:pt x="38182" y="42252"/>
                  </a:cubicBezTo>
                  <a:cubicBezTo>
                    <a:pt x="38182" y="42124"/>
                    <a:pt x="38096" y="41996"/>
                    <a:pt x="38054" y="41910"/>
                  </a:cubicBezTo>
                  <a:cubicBezTo>
                    <a:pt x="37883" y="41740"/>
                    <a:pt x="37755" y="41526"/>
                    <a:pt x="37585" y="41313"/>
                  </a:cubicBezTo>
                  <a:cubicBezTo>
                    <a:pt x="37243" y="40929"/>
                    <a:pt x="36945" y="40545"/>
                    <a:pt x="36603" y="40161"/>
                  </a:cubicBezTo>
                  <a:cubicBezTo>
                    <a:pt x="36575" y="40142"/>
                    <a:pt x="36541" y="40134"/>
                    <a:pt x="36509" y="40134"/>
                  </a:cubicBezTo>
                  <a:close/>
                  <a:moveTo>
                    <a:pt x="33400" y="42966"/>
                  </a:moveTo>
                  <a:cubicBezTo>
                    <a:pt x="33334" y="42966"/>
                    <a:pt x="33284" y="43035"/>
                    <a:pt x="33318" y="43105"/>
                  </a:cubicBezTo>
                  <a:cubicBezTo>
                    <a:pt x="33489" y="43276"/>
                    <a:pt x="33702" y="43489"/>
                    <a:pt x="33873" y="43702"/>
                  </a:cubicBezTo>
                  <a:cubicBezTo>
                    <a:pt x="33916" y="43830"/>
                    <a:pt x="34001" y="43915"/>
                    <a:pt x="34086" y="44043"/>
                  </a:cubicBezTo>
                  <a:cubicBezTo>
                    <a:pt x="34172" y="44129"/>
                    <a:pt x="34172" y="44171"/>
                    <a:pt x="34214" y="44214"/>
                  </a:cubicBezTo>
                  <a:cubicBezTo>
                    <a:pt x="34214" y="44257"/>
                    <a:pt x="34257" y="44342"/>
                    <a:pt x="34300" y="44385"/>
                  </a:cubicBezTo>
                  <a:cubicBezTo>
                    <a:pt x="34325" y="44435"/>
                    <a:pt x="34364" y="44455"/>
                    <a:pt x="34401" y="44455"/>
                  </a:cubicBezTo>
                  <a:cubicBezTo>
                    <a:pt x="34428" y="44455"/>
                    <a:pt x="34453" y="44445"/>
                    <a:pt x="34470" y="44427"/>
                  </a:cubicBezTo>
                  <a:cubicBezTo>
                    <a:pt x="34556" y="44385"/>
                    <a:pt x="34556" y="44299"/>
                    <a:pt x="34556" y="44257"/>
                  </a:cubicBezTo>
                  <a:cubicBezTo>
                    <a:pt x="34513" y="44171"/>
                    <a:pt x="34470" y="44129"/>
                    <a:pt x="34385" y="44086"/>
                  </a:cubicBezTo>
                  <a:lnTo>
                    <a:pt x="34257" y="43915"/>
                  </a:lnTo>
                  <a:cubicBezTo>
                    <a:pt x="34172" y="43787"/>
                    <a:pt x="34086" y="43702"/>
                    <a:pt x="34001" y="43574"/>
                  </a:cubicBezTo>
                  <a:cubicBezTo>
                    <a:pt x="33830" y="43361"/>
                    <a:pt x="33617" y="43190"/>
                    <a:pt x="33446" y="42977"/>
                  </a:cubicBezTo>
                  <a:cubicBezTo>
                    <a:pt x="33431" y="42969"/>
                    <a:pt x="33415" y="42966"/>
                    <a:pt x="33400" y="42966"/>
                  </a:cubicBezTo>
                  <a:close/>
                  <a:moveTo>
                    <a:pt x="38694" y="4113"/>
                  </a:moveTo>
                  <a:cubicBezTo>
                    <a:pt x="38950" y="4540"/>
                    <a:pt x="39206" y="4966"/>
                    <a:pt x="39504" y="5350"/>
                  </a:cubicBezTo>
                  <a:cubicBezTo>
                    <a:pt x="39974" y="6161"/>
                    <a:pt x="40443" y="7014"/>
                    <a:pt x="40869" y="7867"/>
                  </a:cubicBezTo>
                  <a:cubicBezTo>
                    <a:pt x="40784" y="7739"/>
                    <a:pt x="40656" y="7654"/>
                    <a:pt x="40571" y="7526"/>
                  </a:cubicBezTo>
                  <a:cubicBezTo>
                    <a:pt x="40230" y="7184"/>
                    <a:pt x="39931" y="6801"/>
                    <a:pt x="39590" y="6417"/>
                  </a:cubicBezTo>
                  <a:cubicBezTo>
                    <a:pt x="39580" y="6397"/>
                    <a:pt x="39563" y="6388"/>
                    <a:pt x="39544" y="6388"/>
                  </a:cubicBezTo>
                  <a:cubicBezTo>
                    <a:pt x="39481" y="6388"/>
                    <a:pt x="39396" y="6479"/>
                    <a:pt x="39462" y="6545"/>
                  </a:cubicBezTo>
                  <a:cubicBezTo>
                    <a:pt x="39760" y="6971"/>
                    <a:pt x="40059" y="7355"/>
                    <a:pt x="40357" y="7739"/>
                  </a:cubicBezTo>
                  <a:cubicBezTo>
                    <a:pt x="40528" y="7910"/>
                    <a:pt x="40699" y="8080"/>
                    <a:pt x="40869" y="8294"/>
                  </a:cubicBezTo>
                  <a:cubicBezTo>
                    <a:pt x="40997" y="8464"/>
                    <a:pt x="41125" y="8635"/>
                    <a:pt x="41296" y="8763"/>
                  </a:cubicBezTo>
                  <a:cubicBezTo>
                    <a:pt x="41467" y="9147"/>
                    <a:pt x="41595" y="9531"/>
                    <a:pt x="41723" y="9915"/>
                  </a:cubicBezTo>
                  <a:lnTo>
                    <a:pt x="41253" y="9403"/>
                  </a:lnTo>
                  <a:cubicBezTo>
                    <a:pt x="40869" y="8976"/>
                    <a:pt x="40443" y="8550"/>
                    <a:pt x="40059" y="8080"/>
                  </a:cubicBezTo>
                  <a:cubicBezTo>
                    <a:pt x="40040" y="8061"/>
                    <a:pt x="40016" y="8053"/>
                    <a:pt x="39992" y="8053"/>
                  </a:cubicBezTo>
                  <a:cubicBezTo>
                    <a:pt x="39910" y="8053"/>
                    <a:pt x="39822" y="8152"/>
                    <a:pt x="39888" y="8251"/>
                  </a:cubicBezTo>
                  <a:lnTo>
                    <a:pt x="40997" y="9616"/>
                  </a:lnTo>
                  <a:lnTo>
                    <a:pt x="41552" y="10299"/>
                  </a:lnTo>
                  <a:cubicBezTo>
                    <a:pt x="41680" y="10469"/>
                    <a:pt x="41808" y="10640"/>
                    <a:pt x="41936" y="10853"/>
                  </a:cubicBezTo>
                  <a:cubicBezTo>
                    <a:pt x="42021" y="11109"/>
                    <a:pt x="42021" y="11365"/>
                    <a:pt x="42064" y="11621"/>
                  </a:cubicBezTo>
                  <a:cubicBezTo>
                    <a:pt x="42064" y="11664"/>
                    <a:pt x="42064" y="11664"/>
                    <a:pt x="42064" y="11664"/>
                  </a:cubicBezTo>
                  <a:cubicBezTo>
                    <a:pt x="41552" y="11237"/>
                    <a:pt x="41083" y="10768"/>
                    <a:pt x="40656" y="10299"/>
                  </a:cubicBezTo>
                  <a:cubicBezTo>
                    <a:pt x="40624" y="10267"/>
                    <a:pt x="40592" y="10253"/>
                    <a:pt x="40563" y="10253"/>
                  </a:cubicBezTo>
                  <a:cubicBezTo>
                    <a:pt x="40477" y="10253"/>
                    <a:pt x="40421" y="10373"/>
                    <a:pt x="40485" y="10469"/>
                  </a:cubicBezTo>
                  <a:cubicBezTo>
                    <a:pt x="40997" y="11109"/>
                    <a:pt x="41509" y="11707"/>
                    <a:pt x="42064" y="12261"/>
                  </a:cubicBezTo>
                  <a:lnTo>
                    <a:pt x="42064" y="13882"/>
                  </a:lnTo>
                  <a:lnTo>
                    <a:pt x="42064" y="13968"/>
                  </a:lnTo>
                  <a:lnTo>
                    <a:pt x="41637" y="13584"/>
                  </a:lnTo>
                  <a:cubicBezTo>
                    <a:pt x="41296" y="13200"/>
                    <a:pt x="40912" y="12858"/>
                    <a:pt x="40528" y="12517"/>
                  </a:cubicBezTo>
                  <a:cubicBezTo>
                    <a:pt x="40496" y="12485"/>
                    <a:pt x="40459" y="12472"/>
                    <a:pt x="40423" y="12472"/>
                  </a:cubicBezTo>
                  <a:cubicBezTo>
                    <a:pt x="40315" y="12472"/>
                    <a:pt x="40219" y="12592"/>
                    <a:pt x="40315" y="12688"/>
                  </a:cubicBezTo>
                  <a:cubicBezTo>
                    <a:pt x="40699" y="13072"/>
                    <a:pt x="41040" y="13456"/>
                    <a:pt x="41381" y="13840"/>
                  </a:cubicBezTo>
                  <a:cubicBezTo>
                    <a:pt x="41637" y="14096"/>
                    <a:pt x="41851" y="14437"/>
                    <a:pt x="42107" y="14693"/>
                  </a:cubicBezTo>
                  <a:lnTo>
                    <a:pt x="42107" y="15717"/>
                  </a:lnTo>
                  <a:lnTo>
                    <a:pt x="42021" y="15674"/>
                  </a:lnTo>
                  <a:lnTo>
                    <a:pt x="41637" y="15333"/>
                  </a:lnTo>
                  <a:cubicBezTo>
                    <a:pt x="41381" y="15077"/>
                    <a:pt x="41125" y="14863"/>
                    <a:pt x="40869" y="14607"/>
                  </a:cubicBezTo>
                  <a:cubicBezTo>
                    <a:pt x="40842" y="14580"/>
                    <a:pt x="40808" y="14568"/>
                    <a:pt x="40774" y="14568"/>
                  </a:cubicBezTo>
                  <a:cubicBezTo>
                    <a:pt x="40650" y="14568"/>
                    <a:pt x="40522" y="14721"/>
                    <a:pt x="40656" y="14821"/>
                  </a:cubicBezTo>
                  <a:cubicBezTo>
                    <a:pt x="40912" y="15077"/>
                    <a:pt x="41125" y="15333"/>
                    <a:pt x="41381" y="15589"/>
                  </a:cubicBezTo>
                  <a:lnTo>
                    <a:pt x="41723" y="15930"/>
                  </a:lnTo>
                  <a:lnTo>
                    <a:pt x="41893" y="16143"/>
                  </a:lnTo>
                  <a:cubicBezTo>
                    <a:pt x="41936" y="16186"/>
                    <a:pt x="42021" y="16271"/>
                    <a:pt x="42064" y="16314"/>
                  </a:cubicBezTo>
                  <a:lnTo>
                    <a:pt x="42064" y="16655"/>
                  </a:lnTo>
                  <a:lnTo>
                    <a:pt x="41723" y="16399"/>
                  </a:lnTo>
                  <a:cubicBezTo>
                    <a:pt x="41424" y="16101"/>
                    <a:pt x="41125" y="15845"/>
                    <a:pt x="40827" y="15589"/>
                  </a:cubicBezTo>
                  <a:cubicBezTo>
                    <a:pt x="40807" y="15569"/>
                    <a:pt x="40785" y="15561"/>
                    <a:pt x="40764" y="15561"/>
                  </a:cubicBezTo>
                  <a:cubicBezTo>
                    <a:pt x="40693" y="15561"/>
                    <a:pt x="40633" y="15651"/>
                    <a:pt x="40699" y="15717"/>
                  </a:cubicBezTo>
                  <a:cubicBezTo>
                    <a:pt x="40955" y="16015"/>
                    <a:pt x="41253" y="16314"/>
                    <a:pt x="41509" y="16570"/>
                  </a:cubicBezTo>
                  <a:lnTo>
                    <a:pt x="41893" y="16996"/>
                  </a:lnTo>
                  <a:lnTo>
                    <a:pt x="42064" y="17210"/>
                  </a:lnTo>
                  <a:lnTo>
                    <a:pt x="42064" y="18276"/>
                  </a:lnTo>
                  <a:lnTo>
                    <a:pt x="41637" y="17850"/>
                  </a:lnTo>
                  <a:cubicBezTo>
                    <a:pt x="41339" y="17551"/>
                    <a:pt x="41040" y="17295"/>
                    <a:pt x="40741" y="16954"/>
                  </a:cubicBezTo>
                  <a:cubicBezTo>
                    <a:pt x="40722" y="16935"/>
                    <a:pt x="40701" y="16926"/>
                    <a:pt x="40680" y="16926"/>
                  </a:cubicBezTo>
                  <a:cubicBezTo>
                    <a:pt x="40609" y="16926"/>
                    <a:pt x="40547" y="17025"/>
                    <a:pt x="40613" y="17124"/>
                  </a:cubicBezTo>
                  <a:cubicBezTo>
                    <a:pt x="40869" y="17423"/>
                    <a:pt x="41125" y="17764"/>
                    <a:pt x="41424" y="18063"/>
                  </a:cubicBezTo>
                  <a:cubicBezTo>
                    <a:pt x="41637" y="18319"/>
                    <a:pt x="41851" y="18532"/>
                    <a:pt x="42064" y="18788"/>
                  </a:cubicBezTo>
                  <a:cubicBezTo>
                    <a:pt x="42064" y="19300"/>
                    <a:pt x="42021" y="19812"/>
                    <a:pt x="41979" y="20324"/>
                  </a:cubicBezTo>
                  <a:lnTo>
                    <a:pt x="41552" y="19897"/>
                  </a:lnTo>
                  <a:lnTo>
                    <a:pt x="40443" y="18831"/>
                  </a:lnTo>
                  <a:cubicBezTo>
                    <a:pt x="40415" y="18803"/>
                    <a:pt x="40383" y="18791"/>
                    <a:pt x="40352" y="18791"/>
                  </a:cubicBezTo>
                  <a:cubicBezTo>
                    <a:pt x="40238" y="18791"/>
                    <a:pt x="40129" y="18944"/>
                    <a:pt x="40230" y="19044"/>
                  </a:cubicBezTo>
                  <a:lnTo>
                    <a:pt x="41296" y="20196"/>
                  </a:lnTo>
                  <a:lnTo>
                    <a:pt x="41765" y="20708"/>
                  </a:lnTo>
                  <a:lnTo>
                    <a:pt x="41936" y="20921"/>
                  </a:lnTo>
                  <a:cubicBezTo>
                    <a:pt x="41936" y="21220"/>
                    <a:pt x="41936" y="21476"/>
                    <a:pt x="41893" y="21775"/>
                  </a:cubicBezTo>
                  <a:lnTo>
                    <a:pt x="41424" y="21391"/>
                  </a:lnTo>
                  <a:cubicBezTo>
                    <a:pt x="41083" y="21092"/>
                    <a:pt x="40699" y="20836"/>
                    <a:pt x="40357" y="20537"/>
                  </a:cubicBezTo>
                  <a:cubicBezTo>
                    <a:pt x="40346" y="20531"/>
                    <a:pt x="40334" y="20529"/>
                    <a:pt x="40322" y="20529"/>
                  </a:cubicBezTo>
                  <a:cubicBezTo>
                    <a:pt x="40252" y="20529"/>
                    <a:pt x="40199" y="20629"/>
                    <a:pt x="40272" y="20665"/>
                  </a:cubicBezTo>
                  <a:cubicBezTo>
                    <a:pt x="40613" y="20964"/>
                    <a:pt x="40955" y="21263"/>
                    <a:pt x="41253" y="21561"/>
                  </a:cubicBezTo>
                  <a:cubicBezTo>
                    <a:pt x="41424" y="21732"/>
                    <a:pt x="41595" y="21860"/>
                    <a:pt x="41723" y="22030"/>
                  </a:cubicBezTo>
                  <a:cubicBezTo>
                    <a:pt x="41765" y="22116"/>
                    <a:pt x="41808" y="22158"/>
                    <a:pt x="41893" y="22201"/>
                  </a:cubicBezTo>
                  <a:cubicBezTo>
                    <a:pt x="41893" y="22414"/>
                    <a:pt x="41893" y="22585"/>
                    <a:pt x="41851" y="22756"/>
                  </a:cubicBezTo>
                  <a:cubicBezTo>
                    <a:pt x="41723" y="22628"/>
                    <a:pt x="41595" y="22500"/>
                    <a:pt x="41424" y="22414"/>
                  </a:cubicBezTo>
                  <a:cubicBezTo>
                    <a:pt x="41125" y="22201"/>
                    <a:pt x="40827" y="21988"/>
                    <a:pt x="40485" y="21817"/>
                  </a:cubicBezTo>
                  <a:cubicBezTo>
                    <a:pt x="40462" y="21805"/>
                    <a:pt x="40439" y="21800"/>
                    <a:pt x="40417" y="21800"/>
                  </a:cubicBezTo>
                  <a:cubicBezTo>
                    <a:pt x="40285" y="21800"/>
                    <a:pt x="40211" y="22000"/>
                    <a:pt x="40357" y="22073"/>
                  </a:cubicBezTo>
                  <a:cubicBezTo>
                    <a:pt x="40656" y="22244"/>
                    <a:pt x="40955" y="22457"/>
                    <a:pt x="41211" y="22713"/>
                  </a:cubicBezTo>
                  <a:cubicBezTo>
                    <a:pt x="41424" y="22884"/>
                    <a:pt x="41637" y="23097"/>
                    <a:pt x="41808" y="23310"/>
                  </a:cubicBezTo>
                  <a:cubicBezTo>
                    <a:pt x="41808" y="23524"/>
                    <a:pt x="41765" y="23780"/>
                    <a:pt x="41765" y="23993"/>
                  </a:cubicBezTo>
                  <a:lnTo>
                    <a:pt x="41339" y="23652"/>
                  </a:lnTo>
                  <a:cubicBezTo>
                    <a:pt x="41040" y="23438"/>
                    <a:pt x="40784" y="23225"/>
                    <a:pt x="40485" y="22969"/>
                  </a:cubicBezTo>
                  <a:cubicBezTo>
                    <a:pt x="40458" y="22941"/>
                    <a:pt x="40426" y="22930"/>
                    <a:pt x="40395" y="22930"/>
                  </a:cubicBezTo>
                  <a:cubicBezTo>
                    <a:pt x="40283" y="22930"/>
                    <a:pt x="40181" y="23082"/>
                    <a:pt x="40315" y="23182"/>
                  </a:cubicBezTo>
                  <a:cubicBezTo>
                    <a:pt x="40571" y="23438"/>
                    <a:pt x="40827" y="23694"/>
                    <a:pt x="41083" y="23950"/>
                  </a:cubicBezTo>
                  <a:lnTo>
                    <a:pt x="41509" y="24291"/>
                  </a:lnTo>
                  <a:lnTo>
                    <a:pt x="41723" y="24505"/>
                  </a:lnTo>
                  <a:lnTo>
                    <a:pt x="41637" y="25571"/>
                  </a:lnTo>
                  <a:lnTo>
                    <a:pt x="41339" y="25315"/>
                  </a:lnTo>
                  <a:cubicBezTo>
                    <a:pt x="41040" y="25059"/>
                    <a:pt x="40741" y="24803"/>
                    <a:pt x="40443" y="24590"/>
                  </a:cubicBezTo>
                  <a:cubicBezTo>
                    <a:pt x="40421" y="24547"/>
                    <a:pt x="40389" y="24526"/>
                    <a:pt x="40352" y="24526"/>
                  </a:cubicBezTo>
                  <a:cubicBezTo>
                    <a:pt x="40315" y="24526"/>
                    <a:pt x="40272" y="24547"/>
                    <a:pt x="40230" y="24590"/>
                  </a:cubicBezTo>
                  <a:cubicBezTo>
                    <a:pt x="40187" y="24633"/>
                    <a:pt x="40187" y="24718"/>
                    <a:pt x="40230" y="24803"/>
                  </a:cubicBezTo>
                  <a:cubicBezTo>
                    <a:pt x="40528" y="25059"/>
                    <a:pt x="40784" y="25315"/>
                    <a:pt x="41083" y="25571"/>
                  </a:cubicBezTo>
                  <a:cubicBezTo>
                    <a:pt x="41211" y="25742"/>
                    <a:pt x="41339" y="25870"/>
                    <a:pt x="41467" y="25998"/>
                  </a:cubicBezTo>
                  <a:cubicBezTo>
                    <a:pt x="41509" y="26041"/>
                    <a:pt x="41552" y="26083"/>
                    <a:pt x="41595" y="26126"/>
                  </a:cubicBezTo>
                  <a:cubicBezTo>
                    <a:pt x="41595" y="26339"/>
                    <a:pt x="41552" y="26553"/>
                    <a:pt x="41509" y="26723"/>
                  </a:cubicBezTo>
                  <a:lnTo>
                    <a:pt x="41253" y="26553"/>
                  </a:lnTo>
                  <a:cubicBezTo>
                    <a:pt x="40997" y="26339"/>
                    <a:pt x="40741" y="26126"/>
                    <a:pt x="40528" y="25913"/>
                  </a:cubicBezTo>
                  <a:cubicBezTo>
                    <a:pt x="40484" y="25868"/>
                    <a:pt x="40437" y="25850"/>
                    <a:pt x="40393" y="25850"/>
                  </a:cubicBezTo>
                  <a:cubicBezTo>
                    <a:pt x="40270" y="25850"/>
                    <a:pt x="40177" y="26000"/>
                    <a:pt x="40272" y="26126"/>
                  </a:cubicBezTo>
                  <a:cubicBezTo>
                    <a:pt x="40528" y="26339"/>
                    <a:pt x="40784" y="26595"/>
                    <a:pt x="40997" y="26808"/>
                  </a:cubicBezTo>
                  <a:lnTo>
                    <a:pt x="41381" y="27150"/>
                  </a:lnTo>
                  <a:lnTo>
                    <a:pt x="41467" y="27235"/>
                  </a:lnTo>
                  <a:cubicBezTo>
                    <a:pt x="41467" y="27576"/>
                    <a:pt x="41424" y="27918"/>
                    <a:pt x="41381" y="28302"/>
                  </a:cubicBezTo>
                  <a:cubicBezTo>
                    <a:pt x="41253" y="28216"/>
                    <a:pt x="41125" y="28088"/>
                    <a:pt x="40997" y="28003"/>
                  </a:cubicBezTo>
                  <a:lnTo>
                    <a:pt x="40272" y="27491"/>
                  </a:lnTo>
                  <a:cubicBezTo>
                    <a:pt x="40247" y="27466"/>
                    <a:pt x="40221" y="27456"/>
                    <a:pt x="40195" y="27456"/>
                  </a:cubicBezTo>
                  <a:cubicBezTo>
                    <a:pt x="40089" y="27456"/>
                    <a:pt x="39998" y="27636"/>
                    <a:pt x="40102" y="27704"/>
                  </a:cubicBezTo>
                  <a:cubicBezTo>
                    <a:pt x="40357" y="27918"/>
                    <a:pt x="40571" y="28088"/>
                    <a:pt x="40784" y="28302"/>
                  </a:cubicBezTo>
                  <a:cubicBezTo>
                    <a:pt x="40912" y="28387"/>
                    <a:pt x="41040" y="28472"/>
                    <a:pt x="41125" y="28600"/>
                  </a:cubicBezTo>
                  <a:lnTo>
                    <a:pt x="41339" y="28771"/>
                  </a:lnTo>
                  <a:lnTo>
                    <a:pt x="41253" y="29581"/>
                  </a:lnTo>
                  <a:cubicBezTo>
                    <a:pt x="41040" y="29368"/>
                    <a:pt x="40784" y="29197"/>
                    <a:pt x="40485" y="29070"/>
                  </a:cubicBezTo>
                  <a:cubicBezTo>
                    <a:pt x="40460" y="29057"/>
                    <a:pt x="40436" y="29052"/>
                    <a:pt x="40412" y="29052"/>
                  </a:cubicBezTo>
                  <a:cubicBezTo>
                    <a:pt x="40354" y="29052"/>
                    <a:pt x="40302" y="29082"/>
                    <a:pt x="40272" y="29112"/>
                  </a:cubicBezTo>
                  <a:cubicBezTo>
                    <a:pt x="40230" y="29197"/>
                    <a:pt x="40230" y="29283"/>
                    <a:pt x="40315" y="29368"/>
                  </a:cubicBezTo>
                  <a:cubicBezTo>
                    <a:pt x="40443" y="29411"/>
                    <a:pt x="40528" y="29453"/>
                    <a:pt x="40613" y="29496"/>
                  </a:cubicBezTo>
                  <a:lnTo>
                    <a:pt x="40741" y="29624"/>
                  </a:lnTo>
                  <a:lnTo>
                    <a:pt x="40784" y="29624"/>
                  </a:lnTo>
                  <a:lnTo>
                    <a:pt x="40827" y="29667"/>
                  </a:lnTo>
                  <a:cubicBezTo>
                    <a:pt x="40912" y="29752"/>
                    <a:pt x="40997" y="29837"/>
                    <a:pt x="41040" y="29923"/>
                  </a:cubicBezTo>
                  <a:lnTo>
                    <a:pt x="41083" y="29965"/>
                  </a:lnTo>
                  <a:lnTo>
                    <a:pt x="41083" y="30008"/>
                  </a:lnTo>
                  <a:lnTo>
                    <a:pt x="41168" y="30093"/>
                  </a:lnTo>
                  <a:lnTo>
                    <a:pt x="41168" y="30221"/>
                  </a:lnTo>
                  <a:lnTo>
                    <a:pt x="41083" y="30819"/>
                  </a:lnTo>
                  <a:lnTo>
                    <a:pt x="40230" y="29965"/>
                  </a:lnTo>
                  <a:cubicBezTo>
                    <a:pt x="40213" y="29949"/>
                    <a:pt x="40195" y="29942"/>
                    <a:pt x="40178" y="29942"/>
                  </a:cubicBezTo>
                  <a:cubicBezTo>
                    <a:pt x="40103" y="29942"/>
                    <a:pt x="40033" y="30067"/>
                    <a:pt x="40102" y="30136"/>
                  </a:cubicBezTo>
                  <a:cubicBezTo>
                    <a:pt x="40400" y="30520"/>
                    <a:pt x="40741" y="30904"/>
                    <a:pt x="41040" y="31288"/>
                  </a:cubicBezTo>
                  <a:lnTo>
                    <a:pt x="40912" y="32397"/>
                  </a:lnTo>
                  <a:lnTo>
                    <a:pt x="40613" y="32056"/>
                  </a:lnTo>
                  <a:cubicBezTo>
                    <a:pt x="40400" y="31842"/>
                    <a:pt x="40187" y="31629"/>
                    <a:pt x="39931" y="31416"/>
                  </a:cubicBezTo>
                  <a:cubicBezTo>
                    <a:pt x="39907" y="31380"/>
                    <a:pt x="39872" y="31364"/>
                    <a:pt x="39837" y="31364"/>
                  </a:cubicBezTo>
                  <a:cubicBezTo>
                    <a:pt x="39749" y="31364"/>
                    <a:pt x="39656" y="31464"/>
                    <a:pt x="39718" y="31586"/>
                  </a:cubicBezTo>
                  <a:cubicBezTo>
                    <a:pt x="39931" y="31800"/>
                    <a:pt x="40144" y="32056"/>
                    <a:pt x="40357" y="32312"/>
                  </a:cubicBezTo>
                  <a:lnTo>
                    <a:pt x="40656" y="32653"/>
                  </a:lnTo>
                  <a:cubicBezTo>
                    <a:pt x="40699" y="32696"/>
                    <a:pt x="40784" y="32781"/>
                    <a:pt x="40827" y="32824"/>
                  </a:cubicBezTo>
                  <a:lnTo>
                    <a:pt x="40869" y="32909"/>
                  </a:lnTo>
                  <a:cubicBezTo>
                    <a:pt x="40869" y="33080"/>
                    <a:pt x="40827" y="33250"/>
                    <a:pt x="40827" y="33421"/>
                  </a:cubicBezTo>
                  <a:lnTo>
                    <a:pt x="40571" y="33250"/>
                  </a:lnTo>
                  <a:cubicBezTo>
                    <a:pt x="40357" y="33080"/>
                    <a:pt x="40102" y="32909"/>
                    <a:pt x="39888" y="32696"/>
                  </a:cubicBezTo>
                  <a:cubicBezTo>
                    <a:pt x="39872" y="32679"/>
                    <a:pt x="39853" y="32672"/>
                    <a:pt x="39833" y="32672"/>
                  </a:cubicBezTo>
                  <a:cubicBezTo>
                    <a:pt x="39749" y="32672"/>
                    <a:pt x="39657" y="32797"/>
                    <a:pt x="39760" y="32866"/>
                  </a:cubicBezTo>
                  <a:cubicBezTo>
                    <a:pt x="39931" y="33080"/>
                    <a:pt x="40144" y="33293"/>
                    <a:pt x="40357" y="33464"/>
                  </a:cubicBezTo>
                  <a:lnTo>
                    <a:pt x="40656" y="33762"/>
                  </a:lnTo>
                  <a:lnTo>
                    <a:pt x="40741" y="33848"/>
                  </a:lnTo>
                  <a:cubicBezTo>
                    <a:pt x="40741" y="34061"/>
                    <a:pt x="40699" y="34274"/>
                    <a:pt x="40699" y="34487"/>
                  </a:cubicBezTo>
                  <a:cubicBezTo>
                    <a:pt x="40571" y="34359"/>
                    <a:pt x="40485" y="34274"/>
                    <a:pt x="40357" y="34146"/>
                  </a:cubicBezTo>
                  <a:cubicBezTo>
                    <a:pt x="40144" y="33933"/>
                    <a:pt x="39974" y="33677"/>
                    <a:pt x="39760" y="33464"/>
                  </a:cubicBezTo>
                  <a:cubicBezTo>
                    <a:pt x="39739" y="33421"/>
                    <a:pt x="39696" y="33400"/>
                    <a:pt x="39654" y="33400"/>
                  </a:cubicBezTo>
                  <a:cubicBezTo>
                    <a:pt x="39611" y="33400"/>
                    <a:pt x="39568" y="33421"/>
                    <a:pt x="39547" y="33464"/>
                  </a:cubicBezTo>
                  <a:cubicBezTo>
                    <a:pt x="39462" y="33506"/>
                    <a:pt x="39462" y="33592"/>
                    <a:pt x="39547" y="33677"/>
                  </a:cubicBezTo>
                  <a:cubicBezTo>
                    <a:pt x="39718" y="33933"/>
                    <a:pt x="39931" y="34146"/>
                    <a:pt x="40144" y="34402"/>
                  </a:cubicBezTo>
                  <a:cubicBezTo>
                    <a:pt x="40230" y="34487"/>
                    <a:pt x="40357" y="34615"/>
                    <a:pt x="40443" y="34743"/>
                  </a:cubicBezTo>
                  <a:cubicBezTo>
                    <a:pt x="40528" y="34829"/>
                    <a:pt x="40571" y="34829"/>
                    <a:pt x="40613" y="34914"/>
                  </a:cubicBezTo>
                  <a:lnTo>
                    <a:pt x="40656" y="34957"/>
                  </a:lnTo>
                  <a:cubicBezTo>
                    <a:pt x="40613" y="35255"/>
                    <a:pt x="40571" y="35554"/>
                    <a:pt x="40528" y="35853"/>
                  </a:cubicBezTo>
                  <a:lnTo>
                    <a:pt x="40443" y="35767"/>
                  </a:lnTo>
                  <a:lnTo>
                    <a:pt x="39974" y="35341"/>
                  </a:lnTo>
                  <a:lnTo>
                    <a:pt x="39120" y="34487"/>
                  </a:lnTo>
                  <a:cubicBezTo>
                    <a:pt x="39099" y="34455"/>
                    <a:pt x="39070" y="34442"/>
                    <a:pt x="39040" y="34442"/>
                  </a:cubicBezTo>
                  <a:cubicBezTo>
                    <a:pt x="38950" y="34442"/>
                    <a:pt x="38854" y="34562"/>
                    <a:pt x="38950" y="34658"/>
                  </a:cubicBezTo>
                  <a:cubicBezTo>
                    <a:pt x="39206" y="34957"/>
                    <a:pt x="39462" y="35255"/>
                    <a:pt x="39760" y="35554"/>
                  </a:cubicBezTo>
                  <a:cubicBezTo>
                    <a:pt x="39888" y="35725"/>
                    <a:pt x="40016" y="35853"/>
                    <a:pt x="40144" y="36023"/>
                  </a:cubicBezTo>
                  <a:cubicBezTo>
                    <a:pt x="40230" y="36151"/>
                    <a:pt x="40357" y="36279"/>
                    <a:pt x="40485" y="36407"/>
                  </a:cubicBezTo>
                  <a:cubicBezTo>
                    <a:pt x="40485" y="36578"/>
                    <a:pt x="40443" y="36791"/>
                    <a:pt x="40400" y="36962"/>
                  </a:cubicBezTo>
                  <a:cubicBezTo>
                    <a:pt x="40102" y="36620"/>
                    <a:pt x="39760" y="36322"/>
                    <a:pt x="39504" y="35981"/>
                  </a:cubicBezTo>
                  <a:cubicBezTo>
                    <a:pt x="39462" y="35938"/>
                    <a:pt x="39419" y="35917"/>
                    <a:pt x="39382" y="35917"/>
                  </a:cubicBezTo>
                  <a:cubicBezTo>
                    <a:pt x="39344" y="35917"/>
                    <a:pt x="39312" y="35938"/>
                    <a:pt x="39291" y="35981"/>
                  </a:cubicBezTo>
                  <a:cubicBezTo>
                    <a:pt x="39248" y="36023"/>
                    <a:pt x="39248" y="36109"/>
                    <a:pt x="39291" y="36151"/>
                  </a:cubicBezTo>
                  <a:cubicBezTo>
                    <a:pt x="39632" y="36578"/>
                    <a:pt x="40016" y="37004"/>
                    <a:pt x="40357" y="37388"/>
                  </a:cubicBezTo>
                  <a:cubicBezTo>
                    <a:pt x="40315" y="37644"/>
                    <a:pt x="40315" y="37858"/>
                    <a:pt x="40272" y="38114"/>
                  </a:cubicBezTo>
                  <a:lnTo>
                    <a:pt x="39931" y="37772"/>
                  </a:lnTo>
                  <a:cubicBezTo>
                    <a:pt x="39675" y="37516"/>
                    <a:pt x="39462" y="37303"/>
                    <a:pt x="39206" y="37047"/>
                  </a:cubicBezTo>
                  <a:cubicBezTo>
                    <a:pt x="39174" y="37015"/>
                    <a:pt x="39142" y="37002"/>
                    <a:pt x="39113" y="37002"/>
                  </a:cubicBezTo>
                  <a:cubicBezTo>
                    <a:pt x="39027" y="37002"/>
                    <a:pt x="38971" y="37122"/>
                    <a:pt x="39035" y="37218"/>
                  </a:cubicBezTo>
                  <a:cubicBezTo>
                    <a:pt x="39291" y="37474"/>
                    <a:pt x="39504" y="37730"/>
                    <a:pt x="39718" y="37986"/>
                  </a:cubicBezTo>
                  <a:lnTo>
                    <a:pt x="40016" y="38370"/>
                  </a:lnTo>
                  <a:cubicBezTo>
                    <a:pt x="40102" y="38412"/>
                    <a:pt x="40144" y="38498"/>
                    <a:pt x="40187" y="38583"/>
                  </a:cubicBezTo>
                  <a:cubicBezTo>
                    <a:pt x="40187" y="38754"/>
                    <a:pt x="40144" y="38967"/>
                    <a:pt x="40102" y="39137"/>
                  </a:cubicBezTo>
                  <a:lnTo>
                    <a:pt x="40102" y="39180"/>
                  </a:lnTo>
                  <a:cubicBezTo>
                    <a:pt x="40016" y="39009"/>
                    <a:pt x="39888" y="38881"/>
                    <a:pt x="39760" y="38754"/>
                  </a:cubicBezTo>
                  <a:cubicBezTo>
                    <a:pt x="39504" y="38455"/>
                    <a:pt x="39248" y="38199"/>
                    <a:pt x="38950" y="37986"/>
                  </a:cubicBezTo>
                  <a:cubicBezTo>
                    <a:pt x="38938" y="37980"/>
                    <a:pt x="38926" y="37977"/>
                    <a:pt x="38914" y="37977"/>
                  </a:cubicBezTo>
                  <a:cubicBezTo>
                    <a:pt x="38844" y="37977"/>
                    <a:pt x="38791" y="38077"/>
                    <a:pt x="38864" y="38114"/>
                  </a:cubicBezTo>
                  <a:cubicBezTo>
                    <a:pt x="39120" y="38327"/>
                    <a:pt x="39376" y="38583"/>
                    <a:pt x="39547" y="38881"/>
                  </a:cubicBezTo>
                  <a:cubicBezTo>
                    <a:pt x="39675" y="39009"/>
                    <a:pt x="39760" y="39137"/>
                    <a:pt x="39846" y="39308"/>
                  </a:cubicBezTo>
                  <a:lnTo>
                    <a:pt x="40016" y="39607"/>
                  </a:lnTo>
                  <a:cubicBezTo>
                    <a:pt x="39974" y="39863"/>
                    <a:pt x="39931" y="40076"/>
                    <a:pt x="39888" y="40289"/>
                  </a:cubicBezTo>
                  <a:cubicBezTo>
                    <a:pt x="39718" y="40119"/>
                    <a:pt x="39547" y="39948"/>
                    <a:pt x="39376" y="39777"/>
                  </a:cubicBezTo>
                  <a:cubicBezTo>
                    <a:pt x="39120" y="39479"/>
                    <a:pt x="38864" y="39223"/>
                    <a:pt x="38651" y="38967"/>
                  </a:cubicBezTo>
                  <a:cubicBezTo>
                    <a:pt x="38626" y="38942"/>
                    <a:pt x="38597" y="38931"/>
                    <a:pt x="38572" y="38931"/>
                  </a:cubicBezTo>
                  <a:cubicBezTo>
                    <a:pt x="38509" y="38931"/>
                    <a:pt x="38463" y="38992"/>
                    <a:pt x="38523" y="39052"/>
                  </a:cubicBezTo>
                  <a:lnTo>
                    <a:pt x="39206" y="39948"/>
                  </a:lnTo>
                  <a:cubicBezTo>
                    <a:pt x="39376" y="40204"/>
                    <a:pt x="39590" y="40417"/>
                    <a:pt x="39760" y="40673"/>
                  </a:cubicBezTo>
                  <a:cubicBezTo>
                    <a:pt x="39718" y="40844"/>
                    <a:pt x="39675" y="41015"/>
                    <a:pt x="39590" y="41143"/>
                  </a:cubicBezTo>
                  <a:lnTo>
                    <a:pt x="39547" y="41057"/>
                  </a:lnTo>
                  <a:lnTo>
                    <a:pt x="39376" y="40887"/>
                  </a:lnTo>
                  <a:lnTo>
                    <a:pt x="39078" y="40503"/>
                  </a:lnTo>
                  <a:lnTo>
                    <a:pt x="38480" y="39777"/>
                  </a:lnTo>
                  <a:cubicBezTo>
                    <a:pt x="38459" y="39745"/>
                    <a:pt x="38428" y="39731"/>
                    <a:pt x="38397" y="39731"/>
                  </a:cubicBezTo>
                  <a:cubicBezTo>
                    <a:pt x="38305" y="39731"/>
                    <a:pt x="38204" y="39842"/>
                    <a:pt x="38267" y="39905"/>
                  </a:cubicBezTo>
                  <a:lnTo>
                    <a:pt x="38864" y="40673"/>
                  </a:lnTo>
                  <a:cubicBezTo>
                    <a:pt x="38950" y="40801"/>
                    <a:pt x="39035" y="40929"/>
                    <a:pt x="39120" y="41057"/>
                  </a:cubicBezTo>
                  <a:lnTo>
                    <a:pt x="39248" y="41271"/>
                  </a:lnTo>
                  <a:cubicBezTo>
                    <a:pt x="39334" y="41356"/>
                    <a:pt x="39376" y="41398"/>
                    <a:pt x="39419" y="41484"/>
                  </a:cubicBezTo>
                  <a:lnTo>
                    <a:pt x="39462" y="41484"/>
                  </a:lnTo>
                  <a:cubicBezTo>
                    <a:pt x="39376" y="41654"/>
                    <a:pt x="39291" y="41825"/>
                    <a:pt x="39206" y="41996"/>
                  </a:cubicBezTo>
                  <a:cubicBezTo>
                    <a:pt x="39078" y="41868"/>
                    <a:pt x="38992" y="41697"/>
                    <a:pt x="38907" y="41569"/>
                  </a:cubicBezTo>
                  <a:cubicBezTo>
                    <a:pt x="38894" y="41518"/>
                    <a:pt x="38858" y="41497"/>
                    <a:pt x="38818" y="41497"/>
                  </a:cubicBezTo>
                  <a:cubicBezTo>
                    <a:pt x="38723" y="41497"/>
                    <a:pt x="38604" y="41608"/>
                    <a:pt x="38694" y="41697"/>
                  </a:cubicBezTo>
                  <a:lnTo>
                    <a:pt x="39035" y="42252"/>
                  </a:lnTo>
                  <a:cubicBezTo>
                    <a:pt x="38950" y="42337"/>
                    <a:pt x="38907" y="42422"/>
                    <a:pt x="38864" y="42465"/>
                  </a:cubicBezTo>
                  <a:cubicBezTo>
                    <a:pt x="38480" y="42977"/>
                    <a:pt x="38011" y="43361"/>
                    <a:pt x="37499" y="43660"/>
                  </a:cubicBezTo>
                  <a:cubicBezTo>
                    <a:pt x="37499" y="43617"/>
                    <a:pt x="37457" y="43574"/>
                    <a:pt x="37414" y="43532"/>
                  </a:cubicBezTo>
                  <a:cubicBezTo>
                    <a:pt x="37414" y="43489"/>
                    <a:pt x="37329" y="43446"/>
                    <a:pt x="37286" y="43404"/>
                  </a:cubicBezTo>
                  <a:cubicBezTo>
                    <a:pt x="37158" y="43276"/>
                    <a:pt x="37030" y="43148"/>
                    <a:pt x="36902" y="43020"/>
                  </a:cubicBezTo>
                  <a:lnTo>
                    <a:pt x="36518" y="42593"/>
                  </a:lnTo>
                  <a:lnTo>
                    <a:pt x="35707" y="41697"/>
                  </a:lnTo>
                  <a:cubicBezTo>
                    <a:pt x="35698" y="41677"/>
                    <a:pt x="35683" y="41669"/>
                    <a:pt x="35667" y="41669"/>
                  </a:cubicBezTo>
                  <a:cubicBezTo>
                    <a:pt x="35615" y="41669"/>
                    <a:pt x="35547" y="41760"/>
                    <a:pt x="35579" y="41825"/>
                  </a:cubicBezTo>
                  <a:lnTo>
                    <a:pt x="36433" y="42892"/>
                  </a:lnTo>
                  <a:lnTo>
                    <a:pt x="36859" y="43404"/>
                  </a:lnTo>
                  <a:cubicBezTo>
                    <a:pt x="36902" y="43489"/>
                    <a:pt x="36987" y="43574"/>
                    <a:pt x="37030" y="43660"/>
                  </a:cubicBezTo>
                  <a:cubicBezTo>
                    <a:pt x="37030" y="43745"/>
                    <a:pt x="37073" y="43787"/>
                    <a:pt x="37115" y="43830"/>
                  </a:cubicBezTo>
                  <a:lnTo>
                    <a:pt x="37158" y="43873"/>
                  </a:lnTo>
                  <a:cubicBezTo>
                    <a:pt x="36817" y="44001"/>
                    <a:pt x="36433" y="44171"/>
                    <a:pt x="36049" y="44257"/>
                  </a:cubicBezTo>
                  <a:lnTo>
                    <a:pt x="36049" y="44214"/>
                  </a:lnTo>
                  <a:cubicBezTo>
                    <a:pt x="35963" y="44086"/>
                    <a:pt x="35878" y="43915"/>
                    <a:pt x="35750" y="43787"/>
                  </a:cubicBezTo>
                  <a:lnTo>
                    <a:pt x="35409" y="43404"/>
                  </a:lnTo>
                  <a:cubicBezTo>
                    <a:pt x="35196" y="43148"/>
                    <a:pt x="34940" y="42892"/>
                    <a:pt x="34726" y="42636"/>
                  </a:cubicBezTo>
                  <a:cubicBezTo>
                    <a:pt x="34706" y="42616"/>
                    <a:pt x="34684" y="42608"/>
                    <a:pt x="34663" y="42608"/>
                  </a:cubicBezTo>
                  <a:cubicBezTo>
                    <a:pt x="34593" y="42608"/>
                    <a:pt x="34533" y="42698"/>
                    <a:pt x="34598" y="42764"/>
                  </a:cubicBezTo>
                  <a:cubicBezTo>
                    <a:pt x="34812" y="43020"/>
                    <a:pt x="35025" y="43318"/>
                    <a:pt x="35196" y="43574"/>
                  </a:cubicBezTo>
                  <a:cubicBezTo>
                    <a:pt x="35324" y="43702"/>
                    <a:pt x="35409" y="43830"/>
                    <a:pt x="35494" y="44001"/>
                  </a:cubicBezTo>
                  <a:cubicBezTo>
                    <a:pt x="35579" y="44086"/>
                    <a:pt x="35665" y="44214"/>
                    <a:pt x="35750" y="44342"/>
                  </a:cubicBezTo>
                  <a:cubicBezTo>
                    <a:pt x="35196" y="44427"/>
                    <a:pt x="34598" y="44513"/>
                    <a:pt x="34001" y="44555"/>
                  </a:cubicBezTo>
                  <a:cubicBezTo>
                    <a:pt x="33702" y="44214"/>
                    <a:pt x="33404" y="43873"/>
                    <a:pt x="33105" y="43532"/>
                  </a:cubicBezTo>
                  <a:cubicBezTo>
                    <a:pt x="33084" y="43510"/>
                    <a:pt x="33063" y="43500"/>
                    <a:pt x="33041" y="43500"/>
                  </a:cubicBezTo>
                  <a:cubicBezTo>
                    <a:pt x="33020" y="43500"/>
                    <a:pt x="32999" y="43510"/>
                    <a:pt x="32977" y="43532"/>
                  </a:cubicBezTo>
                  <a:cubicBezTo>
                    <a:pt x="32935" y="43574"/>
                    <a:pt x="32935" y="43617"/>
                    <a:pt x="32977" y="43660"/>
                  </a:cubicBezTo>
                  <a:lnTo>
                    <a:pt x="33660" y="44598"/>
                  </a:lnTo>
                  <a:lnTo>
                    <a:pt x="32508" y="44598"/>
                  </a:lnTo>
                  <a:cubicBezTo>
                    <a:pt x="32423" y="44470"/>
                    <a:pt x="32295" y="44342"/>
                    <a:pt x="32167" y="44214"/>
                  </a:cubicBezTo>
                  <a:lnTo>
                    <a:pt x="31868" y="43873"/>
                  </a:lnTo>
                  <a:cubicBezTo>
                    <a:pt x="31655" y="43660"/>
                    <a:pt x="31441" y="43404"/>
                    <a:pt x="31228" y="43190"/>
                  </a:cubicBezTo>
                  <a:cubicBezTo>
                    <a:pt x="31207" y="43148"/>
                    <a:pt x="31175" y="43126"/>
                    <a:pt x="31143" y="43126"/>
                  </a:cubicBezTo>
                  <a:cubicBezTo>
                    <a:pt x="31111" y="43126"/>
                    <a:pt x="31079" y="43148"/>
                    <a:pt x="31057" y="43190"/>
                  </a:cubicBezTo>
                  <a:cubicBezTo>
                    <a:pt x="30972" y="43233"/>
                    <a:pt x="30972" y="43318"/>
                    <a:pt x="31057" y="43361"/>
                  </a:cubicBezTo>
                  <a:cubicBezTo>
                    <a:pt x="31228" y="43617"/>
                    <a:pt x="31441" y="43830"/>
                    <a:pt x="31612" y="44086"/>
                  </a:cubicBezTo>
                  <a:lnTo>
                    <a:pt x="31868" y="44427"/>
                  </a:lnTo>
                  <a:lnTo>
                    <a:pt x="31996" y="44598"/>
                  </a:lnTo>
                  <a:lnTo>
                    <a:pt x="31185" y="44598"/>
                  </a:lnTo>
                  <a:lnTo>
                    <a:pt x="31185" y="44555"/>
                  </a:lnTo>
                  <a:lnTo>
                    <a:pt x="30332" y="43532"/>
                  </a:lnTo>
                  <a:cubicBezTo>
                    <a:pt x="30314" y="43504"/>
                    <a:pt x="30289" y="43492"/>
                    <a:pt x="30263" y="43492"/>
                  </a:cubicBezTo>
                  <a:cubicBezTo>
                    <a:pt x="30170" y="43492"/>
                    <a:pt x="30061" y="43645"/>
                    <a:pt x="30162" y="43745"/>
                  </a:cubicBezTo>
                  <a:lnTo>
                    <a:pt x="30844" y="44598"/>
                  </a:lnTo>
                  <a:lnTo>
                    <a:pt x="30290" y="44598"/>
                  </a:lnTo>
                  <a:lnTo>
                    <a:pt x="30162" y="44385"/>
                  </a:lnTo>
                  <a:lnTo>
                    <a:pt x="29906" y="44043"/>
                  </a:lnTo>
                  <a:lnTo>
                    <a:pt x="29394" y="43276"/>
                  </a:lnTo>
                  <a:cubicBezTo>
                    <a:pt x="29369" y="43238"/>
                    <a:pt x="29333" y="43223"/>
                    <a:pt x="29296" y="43223"/>
                  </a:cubicBezTo>
                  <a:cubicBezTo>
                    <a:pt x="29209" y="43223"/>
                    <a:pt x="29120" y="43313"/>
                    <a:pt x="29180" y="43404"/>
                  </a:cubicBezTo>
                  <a:cubicBezTo>
                    <a:pt x="29351" y="43660"/>
                    <a:pt x="29522" y="43915"/>
                    <a:pt x="29650" y="44171"/>
                  </a:cubicBezTo>
                  <a:lnTo>
                    <a:pt x="29906" y="44555"/>
                  </a:lnTo>
                  <a:lnTo>
                    <a:pt x="29906" y="44598"/>
                  </a:lnTo>
                  <a:lnTo>
                    <a:pt x="28285" y="44555"/>
                  </a:lnTo>
                  <a:cubicBezTo>
                    <a:pt x="28327" y="44513"/>
                    <a:pt x="28285" y="44427"/>
                    <a:pt x="28242" y="44427"/>
                  </a:cubicBezTo>
                  <a:cubicBezTo>
                    <a:pt x="28157" y="44342"/>
                    <a:pt x="28114" y="44299"/>
                    <a:pt x="28029" y="44214"/>
                  </a:cubicBezTo>
                  <a:lnTo>
                    <a:pt x="27858" y="44043"/>
                  </a:lnTo>
                  <a:lnTo>
                    <a:pt x="27474" y="43617"/>
                  </a:lnTo>
                  <a:cubicBezTo>
                    <a:pt x="27453" y="43596"/>
                    <a:pt x="27421" y="43585"/>
                    <a:pt x="27389" y="43585"/>
                  </a:cubicBezTo>
                  <a:cubicBezTo>
                    <a:pt x="27357" y="43585"/>
                    <a:pt x="27325" y="43596"/>
                    <a:pt x="27303" y="43617"/>
                  </a:cubicBezTo>
                  <a:cubicBezTo>
                    <a:pt x="27303" y="43660"/>
                    <a:pt x="27303" y="43745"/>
                    <a:pt x="27303" y="43787"/>
                  </a:cubicBezTo>
                  <a:lnTo>
                    <a:pt x="27687" y="44171"/>
                  </a:lnTo>
                  <a:lnTo>
                    <a:pt x="27858" y="44385"/>
                  </a:lnTo>
                  <a:lnTo>
                    <a:pt x="27986" y="44555"/>
                  </a:lnTo>
                  <a:lnTo>
                    <a:pt x="27602" y="44555"/>
                  </a:lnTo>
                  <a:lnTo>
                    <a:pt x="26791" y="44470"/>
                  </a:lnTo>
                  <a:lnTo>
                    <a:pt x="25896" y="43532"/>
                  </a:lnTo>
                  <a:cubicBezTo>
                    <a:pt x="25879" y="43515"/>
                    <a:pt x="25860" y="43508"/>
                    <a:pt x="25840" y="43508"/>
                  </a:cubicBezTo>
                  <a:cubicBezTo>
                    <a:pt x="25754" y="43508"/>
                    <a:pt x="25656" y="43633"/>
                    <a:pt x="25725" y="43702"/>
                  </a:cubicBezTo>
                  <a:lnTo>
                    <a:pt x="26407" y="44470"/>
                  </a:lnTo>
                  <a:lnTo>
                    <a:pt x="24701" y="44385"/>
                  </a:lnTo>
                  <a:cubicBezTo>
                    <a:pt x="24616" y="44299"/>
                    <a:pt x="24488" y="44171"/>
                    <a:pt x="24402" y="44086"/>
                  </a:cubicBezTo>
                  <a:cubicBezTo>
                    <a:pt x="24274" y="43958"/>
                    <a:pt x="24189" y="43873"/>
                    <a:pt x="24061" y="43745"/>
                  </a:cubicBezTo>
                  <a:lnTo>
                    <a:pt x="23464" y="43062"/>
                  </a:lnTo>
                  <a:cubicBezTo>
                    <a:pt x="23436" y="43035"/>
                    <a:pt x="23406" y="43023"/>
                    <a:pt x="23378" y="43023"/>
                  </a:cubicBezTo>
                  <a:cubicBezTo>
                    <a:pt x="23274" y="43023"/>
                    <a:pt x="23184" y="43175"/>
                    <a:pt x="23251" y="43276"/>
                  </a:cubicBezTo>
                  <a:lnTo>
                    <a:pt x="23848" y="43958"/>
                  </a:lnTo>
                  <a:lnTo>
                    <a:pt x="24146" y="44257"/>
                  </a:lnTo>
                  <a:lnTo>
                    <a:pt x="24232" y="44385"/>
                  </a:lnTo>
                  <a:lnTo>
                    <a:pt x="24232" y="44385"/>
                  </a:lnTo>
                  <a:lnTo>
                    <a:pt x="22909" y="44299"/>
                  </a:lnTo>
                  <a:cubicBezTo>
                    <a:pt x="22696" y="44043"/>
                    <a:pt x="22440" y="43745"/>
                    <a:pt x="22227" y="43489"/>
                  </a:cubicBezTo>
                  <a:cubicBezTo>
                    <a:pt x="22207" y="43469"/>
                    <a:pt x="22185" y="43461"/>
                    <a:pt x="22163" y="43461"/>
                  </a:cubicBezTo>
                  <a:cubicBezTo>
                    <a:pt x="22093" y="43461"/>
                    <a:pt x="22033" y="43551"/>
                    <a:pt x="22099" y="43617"/>
                  </a:cubicBezTo>
                  <a:lnTo>
                    <a:pt x="22611" y="44257"/>
                  </a:lnTo>
                  <a:lnTo>
                    <a:pt x="21672" y="44214"/>
                  </a:lnTo>
                  <a:cubicBezTo>
                    <a:pt x="21416" y="43830"/>
                    <a:pt x="21160" y="43489"/>
                    <a:pt x="20862" y="43148"/>
                  </a:cubicBezTo>
                  <a:cubicBezTo>
                    <a:pt x="20837" y="43123"/>
                    <a:pt x="20808" y="43112"/>
                    <a:pt x="20781" y="43112"/>
                  </a:cubicBezTo>
                  <a:cubicBezTo>
                    <a:pt x="20716" y="43112"/>
                    <a:pt x="20661" y="43173"/>
                    <a:pt x="20691" y="43233"/>
                  </a:cubicBezTo>
                  <a:lnTo>
                    <a:pt x="21331" y="44171"/>
                  </a:lnTo>
                  <a:cubicBezTo>
                    <a:pt x="20819" y="44129"/>
                    <a:pt x="20307" y="44086"/>
                    <a:pt x="19795" y="44043"/>
                  </a:cubicBezTo>
                  <a:lnTo>
                    <a:pt x="19752" y="44001"/>
                  </a:lnTo>
                  <a:lnTo>
                    <a:pt x="19624" y="43873"/>
                  </a:lnTo>
                  <a:lnTo>
                    <a:pt x="19368" y="43617"/>
                  </a:lnTo>
                  <a:cubicBezTo>
                    <a:pt x="19198" y="43446"/>
                    <a:pt x="19027" y="43233"/>
                    <a:pt x="18856" y="43062"/>
                  </a:cubicBezTo>
                  <a:cubicBezTo>
                    <a:pt x="18814" y="43041"/>
                    <a:pt x="18782" y="43030"/>
                    <a:pt x="18755" y="43030"/>
                  </a:cubicBezTo>
                  <a:cubicBezTo>
                    <a:pt x="18728" y="43030"/>
                    <a:pt x="18707" y="43041"/>
                    <a:pt x="18686" y="43062"/>
                  </a:cubicBezTo>
                  <a:cubicBezTo>
                    <a:pt x="18643" y="43105"/>
                    <a:pt x="18643" y="43190"/>
                    <a:pt x="18686" y="43233"/>
                  </a:cubicBezTo>
                  <a:lnTo>
                    <a:pt x="19155" y="43787"/>
                  </a:lnTo>
                  <a:lnTo>
                    <a:pt x="19326" y="44001"/>
                  </a:lnTo>
                  <a:lnTo>
                    <a:pt x="18259" y="43915"/>
                  </a:lnTo>
                  <a:lnTo>
                    <a:pt x="17961" y="43873"/>
                  </a:lnTo>
                  <a:cubicBezTo>
                    <a:pt x="17790" y="43660"/>
                    <a:pt x="17619" y="43446"/>
                    <a:pt x="17449" y="43233"/>
                  </a:cubicBezTo>
                  <a:cubicBezTo>
                    <a:pt x="17427" y="43212"/>
                    <a:pt x="17406" y="43201"/>
                    <a:pt x="17385" y="43201"/>
                  </a:cubicBezTo>
                  <a:cubicBezTo>
                    <a:pt x="17363" y="43201"/>
                    <a:pt x="17342" y="43212"/>
                    <a:pt x="17321" y="43233"/>
                  </a:cubicBezTo>
                  <a:cubicBezTo>
                    <a:pt x="17278" y="43276"/>
                    <a:pt x="17278" y="43361"/>
                    <a:pt x="17321" y="43404"/>
                  </a:cubicBezTo>
                  <a:lnTo>
                    <a:pt x="17662" y="43873"/>
                  </a:lnTo>
                  <a:lnTo>
                    <a:pt x="16425" y="43702"/>
                  </a:lnTo>
                  <a:cubicBezTo>
                    <a:pt x="16339" y="43617"/>
                    <a:pt x="16254" y="43532"/>
                    <a:pt x="16169" y="43404"/>
                  </a:cubicBezTo>
                  <a:lnTo>
                    <a:pt x="15785" y="42892"/>
                  </a:lnTo>
                  <a:cubicBezTo>
                    <a:pt x="15756" y="42872"/>
                    <a:pt x="15727" y="42864"/>
                    <a:pt x="15700" y="42864"/>
                  </a:cubicBezTo>
                  <a:cubicBezTo>
                    <a:pt x="15608" y="42864"/>
                    <a:pt x="15539" y="42963"/>
                    <a:pt x="15572" y="43062"/>
                  </a:cubicBezTo>
                  <a:lnTo>
                    <a:pt x="15998" y="43574"/>
                  </a:lnTo>
                  <a:lnTo>
                    <a:pt x="16041" y="43660"/>
                  </a:lnTo>
                  <a:lnTo>
                    <a:pt x="16041" y="43660"/>
                  </a:lnTo>
                  <a:lnTo>
                    <a:pt x="14889" y="43532"/>
                  </a:lnTo>
                  <a:cubicBezTo>
                    <a:pt x="14718" y="43276"/>
                    <a:pt x="14548" y="43062"/>
                    <a:pt x="14377" y="42806"/>
                  </a:cubicBezTo>
                  <a:cubicBezTo>
                    <a:pt x="14353" y="42790"/>
                    <a:pt x="14327" y="42783"/>
                    <a:pt x="14301" y="42783"/>
                  </a:cubicBezTo>
                  <a:cubicBezTo>
                    <a:pt x="14195" y="42783"/>
                    <a:pt x="14103" y="42908"/>
                    <a:pt x="14206" y="42977"/>
                  </a:cubicBezTo>
                  <a:cubicBezTo>
                    <a:pt x="14334" y="43148"/>
                    <a:pt x="14462" y="43318"/>
                    <a:pt x="14590" y="43489"/>
                  </a:cubicBezTo>
                  <a:lnTo>
                    <a:pt x="13695" y="43404"/>
                  </a:lnTo>
                  <a:lnTo>
                    <a:pt x="12329" y="43190"/>
                  </a:lnTo>
                  <a:cubicBezTo>
                    <a:pt x="12287" y="43148"/>
                    <a:pt x="12287" y="43148"/>
                    <a:pt x="12244" y="43148"/>
                  </a:cubicBezTo>
                  <a:lnTo>
                    <a:pt x="12201" y="43105"/>
                  </a:lnTo>
                  <a:lnTo>
                    <a:pt x="12116" y="43020"/>
                  </a:lnTo>
                  <a:cubicBezTo>
                    <a:pt x="12073" y="42934"/>
                    <a:pt x="11988" y="42892"/>
                    <a:pt x="11945" y="42849"/>
                  </a:cubicBezTo>
                  <a:cubicBezTo>
                    <a:pt x="11860" y="42721"/>
                    <a:pt x="11732" y="42593"/>
                    <a:pt x="11647" y="42465"/>
                  </a:cubicBezTo>
                  <a:cubicBezTo>
                    <a:pt x="11647" y="42415"/>
                    <a:pt x="11618" y="42394"/>
                    <a:pt x="11585" y="42394"/>
                  </a:cubicBezTo>
                  <a:cubicBezTo>
                    <a:pt x="11561" y="42394"/>
                    <a:pt x="11537" y="42405"/>
                    <a:pt x="11519" y="42422"/>
                  </a:cubicBezTo>
                  <a:cubicBezTo>
                    <a:pt x="11434" y="42465"/>
                    <a:pt x="11434" y="42508"/>
                    <a:pt x="11434" y="42593"/>
                  </a:cubicBezTo>
                  <a:cubicBezTo>
                    <a:pt x="11561" y="42721"/>
                    <a:pt x="11647" y="42849"/>
                    <a:pt x="11775" y="43020"/>
                  </a:cubicBezTo>
                  <a:lnTo>
                    <a:pt x="11903" y="43148"/>
                  </a:lnTo>
                  <a:lnTo>
                    <a:pt x="11903" y="43148"/>
                  </a:lnTo>
                  <a:lnTo>
                    <a:pt x="11050" y="43020"/>
                  </a:lnTo>
                  <a:cubicBezTo>
                    <a:pt x="10836" y="42806"/>
                    <a:pt x="10666" y="42550"/>
                    <a:pt x="10495" y="42294"/>
                  </a:cubicBezTo>
                  <a:cubicBezTo>
                    <a:pt x="10470" y="42269"/>
                    <a:pt x="10441" y="42259"/>
                    <a:pt x="10415" y="42259"/>
                  </a:cubicBezTo>
                  <a:cubicBezTo>
                    <a:pt x="10353" y="42259"/>
                    <a:pt x="10307" y="42319"/>
                    <a:pt x="10367" y="42380"/>
                  </a:cubicBezTo>
                  <a:cubicBezTo>
                    <a:pt x="10452" y="42593"/>
                    <a:pt x="10580" y="42806"/>
                    <a:pt x="10751" y="42977"/>
                  </a:cubicBezTo>
                  <a:lnTo>
                    <a:pt x="9983" y="42849"/>
                  </a:lnTo>
                  <a:cubicBezTo>
                    <a:pt x="9983" y="42806"/>
                    <a:pt x="9983" y="42764"/>
                    <a:pt x="9983" y="42764"/>
                  </a:cubicBezTo>
                  <a:lnTo>
                    <a:pt x="9386" y="42038"/>
                  </a:lnTo>
                  <a:cubicBezTo>
                    <a:pt x="9361" y="41988"/>
                    <a:pt x="9336" y="41968"/>
                    <a:pt x="9302" y="41968"/>
                  </a:cubicBezTo>
                  <a:cubicBezTo>
                    <a:pt x="9279" y="41968"/>
                    <a:pt x="9250" y="41978"/>
                    <a:pt x="9215" y="41996"/>
                  </a:cubicBezTo>
                  <a:cubicBezTo>
                    <a:pt x="9172" y="42038"/>
                    <a:pt x="9130" y="42124"/>
                    <a:pt x="9172" y="42166"/>
                  </a:cubicBezTo>
                  <a:lnTo>
                    <a:pt x="9599" y="42764"/>
                  </a:lnTo>
                  <a:lnTo>
                    <a:pt x="9172" y="42721"/>
                  </a:lnTo>
                  <a:cubicBezTo>
                    <a:pt x="8917" y="42636"/>
                    <a:pt x="8661" y="42593"/>
                    <a:pt x="8405" y="42508"/>
                  </a:cubicBezTo>
                  <a:lnTo>
                    <a:pt x="8106" y="41996"/>
                  </a:lnTo>
                  <a:cubicBezTo>
                    <a:pt x="8081" y="41946"/>
                    <a:pt x="8041" y="41925"/>
                    <a:pt x="8004" y="41925"/>
                  </a:cubicBezTo>
                  <a:cubicBezTo>
                    <a:pt x="7978" y="41925"/>
                    <a:pt x="7953" y="41935"/>
                    <a:pt x="7935" y="41953"/>
                  </a:cubicBezTo>
                  <a:cubicBezTo>
                    <a:pt x="7893" y="41996"/>
                    <a:pt x="7850" y="42038"/>
                    <a:pt x="7893" y="42124"/>
                  </a:cubicBezTo>
                  <a:lnTo>
                    <a:pt x="8063" y="42422"/>
                  </a:lnTo>
                  <a:cubicBezTo>
                    <a:pt x="7850" y="42380"/>
                    <a:pt x="7679" y="42294"/>
                    <a:pt x="7466" y="42209"/>
                  </a:cubicBezTo>
                  <a:cubicBezTo>
                    <a:pt x="7295" y="41953"/>
                    <a:pt x="7082" y="41654"/>
                    <a:pt x="6954" y="41356"/>
                  </a:cubicBezTo>
                  <a:cubicBezTo>
                    <a:pt x="6930" y="41320"/>
                    <a:pt x="6892" y="41304"/>
                    <a:pt x="6852" y="41304"/>
                  </a:cubicBezTo>
                  <a:cubicBezTo>
                    <a:pt x="6751" y="41304"/>
                    <a:pt x="6637" y="41404"/>
                    <a:pt x="6698" y="41526"/>
                  </a:cubicBezTo>
                  <a:cubicBezTo>
                    <a:pt x="6783" y="41654"/>
                    <a:pt x="6869" y="41825"/>
                    <a:pt x="6997" y="41996"/>
                  </a:cubicBezTo>
                  <a:cubicBezTo>
                    <a:pt x="6613" y="41782"/>
                    <a:pt x="6229" y="41569"/>
                    <a:pt x="5930" y="41313"/>
                  </a:cubicBezTo>
                  <a:cubicBezTo>
                    <a:pt x="5418" y="40929"/>
                    <a:pt x="4949" y="40503"/>
                    <a:pt x="4522" y="40076"/>
                  </a:cubicBezTo>
                  <a:lnTo>
                    <a:pt x="4522" y="40076"/>
                  </a:lnTo>
                  <a:cubicBezTo>
                    <a:pt x="4821" y="40204"/>
                    <a:pt x="5120" y="40375"/>
                    <a:pt x="5461" y="40503"/>
                  </a:cubicBezTo>
                  <a:cubicBezTo>
                    <a:pt x="6442" y="40844"/>
                    <a:pt x="7423" y="41100"/>
                    <a:pt x="8405" y="41271"/>
                  </a:cubicBezTo>
                  <a:lnTo>
                    <a:pt x="8533" y="41271"/>
                  </a:lnTo>
                  <a:lnTo>
                    <a:pt x="8661" y="41313"/>
                  </a:lnTo>
                  <a:cubicBezTo>
                    <a:pt x="9087" y="41441"/>
                    <a:pt x="9514" y="41484"/>
                    <a:pt x="9940" y="41569"/>
                  </a:cubicBezTo>
                  <a:cubicBezTo>
                    <a:pt x="10794" y="41697"/>
                    <a:pt x="11647" y="41825"/>
                    <a:pt x="12457" y="41953"/>
                  </a:cubicBezTo>
                  <a:cubicBezTo>
                    <a:pt x="14164" y="42166"/>
                    <a:pt x="15870" y="42294"/>
                    <a:pt x="17577" y="42380"/>
                  </a:cubicBezTo>
                  <a:lnTo>
                    <a:pt x="17875" y="42380"/>
                  </a:lnTo>
                  <a:cubicBezTo>
                    <a:pt x="19795" y="42465"/>
                    <a:pt x="21715" y="42550"/>
                    <a:pt x="23634" y="42550"/>
                  </a:cubicBezTo>
                  <a:cubicBezTo>
                    <a:pt x="24914" y="42550"/>
                    <a:pt x="26194" y="42550"/>
                    <a:pt x="27474" y="42508"/>
                  </a:cubicBezTo>
                  <a:cubicBezTo>
                    <a:pt x="28455" y="42508"/>
                    <a:pt x="29479" y="42422"/>
                    <a:pt x="30460" y="42294"/>
                  </a:cubicBezTo>
                  <a:cubicBezTo>
                    <a:pt x="32295" y="42081"/>
                    <a:pt x="34257" y="41526"/>
                    <a:pt x="35622" y="40161"/>
                  </a:cubicBezTo>
                  <a:cubicBezTo>
                    <a:pt x="37243" y="38668"/>
                    <a:pt x="37627" y="36450"/>
                    <a:pt x="37841" y="34359"/>
                  </a:cubicBezTo>
                  <a:cubicBezTo>
                    <a:pt x="38139" y="31800"/>
                    <a:pt x="38310" y="29283"/>
                    <a:pt x="38480" y="26723"/>
                  </a:cubicBezTo>
                  <a:cubicBezTo>
                    <a:pt x="38864" y="21519"/>
                    <a:pt x="39035" y="16314"/>
                    <a:pt x="38992" y="11109"/>
                  </a:cubicBezTo>
                  <a:cubicBezTo>
                    <a:pt x="38992" y="9787"/>
                    <a:pt x="38992" y="8507"/>
                    <a:pt x="38950" y="7227"/>
                  </a:cubicBezTo>
                  <a:cubicBezTo>
                    <a:pt x="38950" y="6203"/>
                    <a:pt x="38864" y="5222"/>
                    <a:pt x="38694" y="4198"/>
                  </a:cubicBezTo>
                  <a:cubicBezTo>
                    <a:pt x="38694" y="4198"/>
                    <a:pt x="38694" y="4156"/>
                    <a:pt x="38694" y="4113"/>
                  </a:cubicBezTo>
                  <a:close/>
                  <a:moveTo>
                    <a:pt x="21621" y="1"/>
                  </a:moveTo>
                  <a:cubicBezTo>
                    <a:pt x="20953" y="1"/>
                    <a:pt x="20287" y="6"/>
                    <a:pt x="19624" y="17"/>
                  </a:cubicBezTo>
                  <a:cubicBezTo>
                    <a:pt x="14633" y="145"/>
                    <a:pt x="9642" y="700"/>
                    <a:pt x="4736" y="1767"/>
                  </a:cubicBezTo>
                  <a:cubicBezTo>
                    <a:pt x="4181" y="1895"/>
                    <a:pt x="3584" y="2023"/>
                    <a:pt x="3029" y="2193"/>
                  </a:cubicBezTo>
                  <a:cubicBezTo>
                    <a:pt x="2517" y="2279"/>
                    <a:pt x="2048" y="2534"/>
                    <a:pt x="1707" y="2918"/>
                  </a:cubicBezTo>
                  <a:cubicBezTo>
                    <a:pt x="1408" y="3388"/>
                    <a:pt x="1195" y="3942"/>
                    <a:pt x="1195" y="4540"/>
                  </a:cubicBezTo>
                  <a:cubicBezTo>
                    <a:pt x="1110" y="5137"/>
                    <a:pt x="1024" y="5777"/>
                    <a:pt x="939" y="6417"/>
                  </a:cubicBezTo>
                  <a:cubicBezTo>
                    <a:pt x="640" y="8976"/>
                    <a:pt x="427" y="11536"/>
                    <a:pt x="299" y="14096"/>
                  </a:cubicBezTo>
                  <a:cubicBezTo>
                    <a:pt x="0" y="19258"/>
                    <a:pt x="0" y="24419"/>
                    <a:pt x="342" y="29581"/>
                  </a:cubicBezTo>
                  <a:cubicBezTo>
                    <a:pt x="427" y="30776"/>
                    <a:pt x="470" y="31970"/>
                    <a:pt x="640" y="33165"/>
                  </a:cubicBezTo>
                  <a:cubicBezTo>
                    <a:pt x="726" y="34189"/>
                    <a:pt x="939" y="35213"/>
                    <a:pt x="1280" y="36151"/>
                  </a:cubicBezTo>
                  <a:cubicBezTo>
                    <a:pt x="1494" y="36748"/>
                    <a:pt x="1750" y="37346"/>
                    <a:pt x="2091" y="37858"/>
                  </a:cubicBezTo>
                  <a:cubicBezTo>
                    <a:pt x="2603" y="38881"/>
                    <a:pt x="3243" y="39820"/>
                    <a:pt x="4053" y="40631"/>
                  </a:cubicBezTo>
                  <a:cubicBezTo>
                    <a:pt x="4821" y="41441"/>
                    <a:pt x="5674" y="42124"/>
                    <a:pt x="6656" y="42678"/>
                  </a:cubicBezTo>
                  <a:cubicBezTo>
                    <a:pt x="8021" y="43233"/>
                    <a:pt x="9471" y="43574"/>
                    <a:pt x="10922" y="43745"/>
                  </a:cubicBezTo>
                  <a:cubicBezTo>
                    <a:pt x="12543" y="43958"/>
                    <a:pt x="14121" y="44171"/>
                    <a:pt x="15742" y="44385"/>
                  </a:cubicBezTo>
                  <a:cubicBezTo>
                    <a:pt x="18899" y="44726"/>
                    <a:pt x="22099" y="44982"/>
                    <a:pt x="25256" y="45153"/>
                  </a:cubicBezTo>
                  <a:cubicBezTo>
                    <a:pt x="26877" y="45195"/>
                    <a:pt x="28455" y="45281"/>
                    <a:pt x="30119" y="45281"/>
                  </a:cubicBezTo>
                  <a:cubicBezTo>
                    <a:pt x="30496" y="45292"/>
                    <a:pt x="30876" y="45297"/>
                    <a:pt x="31258" y="45297"/>
                  </a:cubicBezTo>
                  <a:cubicBezTo>
                    <a:pt x="32301" y="45297"/>
                    <a:pt x="33354" y="45258"/>
                    <a:pt x="34385" y="45195"/>
                  </a:cubicBezTo>
                  <a:cubicBezTo>
                    <a:pt x="35665" y="45110"/>
                    <a:pt x="36859" y="44726"/>
                    <a:pt x="37968" y="44129"/>
                  </a:cubicBezTo>
                  <a:cubicBezTo>
                    <a:pt x="39035" y="43446"/>
                    <a:pt x="39846" y="42422"/>
                    <a:pt x="40272" y="41228"/>
                  </a:cubicBezTo>
                  <a:cubicBezTo>
                    <a:pt x="40699" y="39991"/>
                    <a:pt x="40955" y="38711"/>
                    <a:pt x="41040" y="37431"/>
                  </a:cubicBezTo>
                  <a:cubicBezTo>
                    <a:pt x="41253" y="35810"/>
                    <a:pt x="41424" y="34274"/>
                    <a:pt x="41595" y="32696"/>
                  </a:cubicBezTo>
                  <a:cubicBezTo>
                    <a:pt x="42448" y="26254"/>
                    <a:pt x="42832" y="19769"/>
                    <a:pt x="42789" y="13285"/>
                  </a:cubicBezTo>
                  <a:cubicBezTo>
                    <a:pt x="42789" y="12560"/>
                    <a:pt x="42746" y="11792"/>
                    <a:pt x="42704" y="11067"/>
                  </a:cubicBezTo>
                  <a:cubicBezTo>
                    <a:pt x="42576" y="10427"/>
                    <a:pt x="42405" y="9787"/>
                    <a:pt x="42192" y="9190"/>
                  </a:cubicBezTo>
                  <a:cubicBezTo>
                    <a:pt x="41765" y="8166"/>
                    <a:pt x="41253" y="7142"/>
                    <a:pt x="40656" y="6203"/>
                  </a:cubicBezTo>
                  <a:cubicBezTo>
                    <a:pt x="40102" y="5265"/>
                    <a:pt x="39504" y="4369"/>
                    <a:pt x="38822" y="3516"/>
                  </a:cubicBezTo>
                  <a:cubicBezTo>
                    <a:pt x="38608" y="3217"/>
                    <a:pt x="38352" y="2918"/>
                    <a:pt x="38096" y="2662"/>
                  </a:cubicBezTo>
                  <a:cubicBezTo>
                    <a:pt x="37926" y="2321"/>
                    <a:pt x="37713" y="2023"/>
                    <a:pt x="37414" y="1767"/>
                  </a:cubicBezTo>
                  <a:cubicBezTo>
                    <a:pt x="36603" y="1084"/>
                    <a:pt x="35579" y="700"/>
                    <a:pt x="34470" y="657"/>
                  </a:cubicBezTo>
                  <a:cubicBezTo>
                    <a:pt x="32039" y="359"/>
                    <a:pt x="29564" y="231"/>
                    <a:pt x="27090" y="103"/>
                  </a:cubicBezTo>
                  <a:cubicBezTo>
                    <a:pt x="25279" y="40"/>
                    <a:pt x="23444" y="1"/>
                    <a:pt x="216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7"/>
            <p:cNvSpPr/>
            <p:nvPr/>
          </p:nvSpPr>
          <p:spPr>
            <a:xfrm>
              <a:off x="3543277" y="3789848"/>
              <a:ext cx="704522" cy="607232"/>
            </a:xfrm>
            <a:custGeom>
              <a:avLst/>
              <a:gdLst/>
              <a:ahLst/>
              <a:cxnLst/>
              <a:rect l="l" t="t" r="r" b="b"/>
              <a:pathLst>
                <a:path w="33362" h="30188" extrusionOk="0">
                  <a:moveTo>
                    <a:pt x="32722" y="1135"/>
                  </a:moveTo>
                  <a:cubicBezTo>
                    <a:pt x="32252" y="1263"/>
                    <a:pt x="32252" y="1946"/>
                    <a:pt x="32722" y="2116"/>
                  </a:cubicBezTo>
                  <a:cubicBezTo>
                    <a:pt x="33361" y="2074"/>
                    <a:pt x="33361" y="1178"/>
                    <a:pt x="32764" y="1135"/>
                  </a:cubicBezTo>
                  <a:close/>
                  <a:moveTo>
                    <a:pt x="7616" y="3578"/>
                  </a:moveTo>
                  <a:cubicBezTo>
                    <a:pt x="7509" y="3578"/>
                    <a:pt x="7402" y="3588"/>
                    <a:pt x="7296" y="3610"/>
                  </a:cubicBezTo>
                  <a:cubicBezTo>
                    <a:pt x="7125" y="3652"/>
                    <a:pt x="6997" y="3695"/>
                    <a:pt x="6826" y="3695"/>
                  </a:cubicBezTo>
                  <a:cubicBezTo>
                    <a:pt x="6485" y="3780"/>
                    <a:pt x="6187" y="3908"/>
                    <a:pt x="5888" y="4079"/>
                  </a:cubicBezTo>
                  <a:cubicBezTo>
                    <a:pt x="5625" y="4192"/>
                    <a:pt x="5759" y="4570"/>
                    <a:pt x="6000" y="4570"/>
                  </a:cubicBezTo>
                  <a:cubicBezTo>
                    <a:pt x="6032" y="4570"/>
                    <a:pt x="6066" y="4563"/>
                    <a:pt x="6101" y="4548"/>
                  </a:cubicBezTo>
                  <a:lnTo>
                    <a:pt x="6315" y="4548"/>
                  </a:lnTo>
                  <a:lnTo>
                    <a:pt x="6570" y="4505"/>
                  </a:lnTo>
                  <a:lnTo>
                    <a:pt x="6784" y="4463"/>
                  </a:lnTo>
                  <a:lnTo>
                    <a:pt x="7381" y="4463"/>
                  </a:lnTo>
                  <a:cubicBezTo>
                    <a:pt x="7466" y="4484"/>
                    <a:pt x="7552" y="4495"/>
                    <a:pt x="7637" y="4495"/>
                  </a:cubicBezTo>
                  <a:cubicBezTo>
                    <a:pt x="7722" y="4495"/>
                    <a:pt x="7808" y="4484"/>
                    <a:pt x="7893" y="4463"/>
                  </a:cubicBezTo>
                  <a:cubicBezTo>
                    <a:pt x="8064" y="4420"/>
                    <a:pt x="8192" y="4249"/>
                    <a:pt x="8192" y="4079"/>
                  </a:cubicBezTo>
                  <a:cubicBezTo>
                    <a:pt x="8234" y="3865"/>
                    <a:pt x="8106" y="3695"/>
                    <a:pt x="7936" y="3610"/>
                  </a:cubicBezTo>
                  <a:cubicBezTo>
                    <a:pt x="7829" y="3588"/>
                    <a:pt x="7722" y="3578"/>
                    <a:pt x="7616" y="3578"/>
                  </a:cubicBezTo>
                  <a:close/>
                  <a:moveTo>
                    <a:pt x="10735" y="5028"/>
                  </a:moveTo>
                  <a:cubicBezTo>
                    <a:pt x="10709" y="5028"/>
                    <a:pt x="10687" y="5039"/>
                    <a:pt x="10666" y="5060"/>
                  </a:cubicBezTo>
                  <a:lnTo>
                    <a:pt x="10538" y="5060"/>
                  </a:lnTo>
                  <a:lnTo>
                    <a:pt x="10453" y="5103"/>
                  </a:lnTo>
                  <a:cubicBezTo>
                    <a:pt x="10410" y="5103"/>
                    <a:pt x="10367" y="5145"/>
                    <a:pt x="10367" y="5188"/>
                  </a:cubicBezTo>
                  <a:lnTo>
                    <a:pt x="10282" y="5231"/>
                  </a:lnTo>
                  <a:cubicBezTo>
                    <a:pt x="10282" y="5231"/>
                    <a:pt x="10239" y="5273"/>
                    <a:pt x="10239" y="5273"/>
                  </a:cubicBezTo>
                  <a:cubicBezTo>
                    <a:pt x="10197" y="5316"/>
                    <a:pt x="10154" y="5359"/>
                    <a:pt x="10154" y="5444"/>
                  </a:cubicBezTo>
                  <a:cubicBezTo>
                    <a:pt x="10111" y="5487"/>
                    <a:pt x="10111" y="5529"/>
                    <a:pt x="10111" y="5615"/>
                  </a:cubicBezTo>
                  <a:cubicBezTo>
                    <a:pt x="10111" y="5657"/>
                    <a:pt x="10111" y="5700"/>
                    <a:pt x="10154" y="5785"/>
                  </a:cubicBezTo>
                  <a:cubicBezTo>
                    <a:pt x="10154" y="5828"/>
                    <a:pt x="10197" y="5871"/>
                    <a:pt x="10239" y="5913"/>
                  </a:cubicBezTo>
                  <a:lnTo>
                    <a:pt x="10325" y="5999"/>
                  </a:lnTo>
                  <a:cubicBezTo>
                    <a:pt x="10410" y="6041"/>
                    <a:pt x="10453" y="6041"/>
                    <a:pt x="10538" y="6041"/>
                  </a:cubicBezTo>
                  <a:lnTo>
                    <a:pt x="10666" y="6041"/>
                  </a:lnTo>
                  <a:cubicBezTo>
                    <a:pt x="10751" y="6041"/>
                    <a:pt x="10837" y="5999"/>
                    <a:pt x="10879" y="5913"/>
                  </a:cubicBezTo>
                  <a:cubicBezTo>
                    <a:pt x="10879" y="5913"/>
                    <a:pt x="10922" y="5913"/>
                    <a:pt x="10922" y="5871"/>
                  </a:cubicBezTo>
                  <a:lnTo>
                    <a:pt x="10965" y="5828"/>
                  </a:lnTo>
                  <a:cubicBezTo>
                    <a:pt x="11007" y="5785"/>
                    <a:pt x="11050" y="5743"/>
                    <a:pt x="11050" y="5700"/>
                  </a:cubicBezTo>
                  <a:lnTo>
                    <a:pt x="11093" y="5657"/>
                  </a:lnTo>
                  <a:lnTo>
                    <a:pt x="11135" y="5529"/>
                  </a:lnTo>
                  <a:cubicBezTo>
                    <a:pt x="11135" y="5487"/>
                    <a:pt x="11135" y="5444"/>
                    <a:pt x="11135" y="5359"/>
                  </a:cubicBezTo>
                  <a:cubicBezTo>
                    <a:pt x="11135" y="5359"/>
                    <a:pt x="11135" y="5316"/>
                    <a:pt x="11093" y="5273"/>
                  </a:cubicBezTo>
                  <a:cubicBezTo>
                    <a:pt x="11093" y="5231"/>
                    <a:pt x="11050" y="5188"/>
                    <a:pt x="11007" y="5145"/>
                  </a:cubicBezTo>
                  <a:lnTo>
                    <a:pt x="10922" y="5103"/>
                  </a:lnTo>
                  <a:lnTo>
                    <a:pt x="10837" y="5060"/>
                  </a:lnTo>
                  <a:cubicBezTo>
                    <a:pt x="10794" y="5039"/>
                    <a:pt x="10762" y="5028"/>
                    <a:pt x="10735" y="5028"/>
                  </a:cubicBezTo>
                  <a:close/>
                  <a:moveTo>
                    <a:pt x="28413" y="5785"/>
                  </a:moveTo>
                  <a:cubicBezTo>
                    <a:pt x="27858" y="5871"/>
                    <a:pt x="27858" y="6638"/>
                    <a:pt x="28413" y="6724"/>
                  </a:cubicBezTo>
                  <a:cubicBezTo>
                    <a:pt x="28967" y="6681"/>
                    <a:pt x="29010" y="5871"/>
                    <a:pt x="28455" y="5785"/>
                  </a:cubicBezTo>
                  <a:close/>
                  <a:moveTo>
                    <a:pt x="7509" y="8388"/>
                  </a:moveTo>
                  <a:cubicBezTo>
                    <a:pt x="6912" y="8388"/>
                    <a:pt x="6912" y="9241"/>
                    <a:pt x="7509" y="9241"/>
                  </a:cubicBezTo>
                  <a:cubicBezTo>
                    <a:pt x="8106" y="9241"/>
                    <a:pt x="8106" y="8388"/>
                    <a:pt x="7509" y="8388"/>
                  </a:cubicBezTo>
                  <a:close/>
                  <a:moveTo>
                    <a:pt x="10239" y="9283"/>
                  </a:moveTo>
                  <a:cubicBezTo>
                    <a:pt x="9813" y="9283"/>
                    <a:pt x="9813" y="9923"/>
                    <a:pt x="10239" y="9923"/>
                  </a:cubicBezTo>
                  <a:cubicBezTo>
                    <a:pt x="10666" y="9923"/>
                    <a:pt x="10666" y="9283"/>
                    <a:pt x="10239" y="9283"/>
                  </a:cubicBezTo>
                  <a:close/>
                  <a:moveTo>
                    <a:pt x="19838" y="9113"/>
                  </a:moveTo>
                  <a:cubicBezTo>
                    <a:pt x="19753" y="9113"/>
                    <a:pt x="19667" y="9155"/>
                    <a:pt x="19625" y="9241"/>
                  </a:cubicBezTo>
                  <a:lnTo>
                    <a:pt x="19454" y="9411"/>
                  </a:lnTo>
                  <a:cubicBezTo>
                    <a:pt x="19369" y="9497"/>
                    <a:pt x="19326" y="9625"/>
                    <a:pt x="19326" y="9753"/>
                  </a:cubicBezTo>
                  <a:cubicBezTo>
                    <a:pt x="19326" y="9838"/>
                    <a:pt x="19326" y="9881"/>
                    <a:pt x="19369" y="9923"/>
                  </a:cubicBezTo>
                  <a:cubicBezTo>
                    <a:pt x="19369" y="10009"/>
                    <a:pt x="19411" y="10051"/>
                    <a:pt x="19454" y="10094"/>
                  </a:cubicBezTo>
                  <a:lnTo>
                    <a:pt x="19539" y="10179"/>
                  </a:lnTo>
                  <a:cubicBezTo>
                    <a:pt x="19625" y="10222"/>
                    <a:pt x="19710" y="10222"/>
                    <a:pt x="19795" y="10222"/>
                  </a:cubicBezTo>
                  <a:lnTo>
                    <a:pt x="19923" y="10222"/>
                  </a:lnTo>
                  <a:cubicBezTo>
                    <a:pt x="20009" y="10222"/>
                    <a:pt x="20094" y="10179"/>
                    <a:pt x="20137" y="10094"/>
                  </a:cubicBezTo>
                  <a:lnTo>
                    <a:pt x="20307" y="9966"/>
                  </a:lnTo>
                  <a:cubicBezTo>
                    <a:pt x="20350" y="9923"/>
                    <a:pt x="20393" y="9881"/>
                    <a:pt x="20435" y="9795"/>
                  </a:cubicBezTo>
                  <a:cubicBezTo>
                    <a:pt x="20435" y="9753"/>
                    <a:pt x="20478" y="9667"/>
                    <a:pt x="20478" y="9625"/>
                  </a:cubicBezTo>
                  <a:cubicBezTo>
                    <a:pt x="20478" y="9539"/>
                    <a:pt x="20435" y="9454"/>
                    <a:pt x="20435" y="9411"/>
                  </a:cubicBezTo>
                  <a:cubicBezTo>
                    <a:pt x="20393" y="9369"/>
                    <a:pt x="20350" y="9283"/>
                    <a:pt x="20307" y="9241"/>
                  </a:cubicBezTo>
                  <a:lnTo>
                    <a:pt x="20222" y="9198"/>
                  </a:lnTo>
                  <a:cubicBezTo>
                    <a:pt x="20137" y="9113"/>
                    <a:pt x="20051" y="9113"/>
                    <a:pt x="19966" y="9113"/>
                  </a:cubicBezTo>
                  <a:close/>
                  <a:moveTo>
                    <a:pt x="21195" y="1"/>
                  </a:moveTo>
                  <a:cubicBezTo>
                    <a:pt x="19073" y="1"/>
                    <a:pt x="16956" y="66"/>
                    <a:pt x="14847" y="197"/>
                  </a:cubicBezTo>
                  <a:cubicBezTo>
                    <a:pt x="12415" y="325"/>
                    <a:pt x="9983" y="581"/>
                    <a:pt x="7552" y="922"/>
                  </a:cubicBezTo>
                  <a:cubicBezTo>
                    <a:pt x="6357" y="1093"/>
                    <a:pt x="5120" y="1263"/>
                    <a:pt x="3926" y="1476"/>
                  </a:cubicBezTo>
                  <a:cubicBezTo>
                    <a:pt x="3030" y="1647"/>
                    <a:pt x="2006" y="1860"/>
                    <a:pt x="1451" y="2586"/>
                  </a:cubicBezTo>
                  <a:cubicBezTo>
                    <a:pt x="1110" y="3055"/>
                    <a:pt x="939" y="3610"/>
                    <a:pt x="939" y="4164"/>
                  </a:cubicBezTo>
                  <a:cubicBezTo>
                    <a:pt x="897" y="4847"/>
                    <a:pt x="854" y="5529"/>
                    <a:pt x="854" y="6212"/>
                  </a:cubicBezTo>
                  <a:cubicBezTo>
                    <a:pt x="769" y="7620"/>
                    <a:pt x="897" y="8985"/>
                    <a:pt x="854" y="10393"/>
                  </a:cubicBezTo>
                  <a:cubicBezTo>
                    <a:pt x="854" y="10542"/>
                    <a:pt x="961" y="10617"/>
                    <a:pt x="1073" y="10617"/>
                  </a:cubicBezTo>
                  <a:cubicBezTo>
                    <a:pt x="1185" y="10617"/>
                    <a:pt x="1302" y="10542"/>
                    <a:pt x="1323" y="10393"/>
                  </a:cubicBezTo>
                  <a:cubicBezTo>
                    <a:pt x="1409" y="9198"/>
                    <a:pt x="1622" y="8046"/>
                    <a:pt x="1750" y="6852"/>
                  </a:cubicBezTo>
                  <a:cubicBezTo>
                    <a:pt x="1835" y="6254"/>
                    <a:pt x="1835" y="5700"/>
                    <a:pt x="1878" y="5103"/>
                  </a:cubicBezTo>
                  <a:cubicBezTo>
                    <a:pt x="1878" y="4548"/>
                    <a:pt x="1920" y="3993"/>
                    <a:pt x="2048" y="3482"/>
                  </a:cubicBezTo>
                  <a:cubicBezTo>
                    <a:pt x="2304" y="2714"/>
                    <a:pt x="3371" y="2586"/>
                    <a:pt x="4053" y="2458"/>
                  </a:cubicBezTo>
                  <a:cubicBezTo>
                    <a:pt x="5205" y="2244"/>
                    <a:pt x="6400" y="2074"/>
                    <a:pt x="7552" y="1903"/>
                  </a:cubicBezTo>
                  <a:cubicBezTo>
                    <a:pt x="11871" y="1303"/>
                    <a:pt x="16265" y="1003"/>
                    <a:pt x="20629" y="1003"/>
                  </a:cubicBezTo>
                  <a:cubicBezTo>
                    <a:pt x="20920" y="1003"/>
                    <a:pt x="21211" y="1005"/>
                    <a:pt x="21502" y="1007"/>
                  </a:cubicBezTo>
                  <a:cubicBezTo>
                    <a:pt x="24189" y="1007"/>
                    <a:pt x="26792" y="1093"/>
                    <a:pt x="29394" y="1306"/>
                  </a:cubicBezTo>
                  <a:cubicBezTo>
                    <a:pt x="29420" y="1309"/>
                    <a:pt x="29444" y="1311"/>
                    <a:pt x="29468" y="1311"/>
                  </a:cubicBezTo>
                  <a:cubicBezTo>
                    <a:pt x="30033" y="1311"/>
                    <a:pt x="30008" y="366"/>
                    <a:pt x="29394" y="325"/>
                  </a:cubicBezTo>
                  <a:cubicBezTo>
                    <a:pt x="26658" y="109"/>
                    <a:pt x="23923" y="1"/>
                    <a:pt x="21195" y="1"/>
                  </a:cubicBezTo>
                  <a:close/>
                  <a:moveTo>
                    <a:pt x="8789" y="12483"/>
                  </a:moveTo>
                  <a:cubicBezTo>
                    <a:pt x="8405" y="12483"/>
                    <a:pt x="8405" y="13123"/>
                    <a:pt x="8789" y="13123"/>
                  </a:cubicBezTo>
                  <a:cubicBezTo>
                    <a:pt x="9215" y="13123"/>
                    <a:pt x="9173" y="12483"/>
                    <a:pt x="8789" y="12483"/>
                  </a:cubicBezTo>
                  <a:close/>
                  <a:moveTo>
                    <a:pt x="9386" y="15427"/>
                  </a:moveTo>
                  <a:cubicBezTo>
                    <a:pt x="9130" y="15469"/>
                    <a:pt x="9130" y="15896"/>
                    <a:pt x="9386" y="15938"/>
                  </a:cubicBezTo>
                  <a:cubicBezTo>
                    <a:pt x="9685" y="15896"/>
                    <a:pt x="9727" y="15469"/>
                    <a:pt x="9429" y="15427"/>
                  </a:cubicBezTo>
                  <a:close/>
                  <a:moveTo>
                    <a:pt x="14377" y="16621"/>
                  </a:moveTo>
                  <a:cubicBezTo>
                    <a:pt x="13908" y="16792"/>
                    <a:pt x="13908" y="17474"/>
                    <a:pt x="14377" y="17645"/>
                  </a:cubicBezTo>
                  <a:cubicBezTo>
                    <a:pt x="14975" y="17560"/>
                    <a:pt x="14975" y="16664"/>
                    <a:pt x="14377" y="16621"/>
                  </a:cubicBezTo>
                  <a:close/>
                  <a:moveTo>
                    <a:pt x="9466" y="18240"/>
                  </a:moveTo>
                  <a:cubicBezTo>
                    <a:pt x="9454" y="18240"/>
                    <a:pt x="9442" y="18241"/>
                    <a:pt x="9429" y="18242"/>
                  </a:cubicBezTo>
                  <a:cubicBezTo>
                    <a:pt x="9002" y="18242"/>
                    <a:pt x="9002" y="18882"/>
                    <a:pt x="9429" y="18882"/>
                  </a:cubicBezTo>
                  <a:cubicBezTo>
                    <a:pt x="9842" y="18882"/>
                    <a:pt x="9855" y="18240"/>
                    <a:pt x="9466" y="18240"/>
                  </a:cubicBezTo>
                  <a:close/>
                  <a:moveTo>
                    <a:pt x="22242" y="18742"/>
                  </a:moveTo>
                  <a:cubicBezTo>
                    <a:pt x="22225" y="18742"/>
                    <a:pt x="22206" y="18745"/>
                    <a:pt x="22184" y="18754"/>
                  </a:cubicBezTo>
                  <a:lnTo>
                    <a:pt x="22099" y="18797"/>
                  </a:lnTo>
                  <a:cubicBezTo>
                    <a:pt x="21971" y="18797"/>
                    <a:pt x="21971" y="18925"/>
                    <a:pt x="22099" y="18967"/>
                  </a:cubicBezTo>
                  <a:lnTo>
                    <a:pt x="22184" y="18967"/>
                  </a:lnTo>
                  <a:cubicBezTo>
                    <a:pt x="22206" y="18976"/>
                    <a:pt x="22225" y="18980"/>
                    <a:pt x="22242" y="18980"/>
                  </a:cubicBezTo>
                  <a:cubicBezTo>
                    <a:pt x="22378" y="18980"/>
                    <a:pt x="22378" y="18742"/>
                    <a:pt x="22242" y="18742"/>
                  </a:cubicBezTo>
                  <a:close/>
                  <a:moveTo>
                    <a:pt x="25682" y="21100"/>
                  </a:moveTo>
                  <a:cubicBezTo>
                    <a:pt x="25640" y="21100"/>
                    <a:pt x="25640" y="21143"/>
                    <a:pt x="25597" y="21143"/>
                  </a:cubicBezTo>
                  <a:lnTo>
                    <a:pt x="25597" y="21186"/>
                  </a:lnTo>
                  <a:cubicBezTo>
                    <a:pt x="25597" y="21228"/>
                    <a:pt x="25597" y="21271"/>
                    <a:pt x="25597" y="21271"/>
                  </a:cubicBezTo>
                  <a:lnTo>
                    <a:pt x="25597" y="21442"/>
                  </a:lnTo>
                  <a:cubicBezTo>
                    <a:pt x="25597" y="21484"/>
                    <a:pt x="25597" y="21484"/>
                    <a:pt x="25597" y="21527"/>
                  </a:cubicBezTo>
                  <a:cubicBezTo>
                    <a:pt x="25597" y="21527"/>
                    <a:pt x="25640" y="21570"/>
                    <a:pt x="25640" y="21570"/>
                  </a:cubicBezTo>
                  <a:cubicBezTo>
                    <a:pt x="25640" y="21570"/>
                    <a:pt x="25682" y="21612"/>
                    <a:pt x="25682" y="21612"/>
                  </a:cubicBezTo>
                  <a:lnTo>
                    <a:pt x="25810" y="21612"/>
                  </a:lnTo>
                  <a:cubicBezTo>
                    <a:pt x="25853" y="21612"/>
                    <a:pt x="25896" y="21612"/>
                    <a:pt x="25896" y="21570"/>
                  </a:cubicBezTo>
                  <a:lnTo>
                    <a:pt x="25896" y="21527"/>
                  </a:lnTo>
                  <a:cubicBezTo>
                    <a:pt x="25896" y="21484"/>
                    <a:pt x="25896" y="21484"/>
                    <a:pt x="25896" y="21442"/>
                  </a:cubicBezTo>
                  <a:lnTo>
                    <a:pt x="25896" y="21271"/>
                  </a:lnTo>
                  <a:cubicBezTo>
                    <a:pt x="25896" y="21271"/>
                    <a:pt x="25896" y="21228"/>
                    <a:pt x="25896" y="21186"/>
                  </a:cubicBezTo>
                  <a:cubicBezTo>
                    <a:pt x="25896" y="21186"/>
                    <a:pt x="25853" y="21143"/>
                    <a:pt x="25853" y="21143"/>
                  </a:cubicBezTo>
                  <a:cubicBezTo>
                    <a:pt x="25853" y="21143"/>
                    <a:pt x="25810" y="21100"/>
                    <a:pt x="25810" y="21100"/>
                  </a:cubicBezTo>
                  <a:close/>
                  <a:moveTo>
                    <a:pt x="13652" y="22594"/>
                  </a:moveTo>
                  <a:cubicBezTo>
                    <a:pt x="13609" y="22594"/>
                    <a:pt x="13567" y="22636"/>
                    <a:pt x="13567" y="22636"/>
                  </a:cubicBezTo>
                  <a:cubicBezTo>
                    <a:pt x="13524" y="22679"/>
                    <a:pt x="13482" y="22722"/>
                    <a:pt x="13482" y="22764"/>
                  </a:cubicBezTo>
                  <a:cubicBezTo>
                    <a:pt x="13482" y="22807"/>
                    <a:pt x="13482" y="22807"/>
                    <a:pt x="13482" y="22850"/>
                  </a:cubicBezTo>
                  <a:lnTo>
                    <a:pt x="13482" y="22935"/>
                  </a:lnTo>
                  <a:cubicBezTo>
                    <a:pt x="13482" y="22978"/>
                    <a:pt x="13524" y="23063"/>
                    <a:pt x="13567" y="23063"/>
                  </a:cubicBezTo>
                  <a:lnTo>
                    <a:pt x="13609" y="23148"/>
                  </a:lnTo>
                  <a:lnTo>
                    <a:pt x="14036" y="23148"/>
                  </a:lnTo>
                  <a:cubicBezTo>
                    <a:pt x="14079" y="23106"/>
                    <a:pt x="14121" y="23106"/>
                    <a:pt x="14121" y="23063"/>
                  </a:cubicBezTo>
                  <a:cubicBezTo>
                    <a:pt x="14164" y="23063"/>
                    <a:pt x="14164" y="23020"/>
                    <a:pt x="14207" y="22978"/>
                  </a:cubicBezTo>
                  <a:cubicBezTo>
                    <a:pt x="14207" y="22935"/>
                    <a:pt x="14207" y="22892"/>
                    <a:pt x="14207" y="22850"/>
                  </a:cubicBezTo>
                  <a:lnTo>
                    <a:pt x="14207" y="22807"/>
                  </a:lnTo>
                  <a:cubicBezTo>
                    <a:pt x="14164" y="22722"/>
                    <a:pt x="14164" y="22679"/>
                    <a:pt x="14121" y="22679"/>
                  </a:cubicBezTo>
                  <a:lnTo>
                    <a:pt x="14036" y="22636"/>
                  </a:lnTo>
                  <a:cubicBezTo>
                    <a:pt x="13993" y="22594"/>
                    <a:pt x="13951" y="22594"/>
                    <a:pt x="13908" y="22594"/>
                  </a:cubicBezTo>
                  <a:close/>
                  <a:moveTo>
                    <a:pt x="1022" y="13255"/>
                  </a:moveTo>
                  <a:cubicBezTo>
                    <a:pt x="944" y="13255"/>
                    <a:pt x="871" y="13293"/>
                    <a:pt x="854" y="13379"/>
                  </a:cubicBezTo>
                  <a:cubicBezTo>
                    <a:pt x="726" y="13976"/>
                    <a:pt x="598" y="14488"/>
                    <a:pt x="470" y="15085"/>
                  </a:cubicBezTo>
                  <a:cubicBezTo>
                    <a:pt x="385" y="15640"/>
                    <a:pt x="299" y="16194"/>
                    <a:pt x="214" y="16749"/>
                  </a:cubicBezTo>
                  <a:cubicBezTo>
                    <a:pt x="86" y="17858"/>
                    <a:pt x="1" y="19010"/>
                    <a:pt x="1" y="20119"/>
                  </a:cubicBezTo>
                  <a:cubicBezTo>
                    <a:pt x="1" y="21271"/>
                    <a:pt x="1" y="22380"/>
                    <a:pt x="86" y="23532"/>
                  </a:cubicBezTo>
                  <a:cubicBezTo>
                    <a:pt x="129" y="24087"/>
                    <a:pt x="214" y="24684"/>
                    <a:pt x="257" y="25239"/>
                  </a:cubicBezTo>
                  <a:cubicBezTo>
                    <a:pt x="299" y="25793"/>
                    <a:pt x="385" y="26390"/>
                    <a:pt x="555" y="26945"/>
                  </a:cubicBezTo>
                  <a:cubicBezTo>
                    <a:pt x="661" y="27050"/>
                    <a:pt x="795" y="27127"/>
                    <a:pt x="958" y="27127"/>
                  </a:cubicBezTo>
                  <a:cubicBezTo>
                    <a:pt x="993" y="27127"/>
                    <a:pt x="1029" y="27123"/>
                    <a:pt x="1067" y="27116"/>
                  </a:cubicBezTo>
                  <a:cubicBezTo>
                    <a:pt x="1238" y="27073"/>
                    <a:pt x="1366" y="26902"/>
                    <a:pt x="1366" y="26732"/>
                  </a:cubicBezTo>
                  <a:cubicBezTo>
                    <a:pt x="1366" y="26433"/>
                    <a:pt x="1366" y="26134"/>
                    <a:pt x="1281" y="25836"/>
                  </a:cubicBezTo>
                  <a:cubicBezTo>
                    <a:pt x="1281" y="25580"/>
                    <a:pt x="1238" y="25281"/>
                    <a:pt x="1195" y="24983"/>
                  </a:cubicBezTo>
                  <a:cubicBezTo>
                    <a:pt x="1153" y="24471"/>
                    <a:pt x="1110" y="23916"/>
                    <a:pt x="1067" y="23404"/>
                  </a:cubicBezTo>
                  <a:cubicBezTo>
                    <a:pt x="982" y="22295"/>
                    <a:pt x="939" y="21186"/>
                    <a:pt x="939" y="20077"/>
                  </a:cubicBezTo>
                  <a:cubicBezTo>
                    <a:pt x="939" y="18967"/>
                    <a:pt x="982" y="17858"/>
                    <a:pt x="1025" y="16749"/>
                  </a:cubicBezTo>
                  <a:cubicBezTo>
                    <a:pt x="1067" y="15640"/>
                    <a:pt x="1110" y="14531"/>
                    <a:pt x="1238" y="13464"/>
                  </a:cubicBezTo>
                  <a:cubicBezTo>
                    <a:pt x="1263" y="13337"/>
                    <a:pt x="1137" y="13255"/>
                    <a:pt x="1022" y="13255"/>
                  </a:cubicBezTo>
                  <a:close/>
                  <a:moveTo>
                    <a:pt x="1622" y="29291"/>
                  </a:moveTo>
                  <a:cubicBezTo>
                    <a:pt x="1067" y="29334"/>
                    <a:pt x="1067" y="30145"/>
                    <a:pt x="1622" y="30187"/>
                  </a:cubicBezTo>
                  <a:cubicBezTo>
                    <a:pt x="2134" y="30145"/>
                    <a:pt x="2134" y="29334"/>
                    <a:pt x="1622" y="29291"/>
                  </a:cubicBezTo>
                  <a:close/>
                </a:path>
              </a:pathLst>
            </a:custGeom>
            <a:solidFill>
              <a:srgbClr val="64DFDF">
                <a:alpha val="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17" name="Google Shape;2417;p37"/>
          <p:cNvSpPr txBox="1"/>
          <p:nvPr/>
        </p:nvSpPr>
        <p:spPr>
          <a:xfrm>
            <a:off x="1055466" y="843952"/>
            <a:ext cx="9735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rPr>
              <a:t>01</a:t>
            </a:r>
            <a:endParaRPr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2418" name="Google Shape;2418;p37"/>
          <p:cNvGrpSpPr/>
          <p:nvPr/>
        </p:nvGrpSpPr>
        <p:grpSpPr>
          <a:xfrm>
            <a:off x="2576704" y="796019"/>
            <a:ext cx="1986472" cy="674477"/>
            <a:chOff x="220231" y="3275524"/>
            <a:chExt cx="2744125" cy="674477"/>
          </a:xfrm>
        </p:grpSpPr>
        <p:sp>
          <p:nvSpPr>
            <p:cNvPr id="2419" name="Google Shape;2419;p37"/>
            <p:cNvSpPr txBox="1"/>
            <p:nvPr/>
          </p:nvSpPr>
          <p:spPr>
            <a:xfrm>
              <a:off x="220231" y="3275524"/>
              <a:ext cx="2282289" cy="33552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Front End Tool</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420" name="Google Shape;2420;p37"/>
            <p:cNvSpPr txBox="1"/>
            <p:nvPr/>
          </p:nvSpPr>
          <p:spPr>
            <a:xfrm>
              <a:off x="855493" y="3579140"/>
              <a:ext cx="2108863" cy="370861"/>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300" dirty="0">
                  <a:effectLst/>
                  <a:latin typeface="Times New Roman" panose="02020603050405020304" pitchFamily="18" charset="0"/>
                  <a:ea typeface="Roboto" panose="02000000000000000000" pitchFamily="2" charset="0"/>
                  <a:cs typeface="Times New Roman" panose="02020603050405020304" pitchFamily="18" charset="0"/>
                </a:rPr>
                <a:t>PHP 7.2.6</a:t>
              </a:r>
              <a:endParaRPr lang="en-IN" sz="1300" dirty="0">
                <a:solidFill>
                  <a:schemeClr val="accent5"/>
                </a:solidFill>
                <a:latin typeface="Times New Roman" panose="02020603050405020304" pitchFamily="18" charset="0"/>
                <a:ea typeface="Roboto" panose="02000000000000000000" pitchFamily="2" charset="0"/>
                <a:cs typeface="Times New Roman" panose="02020603050405020304" pitchFamily="18" charset="0"/>
                <a:sym typeface="Roboto"/>
              </a:endParaRPr>
            </a:p>
          </p:txBody>
        </p:sp>
      </p:grpSp>
      <p:grpSp>
        <p:nvGrpSpPr>
          <p:cNvPr id="2421" name="Google Shape;2421;p37"/>
          <p:cNvGrpSpPr/>
          <p:nvPr/>
        </p:nvGrpSpPr>
        <p:grpSpPr>
          <a:xfrm>
            <a:off x="6727831" y="1655811"/>
            <a:ext cx="2279712" cy="660818"/>
            <a:chOff x="245443" y="3302065"/>
            <a:chExt cx="3149208" cy="660818"/>
          </a:xfrm>
        </p:grpSpPr>
        <p:sp>
          <p:nvSpPr>
            <p:cNvPr id="2422" name="Google Shape;2422;p37"/>
            <p:cNvSpPr txBox="1"/>
            <p:nvPr/>
          </p:nvSpPr>
          <p:spPr>
            <a:xfrm>
              <a:off x="245443" y="3302065"/>
              <a:ext cx="1838908" cy="32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Web Server</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423" name="Google Shape;2423;p37"/>
            <p:cNvSpPr txBox="1"/>
            <p:nvPr/>
          </p:nvSpPr>
          <p:spPr>
            <a:xfrm>
              <a:off x="791739" y="3590771"/>
              <a:ext cx="2602912" cy="37211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IN" sz="1300" b="0" i="0" dirty="0">
                  <a:solidFill>
                    <a:srgbClr val="444444"/>
                  </a:solidFill>
                  <a:effectLst/>
                  <a:latin typeface="Times New Roman" panose="02020603050405020304" pitchFamily="18" charset="0"/>
                  <a:cs typeface="Times New Roman" panose="02020603050405020304" pitchFamily="18" charset="0"/>
                </a:rPr>
                <a:t>Apache HTTP Server 2.4.39 </a:t>
              </a:r>
              <a:endParaRPr lang="en-US" sz="1300"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sp>
        <p:nvSpPr>
          <p:cNvPr id="2424" name="Google Shape;2424;p37"/>
          <p:cNvSpPr txBox="1"/>
          <p:nvPr/>
        </p:nvSpPr>
        <p:spPr>
          <a:xfrm>
            <a:off x="5158158" y="1673061"/>
            <a:ext cx="10209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rPr>
              <a:t>02</a:t>
            </a:r>
            <a:endParaRPr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sp>
        <p:nvSpPr>
          <p:cNvPr id="2425" name="Google Shape;2425;p37"/>
          <p:cNvSpPr txBox="1"/>
          <p:nvPr/>
        </p:nvSpPr>
        <p:spPr>
          <a:xfrm>
            <a:off x="1044877" y="2587368"/>
            <a:ext cx="10209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accent2"/>
                </a:solidFill>
                <a:latin typeface="Times New Roman" panose="02020603050405020304" pitchFamily="18" charset="0"/>
                <a:ea typeface="Fira Sans Extra Condensed SemiBold"/>
                <a:cs typeface="Times New Roman" panose="02020603050405020304" pitchFamily="18" charset="0"/>
                <a:sym typeface="Fira Sans Extra Condensed SemiBold"/>
              </a:rPr>
              <a:t>03</a:t>
            </a:r>
            <a:endParaRPr sz="4000" dirty="0">
              <a:solidFill>
                <a:schemeClr val="accent2"/>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2426" name="Google Shape;2426;p37"/>
          <p:cNvGrpSpPr/>
          <p:nvPr/>
        </p:nvGrpSpPr>
        <p:grpSpPr>
          <a:xfrm>
            <a:off x="2576704" y="2571750"/>
            <a:ext cx="2157543" cy="662775"/>
            <a:chOff x="364444" y="3293902"/>
            <a:chExt cx="2980443" cy="662775"/>
          </a:xfrm>
        </p:grpSpPr>
        <p:sp>
          <p:nvSpPr>
            <p:cNvPr id="2427" name="Google Shape;2427;p37"/>
            <p:cNvSpPr txBox="1"/>
            <p:nvPr/>
          </p:nvSpPr>
          <p:spPr>
            <a:xfrm>
              <a:off x="364444" y="3293902"/>
              <a:ext cx="2177023" cy="32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Back End Tool</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428" name="Google Shape;2428;p37"/>
            <p:cNvSpPr txBox="1"/>
            <p:nvPr/>
          </p:nvSpPr>
          <p:spPr>
            <a:xfrm>
              <a:off x="763387" y="3531277"/>
              <a:ext cx="2581500" cy="42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IN" sz="1300" dirty="0">
                  <a:solidFill>
                    <a:schemeClr val="accent5"/>
                  </a:solidFill>
                  <a:latin typeface="Times New Roman" panose="02020603050405020304" pitchFamily="18" charset="0"/>
                  <a:ea typeface="Roboto"/>
                  <a:cs typeface="Times New Roman" panose="02020603050405020304" pitchFamily="18" charset="0"/>
                  <a:sym typeface="Roboto"/>
                </a:rPr>
                <a:t>MySQL</a:t>
              </a:r>
            </a:p>
          </p:txBody>
        </p:sp>
      </p:grpSp>
      <p:grpSp>
        <p:nvGrpSpPr>
          <p:cNvPr id="33" name="Google Shape;2354;p37">
            <a:extLst>
              <a:ext uri="{FF2B5EF4-FFF2-40B4-BE49-F238E27FC236}">
                <a16:creationId xmlns:a16="http://schemas.microsoft.com/office/drawing/2014/main" id="{A0A4E111-FA88-6580-E20B-0892C63D372C}"/>
              </a:ext>
            </a:extLst>
          </p:cNvPr>
          <p:cNvGrpSpPr/>
          <p:nvPr/>
        </p:nvGrpSpPr>
        <p:grpSpPr>
          <a:xfrm>
            <a:off x="6656186" y="3299953"/>
            <a:ext cx="2453990" cy="799501"/>
            <a:chOff x="3183354" y="1512575"/>
            <a:chExt cx="2453990" cy="799501"/>
          </a:xfrm>
        </p:grpSpPr>
        <p:sp>
          <p:nvSpPr>
            <p:cNvPr id="34" name="Google Shape;2355;p37">
              <a:extLst>
                <a:ext uri="{FF2B5EF4-FFF2-40B4-BE49-F238E27FC236}">
                  <a16:creationId xmlns:a16="http://schemas.microsoft.com/office/drawing/2014/main" id="{CBFB9CCB-1B8F-33AC-AA42-00635B1EDB08}"/>
                </a:ext>
              </a:extLst>
            </p:cNvPr>
            <p:cNvSpPr/>
            <p:nvPr/>
          </p:nvSpPr>
          <p:spPr>
            <a:xfrm>
              <a:off x="3223683" y="1563211"/>
              <a:ext cx="2376213" cy="738938"/>
            </a:xfrm>
            <a:custGeom>
              <a:avLst/>
              <a:gdLst/>
              <a:ahLst/>
              <a:cxnLst/>
              <a:rect l="l" t="t" r="r" b="b"/>
              <a:pathLst>
                <a:path w="105586" h="35054" extrusionOk="0">
                  <a:moveTo>
                    <a:pt x="26780" y="1"/>
                  </a:moveTo>
                  <a:cubicBezTo>
                    <a:pt x="20570" y="1"/>
                    <a:pt x="14436" y="600"/>
                    <a:pt x="8788" y="3043"/>
                  </a:cubicBezTo>
                  <a:cubicBezTo>
                    <a:pt x="6698" y="3939"/>
                    <a:pt x="4693" y="5090"/>
                    <a:pt x="3243" y="6839"/>
                  </a:cubicBezTo>
                  <a:cubicBezTo>
                    <a:pt x="0" y="10722"/>
                    <a:pt x="299" y="16396"/>
                    <a:pt x="1110" y="21387"/>
                  </a:cubicBezTo>
                  <a:cubicBezTo>
                    <a:pt x="1536" y="23904"/>
                    <a:pt x="2048" y="26506"/>
                    <a:pt x="3584" y="28554"/>
                  </a:cubicBezTo>
                  <a:cubicBezTo>
                    <a:pt x="6613" y="32692"/>
                    <a:pt x="12372" y="33332"/>
                    <a:pt x="17491" y="33588"/>
                  </a:cubicBezTo>
                  <a:cubicBezTo>
                    <a:pt x="30754" y="34321"/>
                    <a:pt x="44077" y="35054"/>
                    <a:pt x="57370" y="35054"/>
                  </a:cubicBezTo>
                  <a:cubicBezTo>
                    <a:pt x="68835" y="35054"/>
                    <a:pt x="80276" y="34509"/>
                    <a:pt x="91636" y="32948"/>
                  </a:cubicBezTo>
                  <a:cubicBezTo>
                    <a:pt x="96883" y="32223"/>
                    <a:pt x="103026" y="30559"/>
                    <a:pt x="104860" y="25525"/>
                  </a:cubicBezTo>
                  <a:cubicBezTo>
                    <a:pt x="105586" y="23477"/>
                    <a:pt x="105415" y="21259"/>
                    <a:pt x="105202" y="19083"/>
                  </a:cubicBezTo>
                  <a:cubicBezTo>
                    <a:pt x="105116" y="17889"/>
                    <a:pt x="104988" y="16651"/>
                    <a:pt x="104306" y="15670"/>
                  </a:cubicBezTo>
                  <a:cubicBezTo>
                    <a:pt x="103197" y="14049"/>
                    <a:pt x="100936" y="13708"/>
                    <a:pt x="98973" y="13580"/>
                  </a:cubicBezTo>
                  <a:cubicBezTo>
                    <a:pt x="93086" y="13196"/>
                    <a:pt x="87071" y="12385"/>
                    <a:pt x="81696" y="9740"/>
                  </a:cubicBezTo>
                  <a:cubicBezTo>
                    <a:pt x="81056" y="9484"/>
                    <a:pt x="80501" y="9101"/>
                    <a:pt x="80075" y="8546"/>
                  </a:cubicBezTo>
                  <a:cubicBezTo>
                    <a:pt x="79435" y="7650"/>
                    <a:pt x="79520" y="6370"/>
                    <a:pt x="79179" y="5304"/>
                  </a:cubicBezTo>
                  <a:cubicBezTo>
                    <a:pt x="78624" y="3811"/>
                    <a:pt x="77472" y="2659"/>
                    <a:pt x="76022" y="2061"/>
                  </a:cubicBezTo>
                  <a:cubicBezTo>
                    <a:pt x="74571" y="1507"/>
                    <a:pt x="73036" y="1166"/>
                    <a:pt x="71500" y="1080"/>
                  </a:cubicBezTo>
                  <a:cubicBezTo>
                    <a:pt x="66634" y="571"/>
                    <a:pt x="61752" y="462"/>
                    <a:pt x="56868" y="462"/>
                  </a:cubicBezTo>
                  <a:cubicBezTo>
                    <a:pt x="53210" y="462"/>
                    <a:pt x="49551" y="523"/>
                    <a:pt x="45898" y="523"/>
                  </a:cubicBezTo>
                  <a:cubicBezTo>
                    <a:pt x="43394" y="523"/>
                    <a:pt x="40892" y="494"/>
                    <a:pt x="38395" y="398"/>
                  </a:cubicBezTo>
                  <a:cubicBezTo>
                    <a:pt x="34560" y="234"/>
                    <a:pt x="30655" y="1"/>
                    <a:pt x="26780" y="1"/>
                  </a:cubicBezTo>
                  <a:close/>
                </a:path>
              </a:pathLst>
            </a:custGeom>
            <a:solidFill>
              <a:srgbClr val="5E60CE">
                <a:alpha val="7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2356;p37">
              <a:extLst>
                <a:ext uri="{FF2B5EF4-FFF2-40B4-BE49-F238E27FC236}">
                  <a16:creationId xmlns:a16="http://schemas.microsoft.com/office/drawing/2014/main" id="{010C3FF9-F03D-8338-A09B-E3DF45803745}"/>
                </a:ext>
              </a:extLst>
            </p:cNvPr>
            <p:cNvSpPr/>
            <p:nvPr/>
          </p:nvSpPr>
          <p:spPr>
            <a:xfrm>
              <a:off x="3183354" y="1512575"/>
              <a:ext cx="2453990" cy="799501"/>
            </a:xfrm>
            <a:custGeom>
              <a:avLst/>
              <a:gdLst/>
              <a:ahLst/>
              <a:cxnLst/>
              <a:rect l="l" t="t" r="r" b="b"/>
              <a:pathLst>
                <a:path w="109042" h="37927" extrusionOk="0">
                  <a:moveTo>
                    <a:pt x="63261" y="1030"/>
                  </a:moveTo>
                  <a:cubicBezTo>
                    <a:pt x="70271" y="1030"/>
                    <a:pt x="77276" y="1131"/>
                    <a:pt x="84256" y="1648"/>
                  </a:cubicBezTo>
                  <a:cubicBezTo>
                    <a:pt x="88820" y="1989"/>
                    <a:pt x="93385" y="2501"/>
                    <a:pt x="97950" y="3098"/>
                  </a:cubicBezTo>
                  <a:cubicBezTo>
                    <a:pt x="99102" y="3226"/>
                    <a:pt x="100211" y="3354"/>
                    <a:pt x="101363" y="3525"/>
                  </a:cubicBezTo>
                  <a:cubicBezTo>
                    <a:pt x="102216" y="3653"/>
                    <a:pt x="103069" y="3866"/>
                    <a:pt x="103880" y="4165"/>
                  </a:cubicBezTo>
                  <a:cubicBezTo>
                    <a:pt x="105799" y="5018"/>
                    <a:pt x="106141" y="6980"/>
                    <a:pt x="106524" y="8900"/>
                  </a:cubicBezTo>
                  <a:cubicBezTo>
                    <a:pt x="107335" y="13337"/>
                    <a:pt x="107804" y="17859"/>
                    <a:pt x="107847" y="22381"/>
                  </a:cubicBezTo>
                  <a:cubicBezTo>
                    <a:pt x="107847" y="24642"/>
                    <a:pt x="107804" y="26903"/>
                    <a:pt x="107676" y="29164"/>
                  </a:cubicBezTo>
                  <a:cubicBezTo>
                    <a:pt x="107548" y="30913"/>
                    <a:pt x="107506" y="33004"/>
                    <a:pt x="106439" y="34497"/>
                  </a:cubicBezTo>
                  <a:cubicBezTo>
                    <a:pt x="105330" y="35947"/>
                    <a:pt x="103240" y="36118"/>
                    <a:pt x="101533" y="36160"/>
                  </a:cubicBezTo>
                  <a:cubicBezTo>
                    <a:pt x="101290" y="36160"/>
                    <a:pt x="101133" y="36296"/>
                    <a:pt x="101063" y="36469"/>
                  </a:cubicBezTo>
                  <a:lnTo>
                    <a:pt x="101063" y="36469"/>
                  </a:lnTo>
                  <a:cubicBezTo>
                    <a:pt x="91947" y="36679"/>
                    <a:pt x="82791" y="36888"/>
                    <a:pt x="73676" y="37014"/>
                  </a:cubicBezTo>
                  <a:cubicBezTo>
                    <a:pt x="68556" y="37084"/>
                    <a:pt x="63449" y="37116"/>
                    <a:pt x="58341" y="37116"/>
                  </a:cubicBezTo>
                  <a:cubicBezTo>
                    <a:pt x="54170" y="37116"/>
                    <a:pt x="49999" y="37095"/>
                    <a:pt x="45818" y="37056"/>
                  </a:cubicBezTo>
                  <a:cubicBezTo>
                    <a:pt x="36561" y="36928"/>
                    <a:pt x="27389" y="36758"/>
                    <a:pt x="18131" y="36502"/>
                  </a:cubicBezTo>
                  <a:cubicBezTo>
                    <a:pt x="16484" y="36467"/>
                    <a:pt x="14808" y="36350"/>
                    <a:pt x="13127" y="36350"/>
                  </a:cubicBezTo>
                  <a:cubicBezTo>
                    <a:pt x="12719" y="36350"/>
                    <a:pt x="12311" y="36357"/>
                    <a:pt x="11903" y="36374"/>
                  </a:cubicBezTo>
                  <a:cubicBezTo>
                    <a:pt x="10591" y="36470"/>
                    <a:pt x="9279" y="36518"/>
                    <a:pt x="7967" y="36518"/>
                  </a:cubicBezTo>
                  <a:cubicBezTo>
                    <a:pt x="7530" y="36518"/>
                    <a:pt x="7093" y="36512"/>
                    <a:pt x="6656" y="36502"/>
                  </a:cubicBezTo>
                  <a:cubicBezTo>
                    <a:pt x="5077" y="36331"/>
                    <a:pt x="3456" y="35819"/>
                    <a:pt x="2475" y="34411"/>
                  </a:cubicBezTo>
                  <a:cubicBezTo>
                    <a:pt x="1536" y="33046"/>
                    <a:pt x="1280" y="31382"/>
                    <a:pt x="1195" y="29804"/>
                  </a:cubicBezTo>
                  <a:cubicBezTo>
                    <a:pt x="1024" y="27714"/>
                    <a:pt x="1067" y="25623"/>
                    <a:pt x="1067" y="23533"/>
                  </a:cubicBezTo>
                  <a:cubicBezTo>
                    <a:pt x="1110" y="21229"/>
                    <a:pt x="1195" y="18926"/>
                    <a:pt x="1323" y="16622"/>
                  </a:cubicBezTo>
                  <a:cubicBezTo>
                    <a:pt x="1494" y="14361"/>
                    <a:pt x="1707" y="12100"/>
                    <a:pt x="1963" y="9881"/>
                  </a:cubicBezTo>
                  <a:cubicBezTo>
                    <a:pt x="2176" y="8047"/>
                    <a:pt x="2347" y="5829"/>
                    <a:pt x="3925" y="4549"/>
                  </a:cubicBezTo>
                  <a:cubicBezTo>
                    <a:pt x="5376" y="3397"/>
                    <a:pt x="7552" y="2970"/>
                    <a:pt x="9343" y="2672"/>
                  </a:cubicBezTo>
                  <a:cubicBezTo>
                    <a:pt x="11434" y="2330"/>
                    <a:pt x="13567" y="2160"/>
                    <a:pt x="15700" y="2117"/>
                  </a:cubicBezTo>
                  <a:cubicBezTo>
                    <a:pt x="20051" y="2032"/>
                    <a:pt x="24360" y="1861"/>
                    <a:pt x="28711" y="1691"/>
                  </a:cubicBezTo>
                  <a:cubicBezTo>
                    <a:pt x="37969" y="1307"/>
                    <a:pt x="47269" y="1093"/>
                    <a:pt x="56526" y="1051"/>
                  </a:cubicBezTo>
                  <a:cubicBezTo>
                    <a:pt x="58771" y="1040"/>
                    <a:pt x="61017" y="1030"/>
                    <a:pt x="63261" y="1030"/>
                  </a:cubicBezTo>
                  <a:close/>
                  <a:moveTo>
                    <a:pt x="59563" y="1"/>
                  </a:moveTo>
                  <a:cubicBezTo>
                    <a:pt x="51924" y="1"/>
                    <a:pt x="44285" y="130"/>
                    <a:pt x="36646" y="368"/>
                  </a:cubicBezTo>
                  <a:cubicBezTo>
                    <a:pt x="31826" y="496"/>
                    <a:pt x="27005" y="667"/>
                    <a:pt x="22184" y="880"/>
                  </a:cubicBezTo>
                  <a:cubicBezTo>
                    <a:pt x="17961" y="1093"/>
                    <a:pt x="13652" y="880"/>
                    <a:pt x="9471" y="1563"/>
                  </a:cubicBezTo>
                  <a:cubicBezTo>
                    <a:pt x="7552" y="1861"/>
                    <a:pt x="5376" y="2288"/>
                    <a:pt x="3712" y="3397"/>
                  </a:cubicBezTo>
                  <a:cubicBezTo>
                    <a:pt x="2048" y="4463"/>
                    <a:pt x="1451" y="6255"/>
                    <a:pt x="1152" y="8090"/>
                  </a:cubicBezTo>
                  <a:cubicBezTo>
                    <a:pt x="470" y="12697"/>
                    <a:pt x="129" y="17347"/>
                    <a:pt x="86" y="21997"/>
                  </a:cubicBezTo>
                  <a:cubicBezTo>
                    <a:pt x="43" y="24301"/>
                    <a:pt x="1" y="26604"/>
                    <a:pt x="129" y="28908"/>
                  </a:cubicBezTo>
                  <a:cubicBezTo>
                    <a:pt x="129" y="30572"/>
                    <a:pt x="427" y="32236"/>
                    <a:pt x="1024" y="33814"/>
                  </a:cubicBezTo>
                  <a:cubicBezTo>
                    <a:pt x="1664" y="35307"/>
                    <a:pt x="2902" y="36502"/>
                    <a:pt x="4437" y="37014"/>
                  </a:cubicBezTo>
                  <a:cubicBezTo>
                    <a:pt x="5564" y="37389"/>
                    <a:pt x="6789" y="37491"/>
                    <a:pt x="7992" y="37491"/>
                  </a:cubicBezTo>
                  <a:cubicBezTo>
                    <a:pt x="8565" y="37491"/>
                    <a:pt x="9134" y="37468"/>
                    <a:pt x="9685" y="37440"/>
                  </a:cubicBezTo>
                  <a:cubicBezTo>
                    <a:pt x="10902" y="37359"/>
                    <a:pt x="12102" y="37329"/>
                    <a:pt x="13306" y="37329"/>
                  </a:cubicBezTo>
                  <a:cubicBezTo>
                    <a:pt x="14001" y="37329"/>
                    <a:pt x="14698" y="37339"/>
                    <a:pt x="15401" y="37355"/>
                  </a:cubicBezTo>
                  <a:cubicBezTo>
                    <a:pt x="17790" y="37440"/>
                    <a:pt x="20222" y="37526"/>
                    <a:pt x="22611" y="37568"/>
                  </a:cubicBezTo>
                  <a:cubicBezTo>
                    <a:pt x="27346" y="37696"/>
                    <a:pt x="32124" y="37782"/>
                    <a:pt x="36902" y="37824"/>
                  </a:cubicBezTo>
                  <a:cubicBezTo>
                    <a:pt x="42186" y="37895"/>
                    <a:pt x="47458" y="37926"/>
                    <a:pt x="52730" y="37926"/>
                  </a:cubicBezTo>
                  <a:cubicBezTo>
                    <a:pt x="57035" y="37926"/>
                    <a:pt x="61341" y="37905"/>
                    <a:pt x="65655" y="37867"/>
                  </a:cubicBezTo>
                  <a:cubicBezTo>
                    <a:pt x="75254" y="37782"/>
                    <a:pt x="84853" y="37568"/>
                    <a:pt x="94451" y="37184"/>
                  </a:cubicBezTo>
                  <a:cubicBezTo>
                    <a:pt x="96651" y="37104"/>
                    <a:pt x="98850" y="36987"/>
                    <a:pt x="101049" y="36867"/>
                  </a:cubicBezTo>
                  <a:lnTo>
                    <a:pt x="101049" y="36867"/>
                  </a:lnTo>
                  <a:cubicBezTo>
                    <a:pt x="101107" y="37045"/>
                    <a:pt x="101255" y="37186"/>
                    <a:pt x="101494" y="37186"/>
                  </a:cubicBezTo>
                  <a:cubicBezTo>
                    <a:pt x="101507" y="37186"/>
                    <a:pt x="101520" y="37185"/>
                    <a:pt x="101533" y="37184"/>
                  </a:cubicBezTo>
                  <a:cubicBezTo>
                    <a:pt x="103325" y="37099"/>
                    <a:pt x="105287" y="36971"/>
                    <a:pt x="106695" y="35691"/>
                  </a:cubicBezTo>
                  <a:cubicBezTo>
                    <a:pt x="108146" y="34411"/>
                    <a:pt x="108402" y="32534"/>
                    <a:pt x="108572" y="30828"/>
                  </a:cubicBezTo>
                  <a:cubicBezTo>
                    <a:pt x="108999" y="26178"/>
                    <a:pt x="109041" y="21528"/>
                    <a:pt x="108658" y="16878"/>
                  </a:cubicBezTo>
                  <a:cubicBezTo>
                    <a:pt x="108444" y="14574"/>
                    <a:pt x="108146" y="12270"/>
                    <a:pt x="107804" y="10052"/>
                  </a:cubicBezTo>
                  <a:cubicBezTo>
                    <a:pt x="107463" y="8132"/>
                    <a:pt x="107250" y="5786"/>
                    <a:pt x="105885" y="4335"/>
                  </a:cubicBezTo>
                  <a:cubicBezTo>
                    <a:pt x="104647" y="2970"/>
                    <a:pt x="102685" y="2672"/>
                    <a:pt x="100936" y="2416"/>
                  </a:cubicBezTo>
                  <a:cubicBezTo>
                    <a:pt x="98632" y="2074"/>
                    <a:pt x="96329" y="1819"/>
                    <a:pt x="93982" y="1520"/>
                  </a:cubicBezTo>
                  <a:cubicBezTo>
                    <a:pt x="89247" y="1008"/>
                    <a:pt x="84469" y="581"/>
                    <a:pt x="79691" y="325"/>
                  </a:cubicBezTo>
                  <a:cubicBezTo>
                    <a:pt x="74956" y="69"/>
                    <a:pt x="70178" y="69"/>
                    <a:pt x="65442" y="27"/>
                  </a:cubicBezTo>
                  <a:cubicBezTo>
                    <a:pt x="63482" y="9"/>
                    <a:pt x="61523" y="1"/>
                    <a:pt x="59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2357;p37">
            <a:extLst>
              <a:ext uri="{FF2B5EF4-FFF2-40B4-BE49-F238E27FC236}">
                <a16:creationId xmlns:a16="http://schemas.microsoft.com/office/drawing/2014/main" id="{C011B1FE-85DA-AB95-4F3A-229A50DAE335}"/>
              </a:ext>
            </a:extLst>
          </p:cNvPr>
          <p:cNvGrpSpPr/>
          <p:nvPr/>
        </p:nvGrpSpPr>
        <p:grpSpPr>
          <a:xfrm>
            <a:off x="5184497" y="3324575"/>
            <a:ext cx="1399834" cy="790711"/>
            <a:chOff x="1711544" y="1537197"/>
            <a:chExt cx="1399834" cy="790711"/>
          </a:xfrm>
        </p:grpSpPr>
        <p:sp>
          <p:nvSpPr>
            <p:cNvPr id="37" name="Google Shape;2358;p37">
              <a:extLst>
                <a:ext uri="{FF2B5EF4-FFF2-40B4-BE49-F238E27FC236}">
                  <a16:creationId xmlns:a16="http://schemas.microsoft.com/office/drawing/2014/main" id="{3ABEB299-7E02-0D92-FA3C-BA3D5F0AFE4D}"/>
                </a:ext>
              </a:extLst>
            </p:cNvPr>
            <p:cNvSpPr/>
            <p:nvPr/>
          </p:nvSpPr>
          <p:spPr>
            <a:xfrm>
              <a:off x="2707146" y="1903430"/>
              <a:ext cx="57635" cy="53986"/>
            </a:xfrm>
            <a:custGeom>
              <a:avLst/>
              <a:gdLst/>
              <a:ahLst/>
              <a:cxnLst/>
              <a:rect l="l" t="t" r="r" b="b"/>
              <a:pathLst>
                <a:path w="2561" h="2561" extrusionOk="0">
                  <a:moveTo>
                    <a:pt x="1281" y="1"/>
                  </a:moveTo>
                  <a:cubicBezTo>
                    <a:pt x="555" y="1"/>
                    <a:pt x="1" y="555"/>
                    <a:pt x="1" y="1280"/>
                  </a:cubicBezTo>
                  <a:cubicBezTo>
                    <a:pt x="1" y="2006"/>
                    <a:pt x="555" y="2560"/>
                    <a:pt x="1281" y="2560"/>
                  </a:cubicBezTo>
                  <a:cubicBezTo>
                    <a:pt x="1963" y="2560"/>
                    <a:pt x="2561" y="2006"/>
                    <a:pt x="2561" y="1280"/>
                  </a:cubicBezTo>
                  <a:cubicBezTo>
                    <a:pt x="2561" y="555"/>
                    <a:pt x="1963"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59;p37">
              <a:extLst>
                <a:ext uri="{FF2B5EF4-FFF2-40B4-BE49-F238E27FC236}">
                  <a16:creationId xmlns:a16="http://schemas.microsoft.com/office/drawing/2014/main" id="{81118EA9-EF83-57D6-3B47-6C40867B1D6C}"/>
                </a:ext>
              </a:extLst>
            </p:cNvPr>
            <p:cNvSpPr/>
            <p:nvPr/>
          </p:nvSpPr>
          <p:spPr>
            <a:xfrm>
              <a:off x="2837721" y="1903430"/>
              <a:ext cx="57635" cy="53986"/>
            </a:xfrm>
            <a:custGeom>
              <a:avLst/>
              <a:gdLst/>
              <a:ahLst/>
              <a:cxnLst/>
              <a:rect l="l" t="t" r="r" b="b"/>
              <a:pathLst>
                <a:path w="2561" h="2561" extrusionOk="0">
                  <a:moveTo>
                    <a:pt x="1281" y="1"/>
                  </a:moveTo>
                  <a:cubicBezTo>
                    <a:pt x="598" y="1"/>
                    <a:pt x="1" y="555"/>
                    <a:pt x="1" y="1280"/>
                  </a:cubicBezTo>
                  <a:cubicBezTo>
                    <a:pt x="1" y="2006"/>
                    <a:pt x="598" y="2560"/>
                    <a:pt x="1281" y="2560"/>
                  </a:cubicBezTo>
                  <a:cubicBezTo>
                    <a:pt x="2006" y="2560"/>
                    <a:pt x="2560" y="2006"/>
                    <a:pt x="2560" y="1280"/>
                  </a:cubicBezTo>
                  <a:cubicBezTo>
                    <a:pt x="2560" y="555"/>
                    <a:pt x="2006" y="1"/>
                    <a:pt x="12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60;p37">
              <a:extLst>
                <a:ext uri="{FF2B5EF4-FFF2-40B4-BE49-F238E27FC236}">
                  <a16:creationId xmlns:a16="http://schemas.microsoft.com/office/drawing/2014/main" id="{79DF8E3D-93F0-0B1F-1430-0C9B6D75B805}"/>
                </a:ext>
              </a:extLst>
            </p:cNvPr>
            <p:cNvSpPr/>
            <p:nvPr/>
          </p:nvSpPr>
          <p:spPr>
            <a:xfrm>
              <a:off x="2969263" y="1903430"/>
              <a:ext cx="57613" cy="53986"/>
            </a:xfrm>
            <a:custGeom>
              <a:avLst/>
              <a:gdLst/>
              <a:ahLst/>
              <a:cxnLst/>
              <a:rect l="l" t="t" r="r" b="b"/>
              <a:pathLst>
                <a:path w="2560" h="2561" extrusionOk="0">
                  <a:moveTo>
                    <a:pt x="1280" y="1"/>
                  </a:moveTo>
                  <a:cubicBezTo>
                    <a:pt x="555" y="1"/>
                    <a:pt x="0" y="555"/>
                    <a:pt x="0" y="1280"/>
                  </a:cubicBezTo>
                  <a:cubicBezTo>
                    <a:pt x="0" y="2006"/>
                    <a:pt x="555" y="2560"/>
                    <a:pt x="1280" y="2560"/>
                  </a:cubicBezTo>
                  <a:cubicBezTo>
                    <a:pt x="1963" y="2560"/>
                    <a:pt x="2560" y="2006"/>
                    <a:pt x="2560" y="1280"/>
                  </a:cubicBezTo>
                  <a:cubicBezTo>
                    <a:pt x="2560" y="555"/>
                    <a:pt x="1963" y="1"/>
                    <a:pt x="12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61;p37">
              <a:extLst>
                <a:ext uri="{FF2B5EF4-FFF2-40B4-BE49-F238E27FC236}">
                  <a16:creationId xmlns:a16="http://schemas.microsoft.com/office/drawing/2014/main" id="{157AED7F-E50C-D728-E2E1-F7FD9AA1283B}"/>
                </a:ext>
              </a:extLst>
            </p:cNvPr>
            <p:cNvSpPr/>
            <p:nvPr/>
          </p:nvSpPr>
          <p:spPr>
            <a:xfrm>
              <a:off x="1711544" y="1537197"/>
              <a:ext cx="1399834" cy="790711"/>
            </a:xfrm>
            <a:custGeom>
              <a:avLst/>
              <a:gdLst/>
              <a:ahLst/>
              <a:cxnLst/>
              <a:rect l="l" t="t" r="r" b="b"/>
              <a:pathLst>
                <a:path w="62201" h="37510" extrusionOk="0">
                  <a:moveTo>
                    <a:pt x="41511" y="0"/>
                  </a:moveTo>
                  <a:cubicBezTo>
                    <a:pt x="40217" y="0"/>
                    <a:pt x="38922" y="4"/>
                    <a:pt x="37627" y="11"/>
                  </a:cubicBezTo>
                  <a:cubicBezTo>
                    <a:pt x="29693" y="53"/>
                    <a:pt x="21758" y="181"/>
                    <a:pt x="13823" y="523"/>
                  </a:cubicBezTo>
                  <a:cubicBezTo>
                    <a:pt x="9386" y="736"/>
                    <a:pt x="4864" y="864"/>
                    <a:pt x="427" y="1376"/>
                  </a:cubicBezTo>
                  <a:cubicBezTo>
                    <a:pt x="43" y="1418"/>
                    <a:pt x="1" y="2016"/>
                    <a:pt x="427" y="2016"/>
                  </a:cubicBezTo>
                  <a:cubicBezTo>
                    <a:pt x="4437" y="2016"/>
                    <a:pt x="8405" y="1760"/>
                    <a:pt x="12372" y="1632"/>
                  </a:cubicBezTo>
                  <a:cubicBezTo>
                    <a:pt x="16340" y="1461"/>
                    <a:pt x="20350" y="1333"/>
                    <a:pt x="24317" y="1248"/>
                  </a:cubicBezTo>
                  <a:cubicBezTo>
                    <a:pt x="30126" y="1123"/>
                    <a:pt x="35935" y="1044"/>
                    <a:pt x="41744" y="1044"/>
                  </a:cubicBezTo>
                  <a:cubicBezTo>
                    <a:pt x="43870" y="1044"/>
                    <a:pt x="45996" y="1054"/>
                    <a:pt x="48122" y="1077"/>
                  </a:cubicBezTo>
                  <a:cubicBezTo>
                    <a:pt x="52601" y="1162"/>
                    <a:pt x="57081" y="1248"/>
                    <a:pt x="61517" y="1376"/>
                  </a:cubicBezTo>
                  <a:cubicBezTo>
                    <a:pt x="62200" y="1376"/>
                    <a:pt x="62200" y="309"/>
                    <a:pt x="61517" y="309"/>
                  </a:cubicBezTo>
                  <a:cubicBezTo>
                    <a:pt x="54870" y="95"/>
                    <a:pt x="48193" y="0"/>
                    <a:pt x="41511" y="0"/>
                  </a:cubicBezTo>
                  <a:close/>
                  <a:moveTo>
                    <a:pt x="40719" y="2477"/>
                  </a:moveTo>
                  <a:cubicBezTo>
                    <a:pt x="39688" y="2477"/>
                    <a:pt x="38658" y="2479"/>
                    <a:pt x="37627" y="2485"/>
                  </a:cubicBezTo>
                  <a:cubicBezTo>
                    <a:pt x="29693" y="2528"/>
                    <a:pt x="21758" y="2698"/>
                    <a:pt x="13865" y="3040"/>
                  </a:cubicBezTo>
                  <a:cubicBezTo>
                    <a:pt x="9386" y="3210"/>
                    <a:pt x="4907" y="3338"/>
                    <a:pt x="427" y="3850"/>
                  </a:cubicBezTo>
                  <a:cubicBezTo>
                    <a:pt x="1" y="3850"/>
                    <a:pt x="1" y="4533"/>
                    <a:pt x="427" y="4533"/>
                  </a:cubicBezTo>
                  <a:cubicBezTo>
                    <a:pt x="4437" y="4533"/>
                    <a:pt x="8405" y="4277"/>
                    <a:pt x="12372" y="4106"/>
                  </a:cubicBezTo>
                  <a:cubicBezTo>
                    <a:pt x="16340" y="3978"/>
                    <a:pt x="20350" y="3850"/>
                    <a:pt x="24317" y="3722"/>
                  </a:cubicBezTo>
                  <a:cubicBezTo>
                    <a:pt x="29607" y="3608"/>
                    <a:pt x="34897" y="3551"/>
                    <a:pt x="40187" y="3551"/>
                  </a:cubicBezTo>
                  <a:cubicBezTo>
                    <a:pt x="42832" y="3551"/>
                    <a:pt x="45477" y="3566"/>
                    <a:pt x="48122" y="3594"/>
                  </a:cubicBezTo>
                  <a:cubicBezTo>
                    <a:pt x="52601" y="3637"/>
                    <a:pt x="57081" y="3722"/>
                    <a:pt x="61517" y="3850"/>
                  </a:cubicBezTo>
                  <a:cubicBezTo>
                    <a:pt x="62200" y="3850"/>
                    <a:pt x="62200" y="2784"/>
                    <a:pt x="61517" y="2784"/>
                  </a:cubicBezTo>
                  <a:cubicBezTo>
                    <a:pt x="54608" y="2598"/>
                    <a:pt x="47665" y="2477"/>
                    <a:pt x="40719" y="2477"/>
                  </a:cubicBezTo>
                  <a:close/>
                  <a:moveTo>
                    <a:pt x="37627" y="33158"/>
                  </a:moveTo>
                  <a:cubicBezTo>
                    <a:pt x="29693" y="33201"/>
                    <a:pt x="21758" y="33371"/>
                    <a:pt x="13865" y="33713"/>
                  </a:cubicBezTo>
                  <a:cubicBezTo>
                    <a:pt x="9386" y="33883"/>
                    <a:pt x="4907" y="34011"/>
                    <a:pt x="427" y="34566"/>
                  </a:cubicBezTo>
                  <a:cubicBezTo>
                    <a:pt x="1" y="34566"/>
                    <a:pt x="1" y="35206"/>
                    <a:pt x="427" y="35206"/>
                  </a:cubicBezTo>
                  <a:cubicBezTo>
                    <a:pt x="4437" y="35206"/>
                    <a:pt x="8405" y="34950"/>
                    <a:pt x="12372" y="34822"/>
                  </a:cubicBezTo>
                  <a:cubicBezTo>
                    <a:pt x="16340" y="34651"/>
                    <a:pt x="20350" y="34523"/>
                    <a:pt x="24317" y="34438"/>
                  </a:cubicBezTo>
                  <a:cubicBezTo>
                    <a:pt x="29740" y="34292"/>
                    <a:pt x="35162" y="34226"/>
                    <a:pt x="40585" y="34226"/>
                  </a:cubicBezTo>
                  <a:cubicBezTo>
                    <a:pt x="43097" y="34226"/>
                    <a:pt x="45610" y="34240"/>
                    <a:pt x="48122" y="34267"/>
                  </a:cubicBezTo>
                  <a:cubicBezTo>
                    <a:pt x="52601" y="34310"/>
                    <a:pt x="57081" y="34438"/>
                    <a:pt x="61517" y="34566"/>
                  </a:cubicBezTo>
                  <a:cubicBezTo>
                    <a:pt x="62200" y="34566"/>
                    <a:pt x="62200" y="33499"/>
                    <a:pt x="61517" y="33457"/>
                  </a:cubicBezTo>
                  <a:lnTo>
                    <a:pt x="61517" y="33499"/>
                  </a:lnTo>
                  <a:cubicBezTo>
                    <a:pt x="53583" y="33243"/>
                    <a:pt x="45605" y="33158"/>
                    <a:pt x="37627" y="33158"/>
                  </a:cubicBezTo>
                  <a:close/>
                  <a:moveTo>
                    <a:pt x="37627" y="35462"/>
                  </a:moveTo>
                  <a:cubicBezTo>
                    <a:pt x="29693" y="35504"/>
                    <a:pt x="21758" y="35675"/>
                    <a:pt x="13865" y="36016"/>
                  </a:cubicBezTo>
                  <a:cubicBezTo>
                    <a:pt x="9386" y="36187"/>
                    <a:pt x="4907" y="36315"/>
                    <a:pt x="427" y="36870"/>
                  </a:cubicBezTo>
                  <a:cubicBezTo>
                    <a:pt x="43" y="36912"/>
                    <a:pt x="1" y="37509"/>
                    <a:pt x="427" y="37509"/>
                  </a:cubicBezTo>
                  <a:cubicBezTo>
                    <a:pt x="4437" y="37509"/>
                    <a:pt x="8405" y="37254"/>
                    <a:pt x="12372" y="37126"/>
                  </a:cubicBezTo>
                  <a:cubicBezTo>
                    <a:pt x="16340" y="36955"/>
                    <a:pt x="20350" y="36827"/>
                    <a:pt x="24317" y="36742"/>
                  </a:cubicBezTo>
                  <a:cubicBezTo>
                    <a:pt x="30126" y="36617"/>
                    <a:pt x="35935" y="36537"/>
                    <a:pt x="41744" y="36537"/>
                  </a:cubicBezTo>
                  <a:cubicBezTo>
                    <a:pt x="43870" y="36537"/>
                    <a:pt x="45996" y="36548"/>
                    <a:pt x="48122" y="36571"/>
                  </a:cubicBezTo>
                  <a:cubicBezTo>
                    <a:pt x="52601" y="36614"/>
                    <a:pt x="57081" y="36742"/>
                    <a:pt x="61517" y="36870"/>
                  </a:cubicBezTo>
                  <a:cubicBezTo>
                    <a:pt x="62200" y="36870"/>
                    <a:pt x="62200" y="35803"/>
                    <a:pt x="61517" y="35803"/>
                  </a:cubicBezTo>
                  <a:cubicBezTo>
                    <a:pt x="53583" y="35547"/>
                    <a:pt x="45605" y="35462"/>
                    <a:pt x="37627" y="354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2378;p37">
            <a:extLst>
              <a:ext uri="{FF2B5EF4-FFF2-40B4-BE49-F238E27FC236}">
                <a16:creationId xmlns:a16="http://schemas.microsoft.com/office/drawing/2014/main" id="{CA9D79CB-7F04-B1F5-527C-4B43532C05F2}"/>
              </a:ext>
            </a:extLst>
          </p:cNvPr>
          <p:cNvGrpSpPr/>
          <p:nvPr/>
        </p:nvGrpSpPr>
        <p:grpSpPr>
          <a:xfrm>
            <a:off x="4171206" y="3324575"/>
            <a:ext cx="904505" cy="911169"/>
            <a:chOff x="702043" y="1537192"/>
            <a:chExt cx="904505" cy="911169"/>
          </a:xfrm>
        </p:grpSpPr>
        <p:sp>
          <p:nvSpPr>
            <p:cNvPr id="42" name="Google Shape;2379;p37">
              <a:extLst>
                <a:ext uri="{FF2B5EF4-FFF2-40B4-BE49-F238E27FC236}">
                  <a16:creationId xmlns:a16="http://schemas.microsoft.com/office/drawing/2014/main" id="{49511B89-ABAA-A32F-29B6-40FBC4B7416D}"/>
                </a:ext>
              </a:extLst>
            </p:cNvPr>
            <p:cNvSpPr/>
            <p:nvPr/>
          </p:nvSpPr>
          <p:spPr>
            <a:xfrm>
              <a:off x="797530" y="1619922"/>
              <a:ext cx="793701" cy="813672"/>
            </a:xfrm>
            <a:custGeom>
              <a:avLst/>
              <a:gdLst/>
              <a:ahLst/>
              <a:cxnLst/>
              <a:rect l="l" t="t" r="r" b="b"/>
              <a:pathLst>
                <a:path w="37585" h="40451" extrusionOk="0">
                  <a:moveTo>
                    <a:pt x="34172" y="0"/>
                  </a:moveTo>
                  <a:cubicBezTo>
                    <a:pt x="34172" y="0"/>
                    <a:pt x="34172" y="43"/>
                    <a:pt x="34172" y="85"/>
                  </a:cubicBezTo>
                  <a:cubicBezTo>
                    <a:pt x="34342" y="1067"/>
                    <a:pt x="34428" y="2048"/>
                    <a:pt x="34428" y="3072"/>
                  </a:cubicBezTo>
                  <a:cubicBezTo>
                    <a:pt x="34470" y="4352"/>
                    <a:pt x="34470" y="5674"/>
                    <a:pt x="34470" y="6954"/>
                  </a:cubicBezTo>
                  <a:cubicBezTo>
                    <a:pt x="34470" y="12158"/>
                    <a:pt x="34300" y="17363"/>
                    <a:pt x="33958" y="22568"/>
                  </a:cubicBezTo>
                  <a:cubicBezTo>
                    <a:pt x="33788" y="25127"/>
                    <a:pt x="33574" y="27687"/>
                    <a:pt x="33319" y="30204"/>
                  </a:cubicBezTo>
                  <a:cubicBezTo>
                    <a:pt x="33105" y="32294"/>
                    <a:pt x="32721" y="34513"/>
                    <a:pt x="31100" y="36006"/>
                  </a:cubicBezTo>
                  <a:cubicBezTo>
                    <a:pt x="29735" y="37371"/>
                    <a:pt x="27773" y="37926"/>
                    <a:pt x="25938" y="38139"/>
                  </a:cubicBezTo>
                  <a:cubicBezTo>
                    <a:pt x="24914" y="38267"/>
                    <a:pt x="23933" y="38352"/>
                    <a:pt x="22952" y="38352"/>
                  </a:cubicBezTo>
                  <a:cubicBezTo>
                    <a:pt x="21672" y="38395"/>
                    <a:pt x="20392" y="38395"/>
                    <a:pt x="19112" y="38395"/>
                  </a:cubicBezTo>
                  <a:cubicBezTo>
                    <a:pt x="17193" y="38395"/>
                    <a:pt x="15273" y="38352"/>
                    <a:pt x="13353" y="38224"/>
                  </a:cubicBezTo>
                  <a:lnTo>
                    <a:pt x="13055" y="38224"/>
                  </a:lnTo>
                  <a:cubicBezTo>
                    <a:pt x="11348" y="38139"/>
                    <a:pt x="9642" y="38054"/>
                    <a:pt x="7935" y="37798"/>
                  </a:cubicBezTo>
                  <a:cubicBezTo>
                    <a:pt x="7082" y="37712"/>
                    <a:pt x="6272" y="37584"/>
                    <a:pt x="5418" y="37414"/>
                  </a:cubicBezTo>
                  <a:cubicBezTo>
                    <a:pt x="4992" y="37328"/>
                    <a:pt x="4565" y="37286"/>
                    <a:pt x="4139" y="37158"/>
                  </a:cubicBezTo>
                  <a:lnTo>
                    <a:pt x="4011" y="37115"/>
                  </a:lnTo>
                  <a:lnTo>
                    <a:pt x="3883" y="37115"/>
                  </a:lnTo>
                  <a:cubicBezTo>
                    <a:pt x="2859" y="36944"/>
                    <a:pt x="1878" y="36688"/>
                    <a:pt x="939" y="36347"/>
                  </a:cubicBezTo>
                  <a:cubicBezTo>
                    <a:pt x="598" y="36219"/>
                    <a:pt x="299" y="36091"/>
                    <a:pt x="0" y="35921"/>
                  </a:cubicBezTo>
                  <a:lnTo>
                    <a:pt x="0" y="35921"/>
                  </a:lnTo>
                  <a:cubicBezTo>
                    <a:pt x="427" y="36347"/>
                    <a:pt x="896" y="36774"/>
                    <a:pt x="1366" y="37158"/>
                  </a:cubicBezTo>
                  <a:cubicBezTo>
                    <a:pt x="2347" y="37883"/>
                    <a:pt x="3456" y="38352"/>
                    <a:pt x="4650" y="38565"/>
                  </a:cubicBezTo>
                  <a:cubicBezTo>
                    <a:pt x="6101" y="38864"/>
                    <a:pt x="7594" y="39035"/>
                    <a:pt x="9130" y="39248"/>
                  </a:cubicBezTo>
                  <a:cubicBezTo>
                    <a:pt x="10666" y="39461"/>
                    <a:pt x="12201" y="39632"/>
                    <a:pt x="13737" y="39803"/>
                  </a:cubicBezTo>
                  <a:cubicBezTo>
                    <a:pt x="16809" y="40101"/>
                    <a:pt x="19923" y="40272"/>
                    <a:pt x="22995" y="40400"/>
                  </a:cubicBezTo>
                  <a:cubicBezTo>
                    <a:pt x="24573" y="40443"/>
                    <a:pt x="26109" y="40443"/>
                    <a:pt x="27645" y="40443"/>
                  </a:cubicBezTo>
                  <a:cubicBezTo>
                    <a:pt x="27804" y="40448"/>
                    <a:pt x="27964" y="40451"/>
                    <a:pt x="28124" y="40451"/>
                  </a:cubicBezTo>
                  <a:cubicBezTo>
                    <a:pt x="29201" y="40451"/>
                    <a:pt x="30279" y="40330"/>
                    <a:pt x="31356" y="40144"/>
                  </a:cubicBezTo>
                  <a:cubicBezTo>
                    <a:pt x="32508" y="39888"/>
                    <a:pt x="33574" y="39248"/>
                    <a:pt x="34300" y="38310"/>
                  </a:cubicBezTo>
                  <a:cubicBezTo>
                    <a:pt x="34982" y="37328"/>
                    <a:pt x="35409" y="36176"/>
                    <a:pt x="35580" y="34982"/>
                  </a:cubicBezTo>
                  <a:cubicBezTo>
                    <a:pt x="35793" y="33574"/>
                    <a:pt x="35921" y="32166"/>
                    <a:pt x="36091" y="30759"/>
                  </a:cubicBezTo>
                  <a:cubicBezTo>
                    <a:pt x="36305" y="29180"/>
                    <a:pt x="36475" y="27644"/>
                    <a:pt x="36646" y="26109"/>
                  </a:cubicBezTo>
                  <a:cubicBezTo>
                    <a:pt x="36945" y="22952"/>
                    <a:pt x="37243" y="19837"/>
                    <a:pt x="37414" y="16680"/>
                  </a:cubicBezTo>
                  <a:cubicBezTo>
                    <a:pt x="37499" y="15145"/>
                    <a:pt x="37542" y="13566"/>
                    <a:pt x="37585" y="11988"/>
                  </a:cubicBezTo>
                  <a:cubicBezTo>
                    <a:pt x="37585" y="11263"/>
                    <a:pt x="37585" y="10495"/>
                    <a:pt x="37585" y="9727"/>
                  </a:cubicBezTo>
                  <a:cubicBezTo>
                    <a:pt x="37585" y="8959"/>
                    <a:pt x="37585" y="8234"/>
                    <a:pt x="37542" y="7466"/>
                  </a:cubicBezTo>
                  <a:cubicBezTo>
                    <a:pt x="37414" y="6314"/>
                    <a:pt x="37073" y="5162"/>
                    <a:pt x="36561" y="4138"/>
                  </a:cubicBezTo>
                  <a:cubicBezTo>
                    <a:pt x="36091" y="3114"/>
                    <a:pt x="35537" y="2176"/>
                    <a:pt x="34940" y="1237"/>
                  </a:cubicBezTo>
                  <a:cubicBezTo>
                    <a:pt x="34684" y="811"/>
                    <a:pt x="34428" y="384"/>
                    <a:pt x="34172" y="0"/>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80;p37">
              <a:extLst>
                <a:ext uri="{FF2B5EF4-FFF2-40B4-BE49-F238E27FC236}">
                  <a16:creationId xmlns:a16="http://schemas.microsoft.com/office/drawing/2014/main" id="{C82966FA-1FDD-96B7-EA7B-67D8CBDD757C}"/>
                </a:ext>
              </a:extLst>
            </p:cNvPr>
            <p:cNvSpPr/>
            <p:nvPr/>
          </p:nvSpPr>
          <p:spPr>
            <a:xfrm>
              <a:off x="729072" y="2000042"/>
              <a:ext cx="775688" cy="379429"/>
            </a:xfrm>
            <a:custGeom>
              <a:avLst/>
              <a:gdLst/>
              <a:ahLst/>
              <a:cxnLst/>
              <a:rect l="l" t="t" r="r" b="b"/>
              <a:pathLst>
                <a:path w="36732" h="18863" extrusionOk="0">
                  <a:moveTo>
                    <a:pt x="36731" y="1"/>
                  </a:moveTo>
                  <a:lnTo>
                    <a:pt x="36731" y="1"/>
                  </a:lnTo>
                  <a:cubicBezTo>
                    <a:pt x="36646" y="683"/>
                    <a:pt x="36518" y="1281"/>
                    <a:pt x="36433" y="1921"/>
                  </a:cubicBezTo>
                  <a:cubicBezTo>
                    <a:pt x="36134" y="3456"/>
                    <a:pt x="35665" y="4907"/>
                    <a:pt x="35366" y="6443"/>
                  </a:cubicBezTo>
                  <a:cubicBezTo>
                    <a:pt x="35025" y="8106"/>
                    <a:pt x="34555" y="9728"/>
                    <a:pt x="34044" y="11349"/>
                  </a:cubicBezTo>
                  <a:cubicBezTo>
                    <a:pt x="33745" y="12458"/>
                    <a:pt x="33190" y="13482"/>
                    <a:pt x="32422" y="14335"/>
                  </a:cubicBezTo>
                  <a:cubicBezTo>
                    <a:pt x="31569" y="15231"/>
                    <a:pt x="30375" y="15743"/>
                    <a:pt x="29095" y="15743"/>
                  </a:cubicBezTo>
                  <a:cubicBezTo>
                    <a:pt x="27815" y="15743"/>
                    <a:pt x="26535" y="15999"/>
                    <a:pt x="25255" y="16041"/>
                  </a:cubicBezTo>
                  <a:cubicBezTo>
                    <a:pt x="24882" y="16047"/>
                    <a:pt x="24507" y="16049"/>
                    <a:pt x="24132" y="16049"/>
                  </a:cubicBezTo>
                  <a:cubicBezTo>
                    <a:pt x="21554" y="16049"/>
                    <a:pt x="18952" y="15923"/>
                    <a:pt x="16382" y="15700"/>
                  </a:cubicBezTo>
                  <a:cubicBezTo>
                    <a:pt x="12372" y="15401"/>
                    <a:pt x="8362" y="15060"/>
                    <a:pt x="4394" y="14378"/>
                  </a:cubicBezTo>
                  <a:cubicBezTo>
                    <a:pt x="3584" y="14292"/>
                    <a:pt x="2859" y="14036"/>
                    <a:pt x="2219" y="13524"/>
                  </a:cubicBezTo>
                  <a:cubicBezTo>
                    <a:pt x="1877" y="13140"/>
                    <a:pt x="1579" y="12714"/>
                    <a:pt x="1408" y="12245"/>
                  </a:cubicBezTo>
                  <a:cubicBezTo>
                    <a:pt x="1109" y="11605"/>
                    <a:pt x="853" y="10922"/>
                    <a:pt x="598" y="10282"/>
                  </a:cubicBezTo>
                  <a:cubicBezTo>
                    <a:pt x="342" y="9770"/>
                    <a:pt x="171" y="9258"/>
                    <a:pt x="0" y="8746"/>
                  </a:cubicBezTo>
                  <a:lnTo>
                    <a:pt x="0" y="8746"/>
                  </a:lnTo>
                  <a:cubicBezTo>
                    <a:pt x="0" y="9002"/>
                    <a:pt x="43" y="9301"/>
                    <a:pt x="86" y="9600"/>
                  </a:cubicBezTo>
                  <a:cubicBezTo>
                    <a:pt x="256" y="11477"/>
                    <a:pt x="640" y="13567"/>
                    <a:pt x="1920" y="15017"/>
                  </a:cubicBezTo>
                  <a:cubicBezTo>
                    <a:pt x="3242" y="16511"/>
                    <a:pt x="5376" y="17108"/>
                    <a:pt x="7295" y="17492"/>
                  </a:cubicBezTo>
                  <a:cubicBezTo>
                    <a:pt x="7381" y="17492"/>
                    <a:pt x="7423" y="17534"/>
                    <a:pt x="7466" y="17577"/>
                  </a:cubicBezTo>
                  <a:lnTo>
                    <a:pt x="7637" y="17577"/>
                  </a:lnTo>
                  <a:cubicBezTo>
                    <a:pt x="8106" y="17620"/>
                    <a:pt x="8575" y="17748"/>
                    <a:pt x="9044" y="17833"/>
                  </a:cubicBezTo>
                  <a:cubicBezTo>
                    <a:pt x="10367" y="18089"/>
                    <a:pt x="11732" y="18302"/>
                    <a:pt x="13097" y="18473"/>
                  </a:cubicBezTo>
                  <a:cubicBezTo>
                    <a:pt x="16210" y="18727"/>
                    <a:pt x="19346" y="18863"/>
                    <a:pt x="22471" y="18863"/>
                  </a:cubicBezTo>
                  <a:cubicBezTo>
                    <a:pt x="23543" y="18863"/>
                    <a:pt x="24614" y="18847"/>
                    <a:pt x="25682" y="18814"/>
                  </a:cubicBezTo>
                  <a:cubicBezTo>
                    <a:pt x="25819" y="18817"/>
                    <a:pt x="25956" y="18819"/>
                    <a:pt x="26094" y="18819"/>
                  </a:cubicBezTo>
                  <a:cubicBezTo>
                    <a:pt x="27882" y="18819"/>
                    <a:pt x="29698" y="18561"/>
                    <a:pt x="31441" y="18046"/>
                  </a:cubicBezTo>
                  <a:cubicBezTo>
                    <a:pt x="32252" y="17748"/>
                    <a:pt x="33020" y="17321"/>
                    <a:pt x="33702" y="16767"/>
                  </a:cubicBezTo>
                  <a:cubicBezTo>
                    <a:pt x="34427" y="16084"/>
                    <a:pt x="34982" y="15273"/>
                    <a:pt x="35323" y="14335"/>
                  </a:cubicBezTo>
                  <a:cubicBezTo>
                    <a:pt x="35622" y="13311"/>
                    <a:pt x="35835" y="12287"/>
                    <a:pt x="35921" y="11221"/>
                  </a:cubicBezTo>
                  <a:cubicBezTo>
                    <a:pt x="36049" y="9983"/>
                    <a:pt x="36134" y="8746"/>
                    <a:pt x="36262" y="7552"/>
                  </a:cubicBezTo>
                  <a:cubicBezTo>
                    <a:pt x="36433" y="5035"/>
                    <a:pt x="36603" y="2518"/>
                    <a:pt x="36731" y="1"/>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81;p37">
              <a:extLst>
                <a:ext uri="{FF2B5EF4-FFF2-40B4-BE49-F238E27FC236}">
                  <a16:creationId xmlns:a16="http://schemas.microsoft.com/office/drawing/2014/main" id="{AE517EEE-8BBC-3527-A632-E0CA3499CAA8}"/>
                </a:ext>
              </a:extLst>
            </p:cNvPr>
            <p:cNvSpPr/>
            <p:nvPr/>
          </p:nvSpPr>
          <p:spPr>
            <a:xfrm>
              <a:off x="759690" y="1588503"/>
              <a:ext cx="706317" cy="607232"/>
            </a:xfrm>
            <a:custGeom>
              <a:avLst/>
              <a:gdLst/>
              <a:ahLst/>
              <a:cxnLst/>
              <a:rect l="l" t="t" r="r" b="b"/>
              <a:pathLst>
                <a:path w="33447" h="30188" extrusionOk="0">
                  <a:moveTo>
                    <a:pt x="32722" y="1135"/>
                  </a:moveTo>
                  <a:cubicBezTo>
                    <a:pt x="32252" y="1306"/>
                    <a:pt x="32252" y="1989"/>
                    <a:pt x="32722" y="2159"/>
                  </a:cubicBezTo>
                  <a:cubicBezTo>
                    <a:pt x="33404" y="2159"/>
                    <a:pt x="33447" y="1135"/>
                    <a:pt x="32764" y="1135"/>
                  </a:cubicBezTo>
                  <a:close/>
                  <a:moveTo>
                    <a:pt x="7616" y="3578"/>
                  </a:moveTo>
                  <a:cubicBezTo>
                    <a:pt x="7509" y="3578"/>
                    <a:pt x="7402" y="3588"/>
                    <a:pt x="7296" y="3610"/>
                  </a:cubicBezTo>
                  <a:cubicBezTo>
                    <a:pt x="7168" y="3652"/>
                    <a:pt x="6997" y="3652"/>
                    <a:pt x="6869" y="3695"/>
                  </a:cubicBezTo>
                  <a:cubicBezTo>
                    <a:pt x="6528" y="3780"/>
                    <a:pt x="6187" y="3908"/>
                    <a:pt x="5931" y="4079"/>
                  </a:cubicBezTo>
                  <a:cubicBezTo>
                    <a:pt x="5803" y="4122"/>
                    <a:pt x="5760" y="4292"/>
                    <a:pt x="5803" y="4420"/>
                  </a:cubicBezTo>
                  <a:cubicBezTo>
                    <a:pt x="5835" y="4516"/>
                    <a:pt x="5939" y="4564"/>
                    <a:pt x="6043" y="4564"/>
                  </a:cubicBezTo>
                  <a:cubicBezTo>
                    <a:pt x="6077" y="4564"/>
                    <a:pt x="6112" y="4559"/>
                    <a:pt x="6144" y="4548"/>
                  </a:cubicBezTo>
                  <a:lnTo>
                    <a:pt x="6357" y="4548"/>
                  </a:lnTo>
                  <a:lnTo>
                    <a:pt x="6570" y="4506"/>
                  </a:lnTo>
                  <a:lnTo>
                    <a:pt x="6784" y="4463"/>
                  </a:lnTo>
                  <a:lnTo>
                    <a:pt x="7893" y="4463"/>
                  </a:lnTo>
                  <a:cubicBezTo>
                    <a:pt x="8106" y="4378"/>
                    <a:pt x="8192" y="4250"/>
                    <a:pt x="8192" y="4036"/>
                  </a:cubicBezTo>
                  <a:cubicBezTo>
                    <a:pt x="8234" y="3866"/>
                    <a:pt x="8106" y="3695"/>
                    <a:pt x="7936" y="3610"/>
                  </a:cubicBezTo>
                  <a:cubicBezTo>
                    <a:pt x="7829" y="3588"/>
                    <a:pt x="7722" y="3578"/>
                    <a:pt x="7616" y="3578"/>
                  </a:cubicBezTo>
                  <a:close/>
                  <a:moveTo>
                    <a:pt x="10666" y="5018"/>
                  </a:moveTo>
                  <a:cubicBezTo>
                    <a:pt x="10623" y="5018"/>
                    <a:pt x="10581" y="5060"/>
                    <a:pt x="10581" y="5060"/>
                  </a:cubicBezTo>
                  <a:lnTo>
                    <a:pt x="10495" y="5103"/>
                  </a:lnTo>
                  <a:cubicBezTo>
                    <a:pt x="10453" y="5103"/>
                    <a:pt x="10410" y="5146"/>
                    <a:pt x="10367" y="5188"/>
                  </a:cubicBezTo>
                  <a:lnTo>
                    <a:pt x="10325" y="5231"/>
                  </a:lnTo>
                  <a:lnTo>
                    <a:pt x="10282" y="5274"/>
                  </a:lnTo>
                  <a:cubicBezTo>
                    <a:pt x="10239" y="5316"/>
                    <a:pt x="10197" y="5359"/>
                    <a:pt x="10197" y="5402"/>
                  </a:cubicBezTo>
                  <a:cubicBezTo>
                    <a:pt x="10154" y="5487"/>
                    <a:pt x="10154" y="5530"/>
                    <a:pt x="10154" y="5615"/>
                  </a:cubicBezTo>
                  <a:cubicBezTo>
                    <a:pt x="10154" y="5658"/>
                    <a:pt x="10154" y="5700"/>
                    <a:pt x="10197" y="5786"/>
                  </a:cubicBezTo>
                  <a:cubicBezTo>
                    <a:pt x="10197" y="5828"/>
                    <a:pt x="10239" y="5871"/>
                    <a:pt x="10282" y="5914"/>
                  </a:cubicBezTo>
                  <a:lnTo>
                    <a:pt x="10367" y="5999"/>
                  </a:lnTo>
                  <a:cubicBezTo>
                    <a:pt x="10410" y="6041"/>
                    <a:pt x="10495" y="6041"/>
                    <a:pt x="10581" y="6041"/>
                  </a:cubicBezTo>
                  <a:lnTo>
                    <a:pt x="10709" y="6041"/>
                  </a:lnTo>
                  <a:cubicBezTo>
                    <a:pt x="10794" y="6041"/>
                    <a:pt x="10837" y="5999"/>
                    <a:pt x="10922" y="5956"/>
                  </a:cubicBezTo>
                  <a:cubicBezTo>
                    <a:pt x="10922" y="5914"/>
                    <a:pt x="10965" y="5914"/>
                    <a:pt x="10965" y="5871"/>
                  </a:cubicBezTo>
                  <a:lnTo>
                    <a:pt x="11007" y="5828"/>
                  </a:lnTo>
                  <a:cubicBezTo>
                    <a:pt x="11050" y="5786"/>
                    <a:pt x="11093" y="5743"/>
                    <a:pt x="11093" y="5700"/>
                  </a:cubicBezTo>
                  <a:lnTo>
                    <a:pt x="11135" y="5658"/>
                  </a:lnTo>
                  <a:lnTo>
                    <a:pt x="11178" y="5530"/>
                  </a:lnTo>
                  <a:cubicBezTo>
                    <a:pt x="11178" y="5487"/>
                    <a:pt x="11178" y="5444"/>
                    <a:pt x="11178" y="5359"/>
                  </a:cubicBezTo>
                  <a:cubicBezTo>
                    <a:pt x="11178" y="5359"/>
                    <a:pt x="11178" y="5316"/>
                    <a:pt x="11135" y="5274"/>
                  </a:cubicBezTo>
                  <a:cubicBezTo>
                    <a:pt x="11093" y="5231"/>
                    <a:pt x="11050" y="5188"/>
                    <a:pt x="11007" y="5146"/>
                  </a:cubicBezTo>
                  <a:lnTo>
                    <a:pt x="10922" y="5060"/>
                  </a:lnTo>
                  <a:lnTo>
                    <a:pt x="10837" y="5018"/>
                  </a:lnTo>
                  <a:close/>
                  <a:moveTo>
                    <a:pt x="28455" y="5786"/>
                  </a:moveTo>
                  <a:lnTo>
                    <a:pt x="28413" y="5828"/>
                  </a:lnTo>
                  <a:cubicBezTo>
                    <a:pt x="27816" y="5828"/>
                    <a:pt x="27816" y="6724"/>
                    <a:pt x="28413" y="6724"/>
                  </a:cubicBezTo>
                  <a:cubicBezTo>
                    <a:pt x="28426" y="6725"/>
                    <a:pt x="28440" y="6725"/>
                    <a:pt x="28453" y="6725"/>
                  </a:cubicBezTo>
                  <a:cubicBezTo>
                    <a:pt x="29054" y="6725"/>
                    <a:pt x="29082" y="5786"/>
                    <a:pt x="28455" y="5786"/>
                  </a:cubicBezTo>
                  <a:close/>
                  <a:moveTo>
                    <a:pt x="7509" y="8345"/>
                  </a:moveTo>
                  <a:cubicBezTo>
                    <a:pt x="6997" y="8388"/>
                    <a:pt x="6997" y="9156"/>
                    <a:pt x="7509" y="9241"/>
                  </a:cubicBezTo>
                  <a:cubicBezTo>
                    <a:pt x="8064" y="9156"/>
                    <a:pt x="8064" y="8388"/>
                    <a:pt x="7509" y="8345"/>
                  </a:cubicBezTo>
                  <a:close/>
                  <a:moveTo>
                    <a:pt x="10239" y="9284"/>
                  </a:moveTo>
                  <a:cubicBezTo>
                    <a:pt x="9855" y="9326"/>
                    <a:pt x="9855" y="9881"/>
                    <a:pt x="10239" y="9924"/>
                  </a:cubicBezTo>
                  <a:cubicBezTo>
                    <a:pt x="10623" y="9881"/>
                    <a:pt x="10623" y="9326"/>
                    <a:pt x="10239" y="9284"/>
                  </a:cubicBezTo>
                  <a:close/>
                  <a:moveTo>
                    <a:pt x="19838" y="9113"/>
                  </a:moveTo>
                  <a:cubicBezTo>
                    <a:pt x="19753" y="9113"/>
                    <a:pt x="19667" y="9156"/>
                    <a:pt x="19625" y="9241"/>
                  </a:cubicBezTo>
                  <a:lnTo>
                    <a:pt x="19454" y="9412"/>
                  </a:lnTo>
                  <a:cubicBezTo>
                    <a:pt x="19411" y="9454"/>
                    <a:pt x="19369" y="9497"/>
                    <a:pt x="19369" y="9582"/>
                  </a:cubicBezTo>
                  <a:cubicBezTo>
                    <a:pt x="19326" y="9625"/>
                    <a:pt x="19326" y="9668"/>
                    <a:pt x="19326" y="9753"/>
                  </a:cubicBezTo>
                  <a:cubicBezTo>
                    <a:pt x="19326" y="9881"/>
                    <a:pt x="19369" y="10009"/>
                    <a:pt x="19454" y="10094"/>
                  </a:cubicBezTo>
                  <a:lnTo>
                    <a:pt x="19539" y="10180"/>
                  </a:lnTo>
                  <a:cubicBezTo>
                    <a:pt x="19625" y="10222"/>
                    <a:pt x="19710" y="10222"/>
                    <a:pt x="19795" y="10222"/>
                  </a:cubicBezTo>
                  <a:lnTo>
                    <a:pt x="19923" y="10222"/>
                  </a:lnTo>
                  <a:cubicBezTo>
                    <a:pt x="20009" y="10222"/>
                    <a:pt x="20094" y="10180"/>
                    <a:pt x="20137" y="10094"/>
                  </a:cubicBezTo>
                  <a:lnTo>
                    <a:pt x="20307" y="9924"/>
                  </a:lnTo>
                  <a:cubicBezTo>
                    <a:pt x="20350" y="9881"/>
                    <a:pt x="20393" y="9838"/>
                    <a:pt x="20435" y="9796"/>
                  </a:cubicBezTo>
                  <a:cubicBezTo>
                    <a:pt x="20435" y="9710"/>
                    <a:pt x="20478" y="9668"/>
                    <a:pt x="20478" y="9582"/>
                  </a:cubicBezTo>
                  <a:cubicBezTo>
                    <a:pt x="20478" y="9497"/>
                    <a:pt x="20435" y="9454"/>
                    <a:pt x="20435" y="9412"/>
                  </a:cubicBezTo>
                  <a:cubicBezTo>
                    <a:pt x="20393" y="9326"/>
                    <a:pt x="20350" y="9284"/>
                    <a:pt x="20307" y="9241"/>
                  </a:cubicBezTo>
                  <a:lnTo>
                    <a:pt x="20222" y="9156"/>
                  </a:lnTo>
                  <a:cubicBezTo>
                    <a:pt x="20137" y="9113"/>
                    <a:pt x="20051" y="9113"/>
                    <a:pt x="19966" y="9113"/>
                  </a:cubicBezTo>
                  <a:close/>
                  <a:moveTo>
                    <a:pt x="21187" y="1"/>
                  </a:moveTo>
                  <a:cubicBezTo>
                    <a:pt x="19059" y="1"/>
                    <a:pt x="16932" y="66"/>
                    <a:pt x="14804" y="197"/>
                  </a:cubicBezTo>
                  <a:cubicBezTo>
                    <a:pt x="12372" y="368"/>
                    <a:pt x="9983" y="581"/>
                    <a:pt x="7552" y="922"/>
                  </a:cubicBezTo>
                  <a:cubicBezTo>
                    <a:pt x="6315" y="1093"/>
                    <a:pt x="5120" y="1306"/>
                    <a:pt x="3883" y="1519"/>
                  </a:cubicBezTo>
                  <a:cubicBezTo>
                    <a:pt x="2987" y="1647"/>
                    <a:pt x="2006" y="1861"/>
                    <a:pt x="1409" y="2586"/>
                  </a:cubicBezTo>
                  <a:cubicBezTo>
                    <a:pt x="1067" y="3055"/>
                    <a:pt x="897" y="3610"/>
                    <a:pt x="939" y="4207"/>
                  </a:cubicBezTo>
                  <a:cubicBezTo>
                    <a:pt x="897" y="4890"/>
                    <a:pt x="854" y="5572"/>
                    <a:pt x="811" y="6255"/>
                  </a:cubicBezTo>
                  <a:cubicBezTo>
                    <a:pt x="769" y="7620"/>
                    <a:pt x="854" y="9028"/>
                    <a:pt x="811" y="10393"/>
                  </a:cubicBezTo>
                  <a:cubicBezTo>
                    <a:pt x="811" y="10542"/>
                    <a:pt x="929" y="10617"/>
                    <a:pt x="1046" y="10617"/>
                  </a:cubicBezTo>
                  <a:cubicBezTo>
                    <a:pt x="1163" y="10617"/>
                    <a:pt x="1281" y="10542"/>
                    <a:pt x="1281" y="10393"/>
                  </a:cubicBezTo>
                  <a:cubicBezTo>
                    <a:pt x="1409" y="9198"/>
                    <a:pt x="1622" y="8047"/>
                    <a:pt x="1750" y="6852"/>
                  </a:cubicBezTo>
                  <a:cubicBezTo>
                    <a:pt x="1792" y="6297"/>
                    <a:pt x="1835" y="5700"/>
                    <a:pt x="1878" y="5103"/>
                  </a:cubicBezTo>
                  <a:cubicBezTo>
                    <a:pt x="1835" y="4591"/>
                    <a:pt x="1920" y="4036"/>
                    <a:pt x="2048" y="3482"/>
                  </a:cubicBezTo>
                  <a:cubicBezTo>
                    <a:pt x="2304" y="2714"/>
                    <a:pt x="3371" y="2586"/>
                    <a:pt x="4053" y="2458"/>
                  </a:cubicBezTo>
                  <a:cubicBezTo>
                    <a:pt x="5205" y="2245"/>
                    <a:pt x="6357" y="2074"/>
                    <a:pt x="7509" y="1946"/>
                  </a:cubicBezTo>
                  <a:cubicBezTo>
                    <a:pt x="11899" y="1342"/>
                    <a:pt x="16289" y="1004"/>
                    <a:pt x="20715" y="1004"/>
                  </a:cubicBezTo>
                  <a:cubicBezTo>
                    <a:pt x="20977" y="1004"/>
                    <a:pt x="21239" y="1005"/>
                    <a:pt x="21502" y="1008"/>
                  </a:cubicBezTo>
                  <a:cubicBezTo>
                    <a:pt x="24147" y="1008"/>
                    <a:pt x="26749" y="1093"/>
                    <a:pt x="29394" y="1349"/>
                  </a:cubicBezTo>
                  <a:cubicBezTo>
                    <a:pt x="29407" y="1350"/>
                    <a:pt x="29420" y="1350"/>
                    <a:pt x="29432" y="1350"/>
                  </a:cubicBezTo>
                  <a:cubicBezTo>
                    <a:pt x="30034" y="1350"/>
                    <a:pt x="30021" y="367"/>
                    <a:pt x="29394" y="325"/>
                  </a:cubicBezTo>
                  <a:cubicBezTo>
                    <a:pt x="26658" y="109"/>
                    <a:pt x="23923" y="1"/>
                    <a:pt x="21187" y="1"/>
                  </a:cubicBezTo>
                  <a:close/>
                  <a:moveTo>
                    <a:pt x="8789" y="12483"/>
                  </a:moveTo>
                  <a:cubicBezTo>
                    <a:pt x="8405" y="12483"/>
                    <a:pt x="8405" y="13081"/>
                    <a:pt x="8789" y="13081"/>
                  </a:cubicBezTo>
                  <a:cubicBezTo>
                    <a:pt x="9087" y="12995"/>
                    <a:pt x="9087" y="12569"/>
                    <a:pt x="8789" y="12483"/>
                  </a:cubicBezTo>
                  <a:close/>
                  <a:moveTo>
                    <a:pt x="9429" y="15427"/>
                  </a:moveTo>
                  <a:cubicBezTo>
                    <a:pt x="9101" y="15427"/>
                    <a:pt x="9088" y="15899"/>
                    <a:pt x="9389" y="15899"/>
                  </a:cubicBezTo>
                  <a:cubicBezTo>
                    <a:pt x="9402" y="15899"/>
                    <a:pt x="9415" y="15898"/>
                    <a:pt x="9429" y="15896"/>
                  </a:cubicBezTo>
                  <a:cubicBezTo>
                    <a:pt x="9685" y="15853"/>
                    <a:pt x="9685" y="15512"/>
                    <a:pt x="9429" y="15427"/>
                  </a:cubicBezTo>
                  <a:close/>
                  <a:moveTo>
                    <a:pt x="14377" y="16621"/>
                  </a:moveTo>
                  <a:cubicBezTo>
                    <a:pt x="13908" y="16792"/>
                    <a:pt x="13908" y="17432"/>
                    <a:pt x="14377" y="17603"/>
                  </a:cubicBezTo>
                  <a:cubicBezTo>
                    <a:pt x="14975" y="17560"/>
                    <a:pt x="14975" y="16664"/>
                    <a:pt x="14377" y="16621"/>
                  </a:cubicBezTo>
                  <a:close/>
                  <a:moveTo>
                    <a:pt x="9429" y="18200"/>
                  </a:moveTo>
                  <a:cubicBezTo>
                    <a:pt x="9045" y="18285"/>
                    <a:pt x="9045" y="18840"/>
                    <a:pt x="9429" y="18882"/>
                  </a:cubicBezTo>
                  <a:cubicBezTo>
                    <a:pt x="9813" y="18840"/>
                    <a:pt x="9813" y="18285"/>
                    <a:pt x="9429" y="18200"/>
                  </a:cubicBezTo>
                  <a:close/>
                  <a:moveTo>
                    <a:pt x="22242" y="18742"/>
                  </a:moveTo>
                  <a:cubicBezTo>
                    <a:pt x="22225" y="18742"/>
                    <a:pt x="22206" y="18746"/>
                    <a:pt x="22184" y="18754"/>
                  </a:cubicBezTo>
                  <a:lnTo>
                    <a:pt x="22099" y="18754"/>
                  </a:lnTo>
                  <a:cubicBezTo>
                    <a:pt x="22056" y="18754"/>
                    <a:pt x="22014" y="18797"/>
                    <a:pt x="22014" y="18840"/>
                  </a:cubicBezTo>
                  <a:cubicBezTo>
                    <a:pt x="22014" y="18882"/>
                    <a:pt x="22056" y="18925"/>
                    <a:pt x="22099" y="18968"/>
                  </a:cubicBezTo>
                  <a:lnTo>
                    <a:pt x="22184" y="18968"/>
                  </a:lnTo>
                  <a:cubicBezTo>
                    <a:pt x="22206" y="18976"/>
                    <a:pt x="22225" y="18980"/>
                    <a:pt x="22242" y="18980"/>
                  </a:cubicBezTo>
                  <a:cubicBezTo>
                    <a:pt x="22378" y="18980"/>
                    <a:pt x="22378" y="18742"/>
                    <a:pt x="22242" y="18742"/>
                  </a:cubicBezTo>
                  <a:close/>
                  <a:moveTo>
                    <a:pt x="25768" y="21069"/>
                  </a:moveTo>
                  <a:cubicBezTo>
                    <a:pt x="25757" y="21069"/>
                    <a:pt x="25746" y="21079"/>
                    <a:pt x="25725" y="21101"/>
                  </a:cubicBezTo>
                  <a:lnTo>
                    <a:pt x="25682" y="21101"/>
                  </a:lnTo>
                  <a:cubicBezTo>
                    <a:pt x="25640" y="21101"/>
                    <a:pt x="25640" y="21101"/>
                    <a:pt x="25597" y="21143"/>
                  </a:cubicBezTo>
                  <a:lnTo>
                    <a:pt x="25597" y="21186"/>
                  </a:lnTo>
                  <a:cubicBezTo>
                    <a:pt x="25597" y="21186"/>
                    <a:pt x="25597" y="21229"/>
                    <a:pt x="25597" y="21271"/>
                  </a:cubicBezTo>
                  <a:lnTo>
                    <a:pt x="25597" y="21399"/>
                  </a:lnTo>
                  <a:cubicBezTo>
                    <a:pt x="25597" y="21442"/>
                    <a:pt x="25597" y="21442"/>
                    <a:pt x="25597" y="21485"/>
                  </a:cubicBezTo>
                  <a:cubicBezTo>
                    <a:pt x="25640" y="21527"/>
                    <a:pt x="25640" y="21570"/>
                    <a:pt x="25725" y="21570"/>
                  </a:cubicBezTo>
                  <a:lnTo>
                    <a:pt x="25810" y="21570"/>
                  </a:lnTo>
                  <a:cubicBezTo>
                    <a:pt x="25853" y="21570"/>
                    <a:pt x="25896" y="21570"/>
                    <a:pt x="25896" y="21527"/>
                  </a:cubicBezTo>
                  <a:lnTo>
                    <a:pt x="25896" y="21485"/>
                  </a:lnTo>
                  <a:cubicBezTo>
                    <a:pt x="25896" y="21485"/>
                    <a:pt x="25896" y="21442"/>
                    <a:pt x="25896" y="21399"/>
                  </a:cubicBezTo>
                  <a:lnTo>
                    <a:pt x="25896" y="21229"/>
                  </a:lnTo>
                  <a:cubicBezTo>
                    <a:pt x="25896" y="21229"/>
                    <a:pt x="25896" y="21229"/>
                    <a:pt x="25896" y="21186"/>
                  </a:cubicBezTo>
                  <a:cubicBezTo>
                    <a:pt x="25896" y="21143"/>
                    <a:pt x="25896" y="21143"/>
                    <a:pt x="25853" y="21143"/>
                  </a:cubicBezTo>
                  <a:cubicBezTo>
                    <a:pt x="25853" y="21101"/>
                    <a:pt x="25810" y="21101"/>
                    <a:pt x="25810" y="21101"/>
                  </a:cubicBezTo>
                  <a:cubicBezTo>
                    <a:pt x="25789" y="21079"/>
                    <a:pt x="25778" y="21069"/>
                    <a:pt x="25768" y="21069"/>
                  </a:cubicBezTo>
                  <a:close/>
                  <a:moveTo>
                    <a:pt x="13673" y="22562"/>
                  </a:moveTo>
                  <a:cubicBezTo>
                    <a:pt x="13652" y="22562"/>
                    <a:pt x="13631" y="22573"/>
                    <a:pt x="13609" y="22594"/>
                  </a:cubicBezTo>
                  <a:cubicBezTo>
                    <a:pt x="13567" y="22594"/>
                    <a:pt x="13567" y="22594"/>
                    <a:pt x="13524" y="22637"/>
                  </a:cubicBezTo>
                  <a:cubicBezTo>
                    <a:pt x="13482" y="22679"/>
                    <a:pt x="13482" y="22679"/>
                    <a:pt x="13482" y="22722"/>
                  </a:cubicBezTo>
                  <a:cubicBezTo>
                    <a:pt x="13439" y="22765"/>
                    <a:pt x="13439" y="22807"/>
                    <a:pt x="13482" y="22850"/>
                  </a:cubicBezTo>
                  <a:lnTo>
                    <a:pt x="13482" y="22935"/>
                  </a:lnTo>
                  <a:cubicBezTo>
                    <a:pt x="13482" y="22978"/>
                    <a:pt x="13524" y="23021"/>
                    <a:pt x="13567" y="23063"/>
                  </a:cubicBezTo>
                  <a:lnTo>
                    <a:pt x="13609" y="23106"/>
                  </a:lnTo>
                  <a:cubicBezTo>
                    <a:pt x="13652" y="23148"/>
                    <a:pt x="13695" y="23148"/>
                    <a:pt x="13780" y="23148"/>
                  </a:cubicBezTo>
                  <a:lnTo>
                    <a:pt x="14036" y="23148"/>
                  </a:lnTo>
                  <a:cubicBezTo>
                    <a:pt x="14079" y="23148"/>
                    <a:pt x="14121" y="23106"/>
                    <a:pt x="14121" y="23106"/>
                  </a:cubicBezTo>
                  <a:cubicBezTo>
                    <a:pt x="14164" y="23063"/>
                    <a:pt x="14164" y="23021"/>
                    <a:pt x="14207" y="22978"/>
                  </a:cubicBezTo>
                  <a:cubicBezTo>
                    <a:pt x="14207" y="22935"/>
                    <a:pt x="14207" y="22935"/>
                    <a:pt x="14207" y="22893"/>
                  </a:cubicBezTo>
                  <a:lnTo>
                    <a:pt x="14207" y="22807"/>
                  </a:lnTo>
                  <a:cubicBezTo>
                    <a:pt x="14164" y="22765"/>
                    <a:pt x="14164" y="22679"/>
                    <a:pt x="14121" y="22679"/>
                  </a:cubicBezTo>
                  <a:lnTo>
                    <a:pt x="14036" y="22637"/>
                  </a:lnTo>
                  <a:cubicBezTo>
                    <a:pt x="13993" y="22594"/>
                    <a:pt x="13951" y="22594"/>
                    <a:pt x="13908" y="22594"/>
                  </a:cubicBezTo>
                  <a:lnTo>
                    <a:pt x="13737" y="22594"/>
                  </a:lnTo>
                  <a:cubicBezTo>
                    <a:pt x="13716" y="22573"/>
                    <a:pt x="13695" y="22562"/>
                    <a:pt x="13673" y="22562"/>
                  </a:cubicBezTo>
                  <a:close/>
                  <a:moveTo>
                    <a:pt x="1030" y="13274"/>
                  </a:moveTo>
                  <a:cubicBezTo>
                    <a:pt x="949" y="13274"/>
                    <a:pt x="872" y="13308"/>
                    <a:pt x="854" y="13379"/>
                  </a:cubicBezTo>
                  <a:cubicBezTo>
                    <a:pt x="726" y="13976"/>
                    <a:pt x="598" y="14488"/>
                    <a:pt x="470" y="15086"/>
                  </a:cubicBezTo>
                  <a:cubicBezTo>
                    <a:pt x="385" y="15640"/>
                    <a:pt x="299" y="16195"/>
                    <a:pt x="214" y="16749"/>
                  </a:cubicBezTo>
                  <a:cubicBezTo>
                    <a:pt x="86" y="17859"/>
                    <a:pt x="1" y="19010"/>
                    <a:pt x="1" y="20120"/>
                  </a:cubicBezTo>
                  <a:cubicBezTo>
                    <a:pt x="1" y="21271"/>
                    <a:pt x="43" y="22381"/>
                    <a:pt x="86" y="23532"/>
                  </a:cubicBezTo>
                  <a:cubicBezTo>
                    <a:pt x="129" y="24087"/>
                    <a:pt x="214" y="24684"/>
                    <a:pt x="257" y="25239"/>
                  </a:cubicBezTo>
                  <a:cubicBezTo>
                    <a:pt x="299" y="25793"/>
                    <a:pt x="385" y="26391"/>
                    <a:pt x="555" y="26903"/>
                  </a:cubicBezTo>
                  <a:cubicBezTo>
                    <a:pt x="661" y="27044"/>
                    <a:pt x="797" y="27127"/>
                    <a:pt x="961" y="27127"/>
                  </a:cubicBezTo>
                  <a:cubicBezTo>
                    <a:pt x="995" y="27127"/>
                    <a:pt x="1031" y="27123"/>
                    <a:pt x="1067" y="27116"/>
                  </a:cubicBezTo>
                  <a:cubicBezTo>
                    <a:pt x="1238" y="27073"/>
                    <a:pt x="1366" y="26903"/>
                    <a:pt x="1366" y="26689"/>
                  </a:cubicBezTo>
                  <a:cubicBezTo>
                    <a:pt x="1366" y="26433"/>
                    <a:pt x="1366" y="26135"/>
                    <a:pt x="1281" y="25836"/>
                  </a:cubicBezTo>
                  <a:cubicBezTo>
                    <a:pt x="1281" y="25580"/>
                    <a:pt x="1238" y="25282"/>
                    <a:pt x="1195" y="24983"/>
                  </a:cubicBezTo>
                  <a:cubicBezTo>
                    <a:pt x="1153" y="24471"/>
                    <a:pt x="1110" y="23916"/>
                    <a:pt x="1067" y="23404"/>
                  </a:cubicBezTo>
                  <a:cubicBezTo>
                    <a:pt x="982" y="22295"/>
                    <a:pt x="939" y="21186"/>
                    <a:pt x="939" y="20077"/>
                  </a:cubicBezTo>
                  <a:cubicBezTo>
                    <a:pt x="939" y="18968"/>
                    <a:pt x="982" y="17859"/>
                    <a:pt x="1025" y="16749"/>
                  </a:cubicBezTo>
                  <a:cubicBezTo>
                    <a:pt x="1067" y="15640"/>
                    <a:pt x="1110" y="14531"/>
                    <a:pt x="1238" y="13464"/>
                  </a:cubicBezTo>
                  <a:cubicBezTo>
                    <a:pt x="1263" y="13340"/>
                    <a:pt x="1143" y="13274"/>
                    <a:pt x="1030" y="13274"/>
                  </a:cubicBezTo>
                  <a:close/>
                  <a:moveTo>
                    <a:pt x="1622" y="29292"/>
                  </a:moveTo>
                  <a:cubicBezTo>
                    <a:pt x="982" y="29292"/>
                    <a:pt x="982" y="30188"/>
                    <a:pt x="1622" y="30188"/>
                  </a:cubicBezTo>
                  <a:cubicBezTo>
                    <a:pt x="2219" y="30188"/>
                    <a:pt x="2219" y="29292"/>
                    <a:pt x="1622" y="29292"/>
                  </a:cubicBezTo>
                  <a:close/>
                </a:path>
              </a:pathLst>
            </a:custGeom>
            <a:solidFill>
              <a:srgbClr val="5E60CE">
                <a:alpha val="17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82;p37">
              <a:extLst>
                <a:ext uri="{FF2B5EF4-FFF2-40B4-BE49-F238E27FC236}">
                  <a16:creationId xmlns:a16="http://schemas.microsoft.com/office/drawing/2014/main" id="{CB616B68-39A3-AA2D-4F4B-519F4C715901}"/>
                </a:ext>
              </a:extLst>
            </p:cNvPr>
            <p:cNvSpPr/>
            <p:nvPr/>
          </p:nvSpPr>
          <p:spPr>
            <a:xfrm>
              <a:off x="702043" y="1537192"/>
              <a:ext cx="904505" cy="911169"/>
            </a:xfrm>
            <a:custGeom>
              <a:avLst/>
              <a:gdLst/>
              <a:ahLst/>
              <a:cxnLst/>
              <a:rect l="l" t="t" r="r" b="b"/>
              <a:pathLst>
                <a:path w="42832" h="45298" extrusionOk="0">
                  <a:moveTo>
                    <a:pt x="22804" y="799"/>
                  </a:moveTo>
                  <a:cubicBezTo>
                    <a:pt x="25466" y="799"/>
                    <a:pt x="28127" y="897"/>
                    <a:pt x="30801" y="1084"/>
                  </a:cubicBezTo>
                  <a:cubicBezTo>
                    <a:pt x="31996" y="1170"/>
                    <a:pt x="33148" y="1297"/>
                    <a:pt x="34342" y="1425"/>
                  </a:cubicBezTo>
                  <a:cubicBezTo>
                    <a:pt x="35324" y="1511"/>
                    <a:pt x="36347" y="1724"/>
                    <a:pt x="37073" y="2492"/>
                  </a:cubicBezTo>
                  <a:cubicBezTo>
                    <a:pt x="37627" y="3175"/>
                    <a:pt x="37968" y="3985"/>
                    <a:pt x="38054" y="4838"/>
                  </a:cubicBezTo>
                  <a:cubicBezTo>
                    <a:pt x="38182" y="5862"/>
                    <a:pt x="38224" y="6886"/>
                    <a:pt x="38224" y="7910"/>
                  </a:cubicBezTo>
                  <a:cubicBezTo>
                    <a:pt x="38310" y="12987"/>
                    <a:pt x="38224" y="18021"/>
                    <a:pt x="38011" y="23055"/>
                  </a:cubicBezTo>
                  <a:cubicBezTo>
                    <a:pt x="37883" y="25572"/>
                    <a:pt x="37713" y="28088"/>
                    <a:pt x="37542" y="30605"/>
                  </a:cubicBezTo>
                  <a:cubicBezTo>
                    <a:pt x="37414" y="31843"/>
                    <a:pt x="37329" y="33080"/>
                    <a:pt x="37201" y="34274"/>
                  </a:cubicBezTo>
                  <a:cubicBezTo>
                    <a:pt x="37115" y="35341"/>
                    <a:pt x="36902" y="36365"/>
                    <a:pt x="36603" y="37389"/>
                  </a:cubicBezTo>
                  <a:cubicBezTo>
                    <a:pt x="36262" y="38327"/>
                    <a:pt x="35750" y="39180"/>
                    <a:pt x="34982" y="39820"/>
                  </a:cubicBezTo>
                  <a:cubicBezTo>
                    <a:pt x="34342" y="40417"/>
                    <a:pt x="33532" y="40844"/>
                    <a:pt x="32721" y="41100"/>
                  </a:cubicBezTo>
                  <a:cubicBezTo>
                    <a:pt x="30998" y="41609"/>
                    <a:pt x="29240" y="41831"/>
                    <a:pt x="27445" y="41831"/>
                  </a:cubicBezTo>
                  <a:cubicBezTo>
                    <a:pt x="27284" y="41831"/>
                    <a:pt x="27123" y="41829"/>
                    <a:pt x="26962" y="41825"/>
                  </a:cubicBezTo>
                  <a:cubicBezTo>
                    <a:pt x="25894" y="41858"/>
                    <a:pt x="24826" y="41874"/>
                    <a:pt x="23758" y="41874"/>
                  </a:cubicBezTo>
                  <a:cubicBezTo>
                    <a:pt x="20645" y="41874"/>
                    <a:pt x="17533" y="41738"/>
                    <a:pt x="14420" y="41484"/>
                  </a:cubicBezTo>
                  <a:cubicBezTo>
                    <a:pt x="13055" y="41313"/>
                    <a:pt x="11689" y="41100"/>
                    <a:pt x="10324" y="40844"/>
                  </a:cubicBezTo>
                  <a:cubicBezTo>
                    <a:pt x="9855" y="40759"/>
                    <a:pt x="9386" y="40631"/>
                    <a:pt x="8917" y="40588"/>
                  </a:cubicBezTo>
                  <a:lnTo>
                    <a:pt x="8746" y="40588"/>
                  </a:lnTo>
                  <a:cubicBezTo>
                    <a:pt x="8703" y="40545"/>
                    <a:pt x="8661" y="40503"/>
                    <a:pt x="8618" y="40503"/>
                  </a:cubicBezTo>
                  <a:cubicBezTo>
                    <a:pt x="6698" y="40119"/>
                    <a:pt x="4565" y="39564"/>
                    <a:pt x="3243" y="38071"/>
                  </a:cubicBezTo>
                  <a:cubicBezTo>
                    <a:pt x="1920" y="36578"/>
                    <a:pt x="1579" y="34488"/>
                    <a:pt x="1366" y="32611"/>
                  </a:cubicBezTo>
                  <a:cubicBezTo>
                    <a:pt x="939" y="27705"/>
                    <a:pt x="768" y="22756"/>
                    <a:pt x="939" y="17807"/>
                  </a:cubicBezTo>
                  <a:cubicBezTo>
                    <a:pt x="1024" y="15333"/>
                    <a:pt x="1152" y="12859"/>
                    <a:pt x="1366" y="10342"/>
                  </a:cubicBezTo>
                  <a:cubicBezTo>
                    <a:pt x="1451" y="9104"/>
                    <a:pt x="1579" y="7867"/>
                    <a:pt x="1750" y="6630"/>
                  </a:cubicBezTo>
                  <a:cubicBezTo>
                    <a:pt x="1835" y="5990"/>
                    <a:pt x="1878" y="5393"/>
                    <a:pt x="1963" y="4753"/>
                  </a:cubicBezTo>
                  <a:cubicBezTo>
                    <a:pt x="2048" y="4284"/>
                    <a:pt x="2048" y="3686"/>
                    <a:pt x="2432" y="3345"/>
                  </a:cubicBezTo>
                  <a:cubicBezTo>
                    <a:pt x="2816" y="3047"/>
                    <a:pt x="3285" y="2919"/>
                    <a:pt x="3755" y="2833"/>
                  </a:cubicBezTo>
                  <a:cubicBezTo>
                    <a:pt x="4352" y="2705"/>
                    <a:pt x="4906" y="2577"/>
                    <a:pt x="5504" y="2449"/>
                  </a:cubicBezTo>
                  <a:cubicBezTo>
                    <a:pt x="6698" y="2193"/>
                    <a:pt x="7893" y="1980"/>
                    <a:pt x="9087" y="1767"/>
                  </a:cubicBezTo>
                  <a:cubicBezTo>
                    <a:pt x="11434" y="1383"/>
                    <a:pt x="13865" y="1127"/>
                    <a:pt x="16254" y="999"/>
                  </a:cubicBezTo>
                  <a:cubicBezTo>
                    <a:pt x="18443" y="864"/>
                    <a:pt x="20624" y="799"/>
                    <a:pt x="22804" y="799"/>
                  </a:cubicBezTo>
                  <a:close/>
                  <a:moveTo>
                    <a:pt x="36509" y="40091"/>
                  </a:moveTo>
                  <a:cubicBezTo>
                    <a:pt x="36397" y="40091"/>
                    <a:pt x="36291" y="40190"/>
                    <a:pt x="36390" y="40289"/>
                  </a:cubicBezTo>
                  <a:cubicBezTo>
                    <a:pt x="36689" y="40673"/>
                    <a:pt x="36945" y="41100"/>
                    <a:pt x="37243" y="41527"/>
                  </a:cubicBezTo>
                  <a:lnTo>
                    <a:pt x="37627" y="42124"/>
                  </a:lnTo>
                  <a:cubicBezTo>
                    <a:pt x="37670" y="42209"/>
                    <a:pt x="37713" y="42252"/>
                    <a:pt x="37755" y="42295"/>
                  </a:cubicBezTo>
                  <a:cubicBezTo>
                    <a:pt x="37798" y="42337"/>
                    <a:pt x="37883" y="42380"/>
                    <a:pt x="37926" y="42423"/>
                  </a:cubicBezTo>
                  <a:cubicBezTo>
                    <a:pt x="38011" y="42508"/>
                    <a:pt x="38096" y="42593"/>
                    <a:pt x="38182" y="42678"/>
                  </a:cubicBezTo>
                  <a:cubicBezTo>
                    <a:pt x="38197" y="42686"/>
                    <a:pt x="38212" y="42690"/>
                    <a:pt x="38224" y="42690"/>
                  </a:cubicBezTo>
                  <a:cubicBezTo>
                    <a:pt x="38281" y="42690"/>
                    <a:pt x="38310" y="42620"/>
                    <a:pt x="38310" y="42551"/>
                  </a:cubicBezTo>
                  <a:cubicBezTo>
                    <a:pt x="38310" y="42465"/>
                    <a:pt x="38267" y="42337"/>
                    <a:pt x="38182" y="42209"/>
                  </a:cubicBezTo>
                  <a:cubicBezTo>
                    <a:pt x="38182" y="42124"/>
                    <a:pt x="38096" y="41996"/>
                    <a:pt x="38054" y="41868"/>
                  </a:cubicBezTo>
                  <a:cubicBezTo>
                    <a:pt x="37883" y="41655"/>
                    <a:pt x="37755" y="41484"/>
                    <a:pt x="37585" y="41271"/>
                  </a:cubicBezTo>
                  <a:cubicBezTo>
                    <a:pt x="37243" y="40887"/>
                    <a:pt x="36945" y="40503"/>
                    <a:pt x="36603" y="40119"/>
                  </a:cubicBezTo>
                  <a:cubicBezTo>
                    <a:pt x="36575" y="40100"/>
                    <a:pt x="36541" y="40091"/>
                    <a:pt x="36509" y="40091"/>
                  </a:cubicBezTo>
                  <a:close/>
                  <a:moveTo>
                    <a:pt x="38779" y="4113"/>
                  </a:moveTo>
                  <a:cubicBezTo>
                    <a:pt x="39078" y="4497"/>
                    <a:pt x="39334" y="4924"/>
                    <a:pt x="39590" y="5350"/>
                  </a:cubicBezTo>
                  <a:cubicBezTo>
                    <a:pt x="40059" y="6161"/>
                    <a:pt x="40528" y="6971"/>
                    <a:pt x="40955" y="7825"/>
                  </a:cubicBezTo>
                  <a:lnTo>
                    <a:pt x="40656" y="7526"/>
                  </a:lnTo>
                  <a:cubicBezTo>
                    <a:pt x="40315" y="7142"/>
                    <a:pt x="40016" y="6758"/>
                    <a:pt x="39718" y="6417"/>
                  </a:cubicBezTo>
                  <a:cubicBezTo>
                    <a:pt x="39693" y="6392"/>
                    <a:pt x="39660" y="6381"/>
                    <a:pt x="39629" y="6381"/>
                  </a:cubicBezTo>
                  <a:cubicBezTo>
                    <a:pt x="39554" y="6381"/>
                    <a:pt x="39487" y="6442"/>
                    <a:pt x="39547" y="6502"/>
                  </a:cubicBezTo>
                  <a:cubicBezTo>
                    <a:pt x="39846" y="6929"/>
                    <a:pt x="40144" y="7313"/>
                    <a:pt x="40443" y="7697"/>
                  </a:cubicBezTo>
                  <a:cubicBezTo>
                    <a:pt x="40613" y="7867"/>
                    <a:pt x="40784" y="8081"/>
                    <a:pt x="40955" y="8251"/>
                  </a:cubicBezTo>
                  <a:cubicBezTo>
                    <a:pt x="41083" y="8422"/>
                    <a:pt x="41211" y="8592"/>
                    <a:pt x="41381" y="8763"/>
                  </a:cubicBezTo>
                  <a:cubicBezTo>
                    <a:pt x="41552" y="9104"/>
                    <a:pt x="41680" y="9488"/>
                    <a:pt x="41808" y="9915"/>
                  </a:cubicBezTo>
                  <a:lnTo>
                    <a:pt x="41339" y="9360"/>
                  </a:lnTo>
                  <a:cubicBezTo>
                    <a:pt x="40955" y="8934"/>
                    <a:pt x="40571" y="8507"/>
                    <a:pt x="40187" y="8038"/>
                  </a:cubicBezTo>
                  <a:cubicBezTo>
                    <a:pt x="40162" y="8022"/>
                    <a:pt x="40136" y="8015"/>
                    <a:pt x="40111" y="8015"/>
                  </a:cubicBezTo>
                  <a:cubicBezTo>
                    <a:pt x="40005" y="8015"/>
                    <a:pt x="39913" y="8140"/>
                    <a:pt x="40016" y="8209"/>
                  </a:cubicBezTo>
                  <a:lnTo>
                    <a:pt x="41125" y="9574"/>
                  </a:lnTo>
                  <a:lnTo>
                    <a:pt x="41637" y="10256"/>
                  </a:lnTo>
                  <a:cubicBezTo>
                    <a:pt x="41765" y="10427"/>
                    <a:pt x="41893" y="10598"/>
                    <a:pt x="42064" y="10811"/>
                  </a:cubicBezTo>
                  <a:cubicBezTo>
                    <a:pt x="42107" y="11067"/>
                    <a:pt x="42107" y="11323"/>
                    <a:pt x="42149" y="11579"/>
                  </a:cubicBezTo>
                  <a:cubicBezTo>
                    <a:pt x="42149" y="11621"/>
                    <a:pt x="42149" y="11621"/>
                    <a:pt x="42149" y="11621"/>
                  </a:cubicBezTo>
                  <a:cubicBezTo>
                    <a:pt x="41680" y="11195"/>
                    <a:pt x="41211" y="10726"/>
                    <a:pt x="40741" y="10256"/>
                  </a:cubicBezTo>
                  <a:cubicBezTo>
                    <a:pt x="40720" y="10224"/>
                    <a:pt x="40693" y="10211"/>
                    <a:pt x="40667" y="10211"/>
                  </a:cubicBezTo>
                  <a:cubicBezTo>
                    <a:pt x="40587" y="10211"/>
                    <a:pt x="40507" y="10331"/>
                    <a:pt x="40571" y="10427"/>
                  </a:cubicBezTo>
                  <a:cubicBezTo>
                    <a:pt x="41083" y="11067"/>
                    <a:pt x="41595" y="11664"/>
                    <a:pt x="42192" y="12219"/>
                  </a:cubicBezTo>
                  <a:lnTo>
                    <a:pt x="42192" y="13840"/>
                  </a:lnTo>
                  <a:lnTo>
                    <a:pt x="42192" y="13925"/>
                  </a:lnTo>
                  <a:lnTo>
                    <a:pt x="41765" y="13541"/>
                  </a:lnTo>
                  <a:cubicBezTo>
                    <a:pt x="41381" y="13157"/>
                    <a:pt x="40997" y="12816"/>
                    <a:pt x="40613" y="12475"/>
                  </a:cubicBezTo>
                  <a:cubicBezTo>
                    <a:pt x="40581" y="12443"/>
                    <a:pt x="40547" y="12429"/>
                    <a:pt x="40515" y="12429"/>
                  </a:cubicBezTo>
                  <a:cubicBezTo>
                    <a:pt x="40419" y="12429"/>
                    <a:pt x="40347" y="12549"/>
                    <a:pt x="40443" y="12645"/>
                  </a:cubicBezTo>
                  <a:cubicBezTo>
                    <a:pt x="40784" y="13029"/>
                    <a:pt x="41168" y="13371"/>
                    <a:pt x="41509" y="13797"/>
                  </a:cubicBezTo>
                  <a:cubicBezTo>
                    <a:pt x="41723" y="14053"/>
                    <a:pt x="41936" y="14394"/>
                    <a:pt x="42192" y="14650"/>
                  </a:cubicBezTo>
                  <a:lnTo>
                    <a:pt x="42192" y="15674"/>
                  </a:lnTo>
                  <a:lnTo>
                    <a:pt x="42149" y="15632"/>
                  </a:lnTo>
                  <a:lnTo>
                    <a:pt x="41723" y="15290"/>
                  </a:lnTo>
                  <a:cubicBezTo>
                    <a:pt x="41467" y="15034"/>
                    <a:pt x="41211" y="14821"/>
                    <a:pt x="40955" y="14565"/>
                  </a:cubicBezTo>
                  <a:cubicBezTo>
                    <a:pt x="40907" y="14549"/>
                    <a:pt x="40862" y="14542"/>
                    <a:pt x="40821" y="14542"/>
                  </a:cubicBezTo>
                  <a:cubicBezTo>
                    <a:pt x="40645" y="14542"/>
                    <a:pt x="40552" y="14674"/>
                    <a:pt x="40656" y="14778"/>
                  </a:cubicBezTo>
                  <a:cubicBezTo>
                    <a:pt x="40912" y="15034"/>
                    <a:pt x="41125" y="15290"/>
                    <a:pt x="41381" y="15546"/>
                  </a:cubicBezTo>
                  <a:cubicBezTo>
                    <a:pt x="41509" y="15674"/>
                    <a:pt x="41637" y="15760"/>
                    <a:pt x="41723" y="15887"/>
                  </a:cubicBezTo>
                  <a:lnTo>
                    <a:pt x="41893" y="16101"/>
                  </a:lnTo>
                  <a:cubicBezTo>
                    <a:pt x="41936" y="16143"/>
                    <a:pt x="42021" y="16229"/>
                    <a:pt x="42064" y="16271"/>
                  </a:cubicBezTo>
                  <a:lnTo>
                    <a:pt x="42064" y="16613"/>
                  </a:lnTo>
                  <a:lnTo>
                    <a:pt x="41723" y="16314"/>
                  </a:lnTo>
                  <a:cubicBezTo>
                    <a:pt x="41424" y="16058"/>
                    <a:pt x="41125" y="15802"/>
                    <a:pt x="40827" y="15546"/>
                  </a:cubicBezTo>
                  <a:cubicBezTo>
                    <a:pt x="40807" y="15526"/>
                    <a:pt x="40785" y="15518"/>
                    <a:pt x="40763" y="15518"/>
                  </a:cubicBezTo>
                  <a:cubicBezTo>
                    <a:pt x="40691" y="15518"/>
                    <a:pt x="40623" y="15609"/>
                    <a:pt x="40656" y="15674"/>
                  </a:cubicBezTo>
                  <a:cubicBezTo>
                    <a:pt x="40955" y="15973"/>
                    <a:pt x="41253" y="16271"/>
                    <a:pt x="41509" y="16527"/>
                  </a:cubicBezTo>
                  <a:lnTo>
                    <a:pt x="41893" y="16954"/>
                  </a:lnTo>
                  <a:cubicBezTo>
                    <a:pt x="41936" y="17039"/>
                    <a:pt x="42021" y="17082"/>
                    <a:pt x="42064" y="17167"/>
                  </a:cubicBezTo>
                  <a:lnTo>
                    <a:pt x="42064" y="18234"/>
                  </a:lnTo>
                  <a:lnTo>
                    <a:pt x="41637" y="17807"/>
                  </a:lnTo>
                  <a:cubicBezTo>
                    <a:pt x="41339" y="17509"/>
                    <a:pt x="41040" y="17210"/>
                    <a:pt x="40741" y="16911"/>
                  </a:cubicBezTo>
                  <a:cubicBezTo>
                    <a:pt x="40722" y="16892"/>
                    <a:pt x="40699" y="16884"/>
                    <a:pt x="40675" y="16884"/>
                  </a:cubicBezTo>
                  <a:cubicBezTo>
                    <a:pt x="40592" y="16884"/>
                    <a:pt x="40505" y="16983"/>
                    <a:pt x="40571" y="17082"/>
                  </a:cubicBezTo>
                  <a:cubicBezTo>
                    <a:pt x="40869" y="17381"/>
                    <a:pt x="41125" y="17722"/>
                    <a:pt x="41424" y="18021"/>
                  </a:cubicBezTo>
                  <a:lnTo>
                    <a:pt x="42021" y="18746"/>
                  </a:lnTo>
                  <a:cubicBezTo>
                    <a:pt x="42021" y="19258"/>
                    <a:pt x="42021" y="19770"/>
                    <a:pt x="41979" y="20282"/>
                  </a:cubicBezTo>
                  <a:lnTo>
                    <a:pt x="41552" y="19855"/>
                  </a:lnTo>
                  <a:lnTo>
                    <a:pt x="40443" y="18788"/>
                  </a:lnTo>
                  <a:cubicBezTo>
                    <a:pt x="40419" y="18772"/>
                    <a:pt x="40393" y="18765"/>
                    <a:pt x="40368" y="18765"/>
                  </a:cubicBezTo>
                  <a:cubicBezTo>
                    <a:pt x="40260" y="18765"/>
                    <a:pt x="40160" y="18898"/>
                    <a:pt x="40230" y="19002"/>
                  </a:cubicBezTo>
                  <a:lnTo>
                    <a:pt x="41253" y="20111"/>
                  </a:lnTo>
                  <a:lnTo>
                    <a:pt x="41765" y="20666"/>
                  </a:lnTo>
                  <a:lnTo>
                    <a:pt x="41936" y="20836"/>
                  </a:lnTo>
                  <a:cubicBezTo>
                    <a:pt x="41936" y="21135"/>
                    <a:pt x="41893" y="21433"/>
                    <a:pt x="41893" y="21732"/>
                  </a:cubicBezTo>
                  <a:lnTo>
                    <a:pt x="41424" y="21305"/>
                  </a:lnTo>
                  <a:cubicBezTo>
                    <a:pt x="41040" y="21049"/>
                    <a:pt x="40699" y="20793"/>
                    <a:pt x="40357" y="20495"/>
                  </a:cubicBezTo>
                  <a:cubicBezTo>
                    <a:pt x="40346" y="20489"/>
                    <a:pt x="40334" y="20486"/>
                    <a:pt x="40322" y="20486"/>
                  </a:cubicBezTo>
                  <a:cubicBezTo>
                    <a:pt x="40251" y="20486"/>
                    <a:pt x="40193" y="20586"/>
                    <a:pt x="40230" y="20623"/>
                  </a:cubicBezTo>
                  <a:cubicBezTo>
                    <a:pt x="40613" y="20921"/>
                    <a:pt x="40912" y="21220"/>
                    <a:pt x="41253" y="21519"/>
                  </a:cubicBezTo>
                  <a:cubicBezTo>
                    <a:pt x="41424" y="21689"/>
                    <a:pt x="41552" y="21817"/>
                    <a:pt x="41723" y="21988"/>
                  </a:cubicBezTo>
                  <a:lnTo>
                    <a:pt x="41851" y="22159"/>
                  </a:lnTo>
                  <a:cubicBezTo>
                    <a:pt x="41851" y="22329"/>
                    <a:pt x="41851" y="22543"/>
                    <a:pt x="41808" y="22671"/>
                  </a:cubicBezTo>
                  <a:cubicBezTo>
                    <a:pt x="41680" y="22585"/>
                    <a:pt x="41552" y="22457"/>
                    <a:pt x="41424" y="22372"/>
                  </a:cubicBezTo>
                  <a:cubicBezTo>
                    <a:pt x="41125" y="22159"/>
                    <a:pt x="40784" y="21945"/>
                    <a:pt x="40485" y="21775"/>
                  </a:cubicBezTo>
                  <a:cubicBezTo>
                    <a:pt x="40462" y="21763"/>
                    <a:pt x="40438" y="21758"/>
                    <a:pt x="40415" y="21758"/>
                  </a:cubicBezTo>
                  <a:cubicBezTo>
                    <a:pt x="40274" y="21758"/>
                    <a:pt x="40168" y="21957"/>
                    <a:pt x="40315" y="22031"/>
                  </a:cubicBezTo>
                  <a:cubicBezTo>
                    <a:pt x="40656" y="22201"/>
                    <a:pt x="40955" y="22415"/>
                    <a:pt x="41211" y="22628"/>
                  </a:cubicBezTo>
                  <a:cubicBezTo>
                    <a:pt x="41424" y="22841"/>
                    <a:pt x="41595" y="23055"/>
                    <a:pt x="41808" y="23268"/>
                  </a:cubicBezTo>
                  <a:cubicBezTo>
                    <a:pt x="41808" y="23481"/>
                    <a:pt x="41765" y="23694"/>
                    <a:pt x="41723" y="23950"/>
                  </a:cubicBezTo>
                  <a:lnTo>
                    <a:pt x="41296" y="23609"/>
                  </a:lnTo>
                  <a:cubicBezTo>
                    <a:pt x="41040" y="23396"/>
                    <a:pt x="40784" y="23182"/>
                    <a:pt x="40485" y="22927"/>
                  </a:cubicBezTo>
                  <a:cubicBezTo>
                    <a:pt x="40458" y="22899"/>
                    <a:pt x="40426" y="22887"/>
                    <a:pt x="40395" y="22887"/>
                  </a:cubicBezTo>
                  <a:cubicBezTo>
                    <a:pt x="40281" y="22887"/>
                    <a:pt x="40172" y="23040"/>
                    <a:pt x="40272" y="23140"/>
                  </a:cubicBezTo>
                  <a:cubicBezTo>
                    <a:pt x="40528" y="23396"/>
                    <a:pt x="40827" y="23652"/>
                    <a:pt x="41083" y="23908"/>
                  </a:cubicBezTo>
                  <a:lnTo>
                    <a:pt x="41467" y="24249"/>
                  </a:lnTo>
                  <a:lnTo>
                    <a:pt x="41680" y="24462"/>
                  </a:lnTo>
                  <a:lnTo>
                    <a:pt x="41637" y="25529"/>
                  </a:lnTo>
                  <a:lnTo>
                    <a:pt x="41339" y="25273"/>
                  </a:lnTo>
                  <a:cubicBezTo>
                    <a:pt x="41040" y="25017"/>
                    <a:pt x="40741" y="24761"/>
                    <a:pt x="40443" y="24548"/>
                  </a:cubicBezTo>
                  <a:cubicBezTo>
                    <a:pt x="40421" y="24505"/>
                    <a:pt x="40379" y="24484"/>
                    <a:pt x="40336" y="24484"/>
                  </a:cubicBezTo>
                  <a:cubicBezTo>
                    <a:pt x="40294" y="24484"/>
                    <a:pt x="40251" y="24505"/>
                    <a:pt x="40230" y="24548"/>
                  </a:cubicBezTo>
                  <a:cubicBezTo>
                    <a:pt x="40144" y="24590"/>
                    <a:pt x="40144" y="24676"/>
                    <a:pt x="40230" y="24761"/>
                  </a:cubicBezTo>
                  <a:cubicBezTo>
                    <a:pt x="40485" y="25017"/>
                    <a:pt x="40741" y="25273"/>
                    <a:pt x="41040" y="25529"/>
                  </a:cubicBezTo>
                  <a:lnTo>
                    <a:pt x="41424" y="25955"/>
                  </a:lnTo>
                  <a:lnTo>
                    <a:pt x="41552" y="26126"/>
                  </a:lnTo>
                  <a:cubicBezTo>
                    <a:pt x="41552" y="26297"/>
                    <a:pt x="41509" y="26510"/>
                    <a:pt x="41509" y="26723"/>
                  </a:cubicBezTo>
                  <a:lnTo>
                    <a:pt x="41253" y="26510"/>
                  </a:lnTo>
                  <a:cubicBezTo>
                    <a:pt x="40955" y="26297"/>
                    <a:pt x="40741" y="26083"/>
                    <a:pt x="40485" y="25870"/>
                  </a:cubicBezTo>
                  <a:cubicBezTo>
                    <a:pt x="40458" y="25842"/>
                    <a:pt x="40426" y="25831"/>
                    <a:pt x="40395" y="25831"/>
                  </a:cubicBezTo>
                  <a:cubicBezTo>
                    <a:pt x="40281" y="25831"/>
                    <a:pt x="40172" y="25983"/>
                    <a:pt x="40272" y="26083"/>
                  </a:cubicBezTo>
                  <a:cubicBezTo>
                    <a:pt x="40528" y="26339"/>
                    <a:pt x="40741" y="26553"/>
                    <a:pt x="40997" y="26766"/>
                  </a:cubicBezTo>
                  <a:lnTo>
                    <a:pt x="41381" y="27107"/>
                  </a:lnTo>
                  <a:lnTo>
                    <a:pt x="41467" y="27193"/>
                  </a:lnTo>
                  <a:cubicBezTo>
                    <a:pt x="41424" y="27534"/>
                    <a:pt x="41381" y="27875"/>
                    <a:pt x="41381" y="28259"/>
                  </a:cubicBezTo>
                  <a:cubicBezTo>
                    <a:pt x="41253" y="28174"/>
                    <a:pt x="41125" y="28088"/>
                    <a:pt x="40997" y="27961"/>
                  </a:cubicBezTo>
                  <a:cubicBezTo>
                    <a:pt x="40741" y="27790"/>
                    <a:pt x="40528" y="27619"/>
                    <a:pt x="40272" y="27449"/>
                  </a:cubicBezTo>
                  <a:cubicBezTo>
                    <a:pt x="40252" y="27435"/>
                    <a:pt x="40230" y="27429"/>
                    <a:pt x="40208" y="27429"/>
                  </a:cubicBezTo>
                  <a:cubicBezTo>
                    <a:pt x="40097" y="27429"/>
                    <a:pt x="39994" y="27590"/>
                    <a:pt x="40102" y="27662"/>
                  </a:cubicBezTo>
                  <a:cubicBezTo>
                    <a:pt x="40315" y="27875"/>
                    <a:pt x="40571" y="28046"/>
                    <a:pt x="40784" y="28259"/>
                  </a:cubicBezTo>
                  <a:cubicBezTo>
                    <a:pt x="40912" y="28344"/>
                    <a:pt x="40997" y="28430"/>
                    <a:pt x="41125" y="28558"/>
                  </a:cubicBezTo>
                  <a:lnTo>
                    <a:pt x="41339" y="28728"/>
                  </a:lnTo>
                  <a:lnTo>
                    <a:pt x="41253" y="29582"/>
                  </a:lnTo>
                  <a:cubicBezTo>
                    <a:pt x="40997" y="29368"/>
                    <a:pt x="40741" y="29155"/>
                    <a:pt x="40485" y="29027"/>
                  </a:cubicBezTo>
                  <a:cubicBezTo>
                    <a:pt x="40463" y="29016"/>
                    <a:pt x="40440" y="29010"/>
                    <a:pt x="40417" y="29010"/>
                  </a:cubicBezTo>
                  <a:cubicBezTo>
                    <a:pt x="40354" y="29010"/>
                    <a:pt x="40292" y="29050"/>
                    <a:pt x="40230" y="29112"/>
                  </a:cubicBezTo>
                  <a:cubicBezTo>
                    <a:pt x="40230" y="29155"/>
                    <a:pt x="40230" y="29283"/>
                    <a:pt x="40315" y="29326"/>
                  </a:cubicBezTo>
                  <a:cubicBezTo>
                    <a:pt x="40400" y="29368"/>
                    <a:pt x="40485" y="29411"/>
                    <a:pt x="40571" y="29496"/>
                  </a:cubicBezTo>
                  <a:lnTo>
                    <a:pt x="40741" y="29582"/>
                  </a:lnTo>
                  <a:lnTo>
                    <a:pt x="40827" y="29624"/>
                  </a:lnTo>
                  <a:cubicBezTo>
                    <a:pt x="40912" y="29710"/>
                    <a:pt x="40955" y="29752"/>
                    <a:pt x="41040" y="29838"/>
                  </a:cubicBezTo>
                  <a:lnTo>
                    <a:pt x="41083" y="29923"/>
                  </a:lnTo>
                  <a:lnTo>
                    <a:pt x="41125" y="30008"/>
                  </a:lnTo>
                  <a:lnTo>
                    <a:pt x="41125" y="30179"/>
                  </a:lnTo>
                  <a:lnTo>
                    <a:pt x="41083" y="30733"/>
                  </a:lnTo>
                  <a:lnTo>
                    <a:pt x="40230" y="29923"/>
                  </a:lnTo>
                  <a:cubicBezTo>
                    <a:pt x="40208" y="29890"/>
                    <a:pt x="40180" y="29877"/>
                    <a:pt x="40153" y="29877"/>
                  </a:cubicBezTo>
                  <a:cubicBezTo>
                    <a:pt x="40073" y="29877"/>
                    <a:pt x="39995" y="29987"/>
                    <a:pt x="40059" y="30051"/>
                  </a:cubicBezTo>
                  <a:cubicBezTo>
                    <a:pt x="40400" y="30435"/>
                    <a:pt x="40699" y="30819"/>
                    <a:pt x="41040" y="31203"/>
                  </a:cubicBezTo>
                  <a:lnTo>
                    <a:pt x="40912" y="32312"/>
                  </a:lnTo>
                  <a:lnTo>
                    <a:pt x="40571" y="31971"/>
                  </a:lnTo>
                  <a:cubicBezTo>
                    <a:pt x="40357" y="31757"/>
                    <a:pt x="40144" y="31544"/>
                    <a:pt x="39931" y="31331"/>
                  </a:cubicBezTo>
                  <a:cubicBezTo>
                    <a:pt x="39910" y="31309"/>
                    <a:pt x="39878" y="31299"/>
                    <a:pt x="39846" y="31299"/>
                  </a:cubicBezTo>
                  <a:cubicBezTo>
                    <a:pt x="39814" y="31299"/>
                    <a:pt x="39782" y="31309"/>
                    <a:pt x="39760" y="31331"/>
                  </a:cubicBezTo>
                  <a:cubicBezTo>
                    <a:pt x="39718" y="31373"/>
                    <a:pt x="39675" y="31459"/>
                    <a:pt x="39718" y="31501"/>
                  </a:cubicBezTo>
                  <a:cubicBezTo>
                    <a:pt x="39931" y="31757"/>
                    <a:pt x="40144" y="31971"/>
                    <a:pt x="40357" y="32227"/>
                  </a:cubicBezTo>
                  <a:lnTo>
                    <a:pt x="40656" y="32568"/>
                  </a:lnTo>
                  <a:lnTo>
                    <a:pt x="40784" y="32739"/>
                  </a:lnTo>
                  <a:lnTo>
                    <a:pt x="40869" y="32824"/>
                  </a:lnTo>
                  <a:cubicBezTo>
                    <a:pt x="40869" y="32994"/>
                    <a:pt x="40827" y="33165"/>
                    <a:pt x="40784" y="33336"/>
                  </a:cubicBezTo>
                  <a:lnTo>
                    <a:pt x="40528" y="33165"/>
                  </a:lnTo>
                  <a:cubicBezTo>
                    <a:pt x="40315" y="32994"/>
                    <a:pt x="40102" y="32824"/>
                    <a:pt x="39888" y="32653"/>
                  </a:cubicBezTo>
                  <a:cubicBezTo>
                    <a:pt x="39858" y="32633"/>
                    <a:pt x="39829" y="32625"/>
                    <a:pt x="39802" y="32625"/>
                  </a:cubicBezTo>
                  <a:cubicBezTo>
                    <a:pt x="39712" y="32625"/>
                    <a:pt x="39652" y="32716"/>
                    <a:pt x="39718" y="32781"/>
                  </a:cubicBezTo>
                  <a:lnTo>
                    <a:pt x="40357" y="33378"/>
                  </a:lnTo>
                  <a:lnTo>
                    <a:pt x="40656" y="33677"/>
                  </a:lnTo>
                  <a:lnTo>
                    <a:pt x="40741" y="33762"/>
                  </a:lnTo>
                  <a:cubicBezTo>
                    <a:pt x="40741" y="33976"/>
                    <a:pt x="40699" y="34189"/>
                    <a:pt x="40656" y="34402"/>
                  </a:cubicBezTo>
                  <a:cubicBezTo>
                    <a:pt x="40571" y="34317"/>
                    <a:pt x="40443" y="34189"/>
                    <a:pt x="40357" y="34104"/>
                  </a:cubicBezTo>
                  <a:cubicBezTo>
                    <a:pt x="40144" y="33848"/>
                    <a:pt x="39931" y="33634"/>
                    <a:pt x="39760" y="33378"/>
                  </a:cubicBezTo>
                  <a:cubicBezTo>
                    <a:pt x="39718" y="33336"/>
                    <a:pt x="39675" y="33314"/>
                    <a:pt x="39632" y="33314"/>
                  </a:cubicBezTo>
                  <a:cubicBezTo>
                    <a:pt x="39590" y="33314"/>
                    <a:pt x="39547" y="33336"/>
                    <a:pt x="39504" y="33378"/>
                  </a:cubicBezTo>
                  <a:cubicBezTo>
                    <a:pt x="39462" y="33421"/>
                    <a:pt x="39462" y="33549"/>
                    <a:pt x="39504" y="33592"/>
                  </a:cubicBezTo>
                  <a:cubicBezTo>
                    <a:pt x="39718" y="33848"/>
                    <a:pt x="39931" y="34104"/>
                    <a:pt x="40144" y="34317"/>
                  </a:cubicBezTo>
                  <a:cubicBezTo>
                    <a:pt x="40230" y="34445"/>
                    <a:pt x="40315" y="34530"/>
                    <a:pt x="40443" y="34658"/>
                  </a:cubicBezTo>
                  <a:cubicBezTo>
                    <a:pt x="40528" y="34744"/>
                    <a:pt x="40528" y="34786"/>
                    <a:pt x="40571" y="34829"/>
                  </a:cubicBezTo>
                  <a:lnTo>
                    <a:pt x="40613" y="34872"/>
                  </a:lnTo>
                  <a:cubicBezTo>
                    <a:pt x="40571" y="35170"/>
                    <a:pt x="40571" y="35469"/>
                    <a:pt x="40528" y="35810"/>
                  </a:cubicBezTo>
                  <a:lnTo>
                    <a:pt x="40400" y="35682"/>
                  </a:lnTo>
                  <a:lnTo>
                    <a:pt x="39974" y="35256"/>
                  </a:lnTo>
                  <a:lnTo>
                    <a:pt x="39120" y="34402"/>
                  </a:lnTo>
                  <a:cubicBezTo>
                    <a:pt x="39088" y="34370"/>
                    <a:pt x="39054" y="34357"/>
                    <a:pt x="39022" y="34357"/>
                  </a:cubicBezTo>
                  <a:cubicBezTo>
                    <a:pt x="38926" y="34357"/>
                    <a:pt x="38854" y="34477"/>
                    <a:pt x="38950" y="34573"/>
                  </a:cubicBezTo>
                  <a:cubicBezTo>
                    <a:pt x="39206" y="34872"/>
                    <a:pt x="39462" y="35170"/>
                    <a:pt x="39760" y="35469"/>
                  </a:cubicBezTo>
                  <a:cubicBezTo>
                    <a:pt x="39888" y="35639"/>
                    <a:pt x="40016" y="35767"/>
                    <a:pt x="40144" y="35938"/>
                  </a:cubicBezTo>
                  <a:cubicBezTo>
                    <a:pt x="40230" y="36066"/>
                    <a:pt x="40357" y="36237"/>
                    <a:pt x="40443" y="36322"/>
                  </a:cubicBezTo>
                  <a:cubicBezTo>
                    <a:pt x="40443" y="36535"/>
                    <a:pt x="40443" y="36706"/>
                    <a:pt x="40400" y="36877"/>
                  </a:cubicBezTo>
                  <a:cubicBezTo>
                    <a:pt x="40059" y="36578"/>
                    <a:pt x="39760" y="36237"/>
                    <a:pt x="39462" y="35895"/>
                  </a:cubicBezTo>
                  <a:cubicBezTo>
                    <a:pt x="39440" y="35874"/>
                    <a:pt x="39408" y="35863"/>
                    <a:pt x="39376" y="35863"/>
                  </a:cubicBezTo>
                  <a:cubicBezTo>
                    <a:pt x="39344" y="35863"/>
                    <a:pt x="39312" y="35874"/>
                    <a:pt x="39291" y="35895"/>
                  </a:cubicBezTo>
                  <a:cubicBezTo>
                    <a:pt x="39248" y="35938"/>
                    <a:pt x="39248" y="36023"/>
                    <a:pt x="39291" y="36109"/>
                  </a:cubicBezTo>
                  <a:cubicBezTo>
                    <a:pt x="39632" y="36493"/>
                    <a:pt x="39974" y="36919"/>
                    <a:pt x="40357" y="37303"/>
                  </a:cubicBezTo>
                  <a:cubicBezTo>
                    <a:pt x="40315" y="37559"/>
                    <a:pt x="40272" y="37772"/>
                    <a:pt x="40230" y="38028"/>
                  </a:cubicBezTo>
                  <a:lnTo>
                    <a:pt x="39931" y="37687"/>
                  </a:lnTo>
                  <a:cubicBezTo>
                    <a:pt x="39675" y="37474"/>
                    <a:pt x="39419" y="37218"/>
                    <a:pt x="39206" y="36962"/>
                  </a:cubicBezTo>
                  <a:cubicBezTo>
                    <a:pt x="39174" y="36930"/>
                    <a:pt x="39139" y="36917"/>
                    <a:pt x="39107" y="36917"/>
                  </a:cubicBezTo>
                  <a:cubicBezTo>
                    <a:pt x="39011" y="36917"/>
                    <a:pt x="38939" y="37037"/>
                    <a:pt x="39035" y="37133"/>
                  </a:cubicBezTo>
                  <a:cubicBezTo>
                    <a:pt x="39248" y="37389"/>
                    <a:pt x="39462" y="37645"/>
                    <a:pt x="39675" y="37900"/>
                  </a:cubicBezTo>
                  <a:lnTo>
                    <a:pt x="40016" y="38284"/>
                  </a:lnTo>
                  <a:lnTo>
                    <a:pt x="40187" y="38498"/>
                  </a:lnTo>
                  <a:cubicBezTo>
                    <a:pt x="40187" y="38668"/>
                    <a:pt x="40144" y="38882"/>
                    <a:pt x="40102" y="39010"/>
                  </a:cubicBezTo>
                  <a:lnTo>
                    <a:pt x="40102" y="39052"/>
                  </a:lnTo>
                  <a:cubicBezTo>
                    <a:pt x="39974" y="38924"/>
                    <a:pt x="39846" y="38754"/>
                    <a:pt x="39718" y="38626"/>
                  </a:cubicBezTo>
                  <a:cubicBezTo>
                    <a:pt x="39504" y="38370"/>
                    <a:pt x="39206" y="38114"/>
                    <a:pt x="38950" y="37900"/>
                  </a:cubicBezTo>
                  <a:cubicBezTo>
                    <a:pt x="38934" y="37893"/>
                    <a:pt x="38918" y="37889"/>
                    <a:pt x="38904" y="37889"/>
                  </a:cubicBezTo>
                  <a:cubicBezTo>
                    <a:pt x="38837" y="37889"/>
                    <a:pt x="38787" y="37959"/>
                    <a:pt x="38822" y="38028"/>
                  </a:cubicBezTo>
                  <a:cubicBezTo>
                    <a:pt x="39120" y="38242"/>
                    <a:pt x="39334" y="38498"/>
                    <a:pt x="39547" y="38754"/>
                  </a:cubicBezTo>
                  <a:cubicBezTo>
                    <a:pt x="39632" y="38924"/>
                    <a:pt x="39760" y="39052"/>
                    <a:pt x="39803" y="39180"/>
                  </a:cubicBezTo>
                  <a:lnTo>
                    <a:pt x="40016" y="39522"/>
                  </a:lnTo>
                  <a:cubicBezTo>
                    <a:pt x="39974" y="39735"/>
                    <a:pt x="39931" y="39991"/>
                    <a:pt x="39846" y="40204"/>
                  </a:cubicBezTo>
                  <a:cubicBezTo>
                    <a:pt x="39675" y="39991"/>
                    <a:pt x="39504" y="39820"/>
                    <a:pt x="39376" y="39650"/>
                  </a:cubicBezTo>
                  <a:lnTo>
                    <a:pt x="38608" y="38839"/>
                  </a:lnTo>
                  <a:cubicBezTo>
                    <a:pt x="38589" y="38819"/>
                    <a:pt x="38569" y="38811"/>
                    <a:pt x="38551" y="38811"/>
                  </a:cubicBezTo>
                  <a:cubicBezTo>
                    <a:pt x="38490" y="38811"/>
                    <a:pt x="38448" y="38902"/>
                    <a:pt x="38480" y="38967"/>
                  </a:cubicBezTo>
                  <a:lnTo>
                    <a:pt x="39163" y="39820"/>
                  </a:lnTo>
                  <a:cubicBezTo>
                    <a:pt x="39376" y="40076"/>
                    <a:pt x="39547" y="40332"/>
                    <a:pt x="39760" y="40545"/>
                  </a:cubicBezTo>
                  <a:cubicBezTo>
                    <a:pt x="39718" y="40716"/>
                    <a:pt x="39632" y="40887"/>
                    <a:pt x="39590" y="41057"/>
                  </a:cubicBezTo>
                  <a:lnTo>
                    <a:pt x="39504" y="40972"/>
                  </a:lnTo>
                  <a:cubicBezTo>
                    <a:pt x="39462" y="40929"/>
                    <a:pt x="39419" y="40844"/>
                    <a:pt x="39376" y="40801"/>
                  </a:cubicBezTo>
                  <a:cubicBezTo>
                    <a:pt x="39334" y="40716"/>
                    <a:pt x="39163" y="40545"/>
                    <a:pt x="39078" y="40417"/>
                  </a:cubicBezTo>
                  <a:lnTo>
                    <a:pt x="38480" y="39692"/>
                  </a:lnTo>
                  <a:cubicBezTo>
                    <a:pt x="38459" y="39660"/>
                    <a:pt x="38430" y="39647"/>
                    <a:pt x="38399" y="39647"/>
                  </a:cubicBezTo>
                  <a:cubicBezTo>
                    <a:pt x="38307" y="39647"/>
                    <a:pt x="38203" y="39767"/>
                    <a:pt x="38267" y="39863"/>
                  </a:cubicBezTo>
                  <a:lnTo>
                    <a:pt x="38864" y="40631"/>
                  </a:lnTo>
                  <a:lnTo>
                    <a:pt x="39120" y="41015"/>
                  </a:lnTo>
                  <a:lnTo>
                    <a:pt x="39248" y="41185"/>
                  </a:lnTo>
                  <a:cubicBezTo>
                    <a:pt x="39291" y="41271"/>
                    <a:pt x="39376" y="41313"/>
                    <a:pt x="39419" y="41399"/>
                  </a:cubicBezTo>
                  <a:lnTo>
                    <a:pt x="39462" y="41399"/>
                  </a:lnTo>
                  <a:cubicBezTo>
                    <a:pt x="39376" y="41569"/>
                    <a:pt x="39291" y="41740"/>
                    <a:pt x="39163" y="41911"/>
                  </a:cubicBezTo>
                  <a:cubicBezTo>
                    <a:pt x="39078" y="41783"/>
                    <a:pt x="38992" y="41612"/>
                    <a:pt x="38907" y="41484"/>
                  </a:cubicBezTo>
                  <a:cubicBezTo>
                    <a:pt x="38882" y="41447"/>
                    <a:pt x="38846" y="41431"/>
                    <a:pt x="38809" y="41431"/>
                  </a:cubicBezTo>
                  <a:cubicBezTo>
                    <a:pt x="38719" y="41431"/>
                    <a:pt x="38621" y="41521"/>
                    <a:pt x="38651" y="41612"/>
                  </a:cubicBezTo>
                  <a:cubicBezTo>
                    <a:pt x="38779" y="41825"/>
                    <a:pt x="38907" y="41996"/>
                    <a:pt x="38992" y="42209"/>
                  </a:cubicBezTo>
                  <a:cubicBezTo>
                    <a:pt x="38950" y="42252"/>
                    <a:pt x="38907" y="42337"/>
                    <a:pt x="38864" y="42423"/>
                  </a:cubicBezTo>
                  <a:cubicBezTo>
                    <a:pt x="38480" y="42892"/>
                    <a:pt x="38011" y="43276"/>
                    <a:pt x="37499" y="43574"/>
                  </a:cubicBezTo>
                  <a:cubicBezTo>
                    <a:pt x="37457" y="43532"/>
                    <a:pt x="37457" y="43489"/>
                    <a:pt x="37414" y="43446"/>
                  </a:cubicBezTo>
                  <a:cubicBezTo>
                    <a:pt x="37371" y="43404"/>
                    <a:pt x="37329" y="43361"/>
                    <a:pt x="37286" y="43361"/>
                  </a:cubicBezTo>
                  <a:cubicBezTo>
                    <a:pt x="37158" y="43233"/>
                    <a:pt x="37030" y="43062"/>
                    <a:pt x="36902" y="42934"/>
                  </a:cubicBezTo>
                  <a:cubicBezTo>
                    <a:pt x="36774" y="42806"/>
                    <a:pt x="36646" y="42636"/>
                    <a:pt x="36518" y="42508"/>
                  </a:cubicBezTo>
                  <a:cubicBezTo>
                    <a:pt x="36219" y="42209"/>
                    <a:pt x="35963" y="41911"/>
                    <a:pt x="35707" y="41655"/>
                  </a:cubicBezTo>
                  <a:cubicBezTo>
                    <a:pt x="35688" y="41635"/>
                    <a:pt x="35666" y="41626"/>
                    <a:pt x="35644" y="41626"/>
                  </a:cubicBezTo>
                  <a:cubicBezTo>
                    <a:pt x="35574" y="41626"/>
                    <a:pt x="35514" y="41717"/>
                    <a:pt x="35579" y="41783"/>
                  </a:cubicBezTo>
                  <a:cubicBezTo>
                    <a:pt x="35878" y="42124"/>
                    <a:pt x="36134" y="42465"/>
                    <a:pt x="36433" y="42806"/>
                  </a:cubicBezTo>
                  <a:lnTo>
                    <a:pt x="36859" y="43318"/>
                  </a:lnTo>
                  <a:cubicBezTo>
                    <a:pt x="36902" y="43404"/>
                    <a:pt x="36945" y="43489"/>
                    <a:pt x="37030" y="43574"/>
                  </a:cubicBezTo>
                  <a:cubicBezTo>
                    <a:pt x="37030" y="43660"/>
                    <a:pt x="37073" y="43702"/>
                    <a:pt x="37115" y="43745"/>
                  </a:cubicBezTo>
                  <a:lnTo>
                    <a:pt x="37158" y="43745"/>
                  </a:lnTo>
                  <a:cubicBezTo>
                    <a:pt x="36774" y="43916"/>
                    <a:pt x="36433" y="44044"/>
                    <a:pt x="36049" y="44172"/>
                  </a:cubicBezTo>
                  <a:lnTo>
                    <a:pt x="36049" y="44129"/>
                  </a:lnTo>
                  <a:cubicBezTo>
                    <a:pt x="35963" y="43958"/>
                    <a:pt x="35835" y="43830"/>
                    <a:pt x="35750" y="43702"/>
                  </a:cubicBezTo>
                  <a:lnTo>
                    <a:pt x="35409" y="43318"/>
                  </a:lnTo>
                  <a:cubicBezTo>
                    <a:pt x="35153" y="43062"/>
                    <a:pt x="34940" y="42764"/>
                    <a:pt x="34726" y="42551"/>
                  </a:cubicBezTo>
                  <a:cubicBezTo>
                    <a:pt x="34704" y="42518"/>
                    <a:pt x="34680" y="42504"/>
                    <a:pt x="34656" y="42504"/>
                  </a:cubicBezTo>
                  <a:cubicBezTo>
                    <a:pt x="34587" y="42504"/>
                    <a:pt x="34524" y="42615"/>
                    <a:pt x="34556" y="42678"/>
                  </a:cubicBezTo>
                  <a:cubicBezTo>
                    <a:pt x="34769" y="42934"/>
                    <a:pt x="34982" y="43190"/>
                    <a:pt x="35196" y="43489"/>
                  </a:cubicBezTo>
                  <a:cubicBezTo>
                    <a:pt x="35324" y="43617"/>
                    <a:pt x="35409" y="43745"/>
                    <a:pt x="35494" y="43873"/>
                  </a:cubicBezTo>
                  <a:cubicBezTo>
                    <a:pt x="35579" y="44001"/>
                    <a:pt x="35665" y="44129"/>
                    <a:pt x="35750" y="44214"/>
                  </a:cubicBezTo>
                  <a:cubicBezTo>
                    <a:pt x="35321" y="44306"/>
                    <a:pt x="34914" y="44376"/>
                    <a:pt x="34497" y="44424"/>
                  </a:cubicBezTo>
                  <a:lnTo>
                    <a:pt x="34497" y="44424"/>
                  </a:lnTo>
                  <a:cubicBezTo>
                    <a:pt x="34558" y="44380"/>
                    <a:pt x="34597" y="44297"/>
                    <a:pt x="34556" y="44214"/>
                  </a:cubicBezTo>
                  <a:cubicBezTo>
                    <a:pt x="34513" y="44172"/>
                    <a:pt x="34470" y="44129"/>
                    <a:pt x="34385" y="44044"/>
                  </a:cubicBezTo>
                  <a:lnTo>
                    <a:pt x="34257" y="43873"/>
                  </a:lnTo>
                  <a:cubicBezTo>
                    <a:pt x="34172" y="43788"/>
                    <a:pt x="34086" y="43660"/>
                    <a:pt x="34001" y="43574"/>
                  </a:cubicBezTo>
                  <a:cubicBezTo>
                    <a:pt x="33830" y="43361"/>
                    <a:pt x="33617" y="43148"/>
                    <a:pt x="33446" y="42934"/>
                  </a:cubicBezTo>
                  <a:cubicBezTo>
                    <a:pt x="33431" y="42927"/>
                    <a:pt x="33415" y="42923"/>
                    <a:pt x="33400" y="42923"/>
                  </a:cubicBezTo>
                  <a:cubicBezTo>
                    <a:pt x="33334" y="42923"/>
                    <a:pt x="33284" y="42993"/>
                    <a:pt x="33318" y="43062"/>
                  </a:cubicBezTo>
                  <a:cubicBezTo>
                    <a:pt x="33489" y="43276"/>
                    <a:pt x="33702" y="43489"/>
                    <a:pt x="33873" y="43702"/>
                  </a:cubicBezTo>
                  <a:cubicBezTo>
                    <a:pt x="33916" y="43788"/>
                    <a:pt x="34001" y="43916"/>
                    <a:pt x="34086" y="44001"/>
                  </a:cubicBezTo>
                  <a:cubicBezTo>
                    <a:pt x="34172" y="44129"/>
                    <a:pt x="34172" y="44129"/>
                    <a:pt x="34214" y="44172"/>
                  </a:cubicBezTo>
                  <a:cubicBezTo>
                    <a:pt x="34214" y="44257"/>
                    <a:pt x="34257" y="44300"/>
                    <a:pt x="34300" y="44385"/>
                  </a:cubicBezTo>
                  <a:cubicBezTo>
                    <a:pt x="34313" y="44411"/>
                    <a:pt x="34329" y="44429"/>
                    <a:pt x="34348" y="44440"/>
                  </a:cubicBezTo>
                  <a:lnTo>
                    <a:pt x="34348" y="44440"/>
                  </a:lnTo>
                  <a:cubicBezTo>
                    <a:pt x="34234" y="44452"/>
                    <a:pt x="34118" y="44462"/>
                    <a:pt x="34001" y="44470"/>
                  </a:cubicBezTo>
                  <a:cubicBezTo>
                    <a:pt x="33702" y="44129"/>
                    <a:pt x="33404" y="43788"/>
                    <a:pt x="33105" y="43404"/>
                  </a:cubicBezTo>
                  <a:cubicBezTo>
                    <a:pt x="33084" y="43382"/>
                    <a:pt x="33052" y="43372"/>
                    <a:pt x="33025" y="43372"/>
                  </a:cubicBezTo>
                  <a:cubicBezTo>
                    <a:pt x="32999" y="43372"/>
                    <a:pt x="32977" y="43382"/>
                    <a:pt x="32977" y="43404"/>
                  </a:cubicBezTo>
                  <a:cubicBezTo>
                    <a:pt x="32892" y="43446"/>
                    <a:pt x="32892" y="43489"/>
                    <a:pt x="32977" y="43532"/>
                  </a:cubicBezTo>
                  <a:lnTo>
                    <a:pt x="33660" y="44470"/>
                  </a:lnTo>
                  <a:cubicBezTo>
                    <a:pt x="33276" y="44470"/>
                    <a:pt x="32892" y="44470"/>
                    <a:pt x="32508" y="44513"/>
                  </a:cubicBezTo>
                  <a:cubicBezTo>
                    <a:pt x="32380" y="44342"/>
                    <a:pt x="32295" y="44257"/>
                    <a:pt x="32167" y="44129"/>
                  </a:cubicBezTo>
                  <a:lnTo>
                    <a:pt x="31868" y="43788"/>
                  </a:lnTo>
                  <a:cubicBezTo>
                    <a:pt x="31655" y="43532"/>
                    <a:pt x="31441" y="43318"/>
                    <a:pt x="31228" y="43062"/>
                  </a:cubicBezTo>
                  <a:cubicBezTo>
                    <a:pt x="31207" y="43041"/>
                    <a:pt x="31175" y="43030"/>
                    <a:pt x="31137" y="43030"/>
                  </a:cubicBezTo>
                  <a:cubicBezTo>
                    <a:pt x="31100" y="43030"/>
                    <a:pt x="31057" y="43041"/>
                    <a:pt x="31015" y="43062"/>
                  </a:cubicBezTo>
                  <a:cubicBezTo>
                    <a:pt x="30972" y="43105"/>
                    <a:pt x="30972" y="43233"/>
                    <a:pt x="31015" y="43276"/>
                  </a:cubicBezTo>
                  <a:cubicBezTo>
                    <a:pt x="31228" y="43489"/>
                    <a:pt x="31441" y="43745"/>
                    <a:pt x="31612" y="44001"/>
                  </a:cubicBezTo>
                  <a:lnTo>
                    <a:pt x="31868" y="44342"/>
                  </a:lnTo>
                  <a:lnTo>
                    <a:pt x="31996" y="44513"/>
                  </a:lnTo>
                  <a:lnTo>
                    <a:pt x="31185" y="44513"/>
                  </a:lnTo>
                  <a:cubicBezTo>
                    <a:pt x="31185" y="44470"/>
                    <a:pt x="31185" y="44470"/>
                    <a:pt x="31185" y="44470"/>
                  </a:cubicBezTo>
                  <a:lnTo>
                    <a:pt x="30332" y="43446"/>
                  </a:lnTo>
                  <a:cubicBezTo>
                    <a:pt x="30311" y="43425"/>
                    <a:pt x="30279" y="43414"/>
                    <a:pt x="30247" y="43414"/>
                  </a:cubicBezTo>
                  <a:cubicBezTo>
                    <a:pt x="30215" y="43414"/>
                    <a:pt x="30183" y="43425"/>
                    <a:pt x="30162" y="43446"/>
                  </a:cubicBezTo>
                  <a:cubicBezTo>
                    <a:pt x="30119" y="43489"/>
                    <a:pt x="30119" y="43574"/>
                    <a:pt x="30162" y="43617"/>
                  </a:cubicBezTo>
                  <a:lnTo>
                    <a:pt x="30844" y="44470"/>
                  </a:lnTo>
                  <a:lnTo>
                    <a:pt x="30290" y="44470"/>
                  </a:lnTo>
                  <a:cubicBezTo>
                    <a:pt x="30247" y="44428"/>
                    <a:pt x="30162" y="44342"/>
                    <a:pt x="30119" y="44300"/>
                  </a:cubicBezTo>
                  <a:lnTo>
                    <a:pt x="29906" y="43916"/>
                  </a:lnTo>
                  <a:lnTo>
                    <a:pt x="29394" y="43190"/>
                  </a:lnTo>
                  <a:cubicBezTo>
                    <a:pt x="29369" y="43153"/>
                    <a:pt x="29333" y="43137"/>
                    <a:pt x="29296" y="43137"/>
                  </a:cubicBezTo>
                  <a:cubicBezTo>
                    <a:pt x="29209" y="43137"/>
                    <a:pt x="29120" y="43228"/>
                    <a:pt x="29180" y="43318"/>
                  </a:cubicBezTo>
                  <a:lnTo>
                    <a:pt x="29650" y="44086"/>
                  </a:lnTo>
                  <a:lnTo>
                    <a:pt x="29906" y="44428"/>
                  </a:lnTo>
                  <a:lnTo>
                    <a:pt x="29906" y="44470"/>
                  </a:lnTo>
                  <a:cubicBezTo>
                    <a:pt x="29351" y="44470"/>
                    <a:pt x="28839" y="44470"/>
                    <a:pt x="28285" y="44428"/>
                  </a:cubicBezTo>
                  <a:cubicBezTo>
                    <a:pt x="28285" y="44385"/>
                    <a:pt x="28285" y="44342"/>
                    <a:pt x="28242" y="44300"/>
                  </a:cubicBezTo>
                  <a:cubicBezTo>
                    <a:pt x="28157" y="44257"/>
                    <a:pt x="28114" y="44172"/>
                    <a:pt x="28029" y="44129"/>
                  </a:cubicBezTo>
                  <a:lnTo>
                    <a:pt x="27858" y="43916"/>
                  </a:lnTo>
                  <a:lnTo>
                    <a:pt x="27474" y="43532"/>
                  </a:lnTo>
                  <a:cubicBezTo>
                    <a:pt x="27444" y="43512"/>
                    <a:pt x="27414" y="43504"/>
                    <a:pt x="27387" y="43504"/>
                  </a:cubicBezTo>
                  <a:cubicBezTo>
                    <a:pt x="27298" y="43504"/>
                    <a:pt x="27238" y="43594"/>
                    <a:pt x="27303" y="43660"/>
                  </a:cubicBezTo>
                  <a:cubicBezTo>
                    <a:pt x="27431" y="43788"/>
                    <a:pt x="27559" y="43958"/>
                    <a:pt x="27687" y="44086"/>
                  </a:cubicBezTo>
                  <a:lnTo>
                    <a:pt x="27858" y="44300"/>
                  </a:lnTo>
                  <a:cubicBezTo>
                    <a:pt x="27901" y="44342"/>
                    <a:pt x="27943" y="44385"/>
                    <a:pt x="27986" y="44428"/>
                  </a:cubicBezTo>
                  <a:lnTo>
                    <a:pt x="26791" y="44428"/>
                  </a:lnTo>
                  <a:cubicBezTo>
                    <a:pt x="26493" y="44086"/>
                    <a:pt x="26194" y="43788"/>
                    <a:pt x="25896" y="43446"/>
                  </a:cubicBezTo>
                  <a:cubicBezTo>
                    <a:pt x="25879" y="43430"/>
                    <a:pt x="25860" y="43423"/>
                    <a:pt x="25840" y="43423"/>
                  </a:cubicBezTo>
                  <a:cubicBezTo>
                    <a:pt x="25756" y="43423"/>
                    <a:pt x="25664" y="43548"/>
                    <a:pt x="25768" y="43617"/>
                  </a:cubicBezTo>
                  <a:lnTo>
                    <a:pt x="26407" y="44385"/>
                  </a:lnTo>
                  <a:lnTo>
                    <a:pt x="26407" y="44385"/>
                  </a:lnTo>
                  <a:lnTo>
                    <a:pt x="24701" y="44300"/>
                  </a:lnTo>
                  <a:cubicBezTo>
                    <a:pt x="24616" y="44214"/>
                    <a:pt x="24530" y="44086"/>
                    <a:pt x="24402" y="44001"/>
                  </a:cubicBezTo>
                  <a:cubicBezTo>
                    <a:pt x="24317" y="43873"/>
                    <a:pt x="24189" y="43788"/>
                    <a:pt x="24104" y="43660"/>
                  </a:cubicBezTo>
                  <a:lnTo>
                    <a:pt x="23464" y="42977"/>
                  </a:lnTo>
                  <a:cubicBezTo>
                    <a:pt x="23436" y="42949"/>
                    <a:pt x="23406" y="42938"/>
                    <a:pt x="23378" y="42938"/>
                  </a:cubicBezTo>
                  <a:cubicBezTo>
                    <a:pt x="23276" y="42938"/>
                    <a:pt x="23193" y="43090"/>
                    <a:pt x="23293" y="43190"/>
                  </a:cubicBezTo>
                  <a:lnTo>
                    <a:pt x="23890" y="43873"/>
                  </a:lnTo>
                  <a:cubicBezTo>
                    <a:pt x="23976" y="43958"/>
                    <a:pt x="24061" y="44086"/>
                    <a:pt x="24189" y="44214"/>
                  </a:cubicBezTo>
                  <a:lnTo>
                    <a:pt x="24232" y="44300"/>
                  </a:lnTo>
                  <a:lnTo>
                    <a:pt x="22909" y="44214"/>
                  </a:lnTo>
                  <a:cubicBezTo>
                    <a:pt x="22696" y="43958"/>
                    <a:pt x="22483" y="43702"/>
                    <a:pt x="22269" y="43446"/>
                  </a:cubicBezTo>
                  <a:cubicBezTo>
                    <a:pt x="22247" y="43414"/>
                    <a:pt x="22220" y="43400"/>
                    <a:pt x="22193" y="43400"/>
                  </a:cubicBezTo>
                  <a:cubicBezTo>
                    <a:pt x="22116" y="43400"/>
                    <a:pt x="22046" y="43511"/>
                    <a:pt x="22141" y="43574"/>
                  </a:cubicBezTo>
                  <a:lnTo>
                    <a:pt x="22611" y="44214"/>
                  </a:lnTo>
                  <a:lnTo>
                    <a:pt x="21715" y="44129"/>
                  </a:lnTo>
                  <a:cubicBezTo>
                    <a:pt x="21416" y="43788"/>
                    <a:pt x="21160" y="43404"/>
                    <a:pt x="20862" y="43062"/>
                  </a:cubicBezTo>
                  <a:cubicBezTo>
                    <a:pt x="20849" y="43037"/>
                    <a:pt x="20826" y="43027"/>
                    <a:pt x="20801" y="43027"/>
                  </a:cubicBezTo>
                  <a:cubicBezTo>
                    <a:pt x="20741" y="43027"/>
                    <a:pt x="20673" y="43087"/>
                    <a:pt x="20734" y="43148"/>
                  </a:cubicBezTo>
                  <a:cubicBezTo>
                    <a:pt x="20947" y="43489"/>
                    <a:pt x="21160" y="43788"/>
                    <a:pt x="21373" y="44129"/>
                  </a:cubicBezTo>
                  <a:lnTo>
                    <a:pt x="19838" y="44001"/>
                  </a:lnTo>
                  <a:lnTo>
                    <a:pt x="19795" y="43958"/>
                  </a:lnTo>
                  <a:lnTo>
                    <a:pt x="19667" y="43830"/>
                  </a:lnTo>
                  <a:lnTo>
                    <a:pt x="19411" y="43532"/>
                  </a:lnTo>
                  <a:cubicBezTo>
                    <a:pt x="19198" y="43361"/>
                    <a:pt x="19070" y="43190"/>
                    <a:pt x="18856" y="43020"/>
                  </a:cubicBezTo>
                  <a:cubicBezTo>
                    <a:pt x="18835" y="42998"/>
                    <a:pt x="18803" y="42988"/>
                    <a:pt x="18771" y="42988"/>
                  </a:cubicBezTo>
                  <a:cubicBezTo>
                    <a:pt x="18739" y="42988"/>
                    <a:pt x="18707" y="42998"/>
                    <a:pt x="18686" y="43020"/>
                  </a:cubicBezTo>
                  <a:cubicBezTo>
                    <a:pt x="18643" y="43062"/>
                    <a:pt x="18643" y="43148"/>
                    <a:pt x="18686" y="43190"/>
                  </a:cubicBezTo>
                  <a:lnTo>
                    <a:pt x="19198" y="43745"/>
                  </a:lnTo>
                  <a:lnTo>
                    <a:pt x="19368" y="43958"/>
                  </a:lnTo>
                  <a:lnTo>
                    <a:pt x="18302" y="43873"/>
                  </a:lnTo>
                  <a:lnTo>
                    <a:pt x="18003" y="43830"/>
                  </a:lnTo>
                  <a:cubicBezTo>
                    <a:pt x="17833" y="43617"/>
                    <a:pt x="17662" y="43404"/>
                    <a:pt x="17491" y="43190"/>
                  </a:cubicBezTo>
                  <a:cubicBezTo>
                    <a:pt x="17470" y="43169"/>
                    <a:pt x="17438" y="43158"/>
                    <a:pt x="17406" y="43158"/>
                  </a:cubicBezTo>
                  <a:cubicBezTo>
                    <a:pt x="17374" y="43158"/>
                    <a:pt x="17342" y="43169"/>
                    <a:pt x="17321" y="43190"/>
                  </a:cubicBezTo>
                  <a:cubicBezTo>
                    <a:pt x="17321" y="43233"/>
                    <a:pt x="17321" y="43276"/>
                    <a:pt x="17321" y="43318"/>
                  </a:cubicBezTo>
                  <a:lnTo>
                    <a:pt x="17662" y="43788"/>
                  </a:lnTo>
                  <a:lnTo>
                    <a:pt x="16425" y="43660"/>
                  </a:lnTo>
                  <a:cubicBezTo>
                    <a:pt x="16382" y="43574"/>
                    <a:pt x="16297" y="43489"/>
                    <a:pt x="16212" y="43361"/>
                  </a:cubicBezTo>
                  <a:lnTo>
                    <a:pt x="15785" y="42849"/>
                  </a:lnTo>
                  <a:cubicBezTo>
                    <a:pt x="15764" y="42828"/>
                    <a:pt x="15732" y="42817"/>
                    <a:pt x="15700" y="42817"/>
                  </a:cubicBezTo>
                  <a:cubicBezTo>
                    <a:pt x="15668" y="42817"/>
                    <a:pt x="15636" y="42828"/>
                    <a:pt x="15614" y="42849"/>
                  </a:cubicBezTo>
                  <a:cubicBezTo>
                    <a:pt x="15572" y="42892"/>
                    <a:pt x="15572" y="42934"/>
                    <a:pt x="15614" y="42977"/>
                  </a:cubicBezTo>
                  <a:cubicBezTo>
                    <a:pt x="15742" y="43190"/>
                    <a:pt x="15870" y="43361"/>
                    <a:pt x="15998" y="43532"/>
                  </a:cubicBezTo>
                  <a:lnTo>
                    <a:pt x="16084" y="43617"/>
                  </a:lnTo>
                  <a:cubicBezTo>
                    <a:pt x="15700" y="43574"/>
                    <a:pt x="15316" y="43532"/>
                    <a:pt x="14932" y="43489"/>
                  </a:cubicBezTo>
                  <a:cubicBezTo>
                    <a:pt x="14761" y="43233"/>
                    <a:pt x="14590" y="42977"/>
                    <a:pt x="14377" y="42764"/>
                  </a:cubicBezTo>
                  <a:cubicBezTo>
                    <a:pt x="14361" y="42748"/>
                    <a:pt x="14341" y="42741"/>
                    <a:pt x="14321" y="42741"/>
                  </a:cubicBezTo>
                  <a:cubicBezTo>
                    <a:pt x="14236" y="42741"/>
                    <a:pt x="14137" y="42865"/>
                    <a:pt x="14206" y="42934"/>
                  </a:cubicBezTo>
                  <a:cubicBezTo>
                    <a:pt x="14334" y="43105"/>
                    <a:pt x="14462" y="43276"/>
                    <a:pt x="14590" y="43446"/>
                  </a:cubicBezTo>
                  <a:lnTo>
                    <a:pt x="13737" y="43318"/>
                  </a:lnTo>
                  <a:lnTo>
                    <a:pt x="12329" y="43148"/>
                  </a:lnTo>
                  <a:cubicBezTo>
                    <a:pt x="12329" y="43105"/>
                    <a:pt x="12287" y="43105"/>
                    <a:pt x="12287" y="43105"/>
                  </a:cubicBezTo>
                  <a:lnTo>
                    <a:pt x="12244" y="43062"/>
                  </a:lnTo>
                  <a:lnTo>
                    <a:pt x="12159" y="42977"/>
                  </a:lnTo>
                  <a:cubicBezTo>
                    <a:pt x="12073" y="42892"/>
                    <a:pt x="12031" y="42849"/>
                    <a:pt x="11988" y="42806"/>
                  </a:cubicBezTo>
                  <a:cubicBezTo>
                    <a:pt x="11860" y="42678"/>
                    <a:pt x="11775" y="42551"/>
                    <a:pt x="11689" y="42423"/>
                  </a:cubicBezTo>
                  <a:cubicBezTo>
                    <a:pt x="11664" y="42373"/>
                    <a:pt x="11625" y="42352"/>
                    <a:pt x="11588" y="42352"/>
                  </a:cubicBezTo>
                  <a:cubicBezTo>
                    <a:pt x="11561" y="42352"/>
                    <a:pt x="11537" y="42362"/>
                    <a:pt x="11519" y="42380"/>
                  </a:cubicBezTo>
                  <a:cubicBezTo>
                    <a:pt x="11476" y="42380"/>
                    <a:pt x="11434" y="42465"/>
                    <a:pt x="11476" y="42551"/>
                  </a:cubicBezTo>
                  <a:cubicBezTo>
                    <a:pt x="11561" y="42678"/>
                    <a:pt x="11689" y="42806"/>
                    <a:pt x="11775" y="42977"/>
                  </a:cubicBezTo>
                  <a:lnTo>
                    <a:pt x="11903" y="43105"/>
                  </a:lnTo>
                  <a:lnTo>
                    <a:pt x="11092" y="42977"/>
                  </a:lnTo>
                  <a:cubicBezTo>
                    <a:pt x="10879" y="42764"/>
                    <a:pt x="10666" y="42508"/>
                    <a:pt x="10495" y="42252"/>
                  </a:cubicBezTo>
                  <a:cubicBezTo>
                    <a:pt x="10482" y="42227"/>
                    <a:pt x="10463" y="42217"/>
                    <a:pt x="10442" y="42217"/>
                  </a:cubicBezTo>
                  <a:cubicBezTo>
                    <a:pt x="10392" y="42217"/>
                    <a:pt x="10337" y="42277"/>
                    <a:pt x="10367" y="42337"/>
                  </a:cubicBezTo>
                  <a:cubicBezTo>
                    <a:pt x="10495" y="42551"/>
                    <a:pt x="10623" y="42764"/>
                    <a:pt x="10794" y="42934"/>
                  </a:cubicBezTo>
                  <a:lnTo>
                    <a:pt x="9983" y="42806"/>
                  </a:lnTo>
                  <a:cubicBezTo>
                    <a:pt x="10026" y="42764"/>
                    <a:pt x="10026" y="42721"/>
                    <a:pt x="9983" y="42678"/>
                  </a:cubicBezTo>
                  <a:lnTo>
                    <a:pt x="9514" y="41996"/>
                  </a:lnTo>
                  <a:cubicBezTo>
                    <a:pt x="9484" y="41966"/>
                    <a:pt x="9432" y="41936"/>
                    <a:pt x="9374" y="41936"/>
                  </a:cubicBezTo>
                  <a:cubicBezTo>
                    <a:pt x="9350" y="41936"/>
                    <a:pt x="9325" y="41941"/>
                    <a:pt x="9300" y="41953"/>
                  </a:cubicBezTo>
                  <a:cubicBezTo>
                    <a:pt x="9258" y="41996"/>
                    <a:pt x="9215" y="42081"/>
                    <a:pt x="9258" y="42124"/>
                  </a:cubicBezTo>
                  <a:lnTo>
                    <a:pt x="9684" y="42721"/>
                  </a:lnTo>
                  <a:lnTo>
                    <a:pt x="9258" y="42678"/>
                  </a:lnTo>
                  <a:cubicBezTo>
                    <a:pt x="9002" y="42593"/>
                    <a:pt x="8746" y="42551"/>
                    <a:pt x="8533" y="42465"/>
                  </a:cubicBezTo>
                  <a:lnTo>
                    <a:pt x="8191" y="41953"/>
                  </a:lnTo>
                  <a:cubicBezTo>
                    <a:pt x="8161" y="41923"/>
                    <a:pt x="8110" y="41893"/>
                    <a:pt x="8067" y="41893"/>
                  </a:cubicBezTo>
                  <a:cubicBezTo>
                    <a:pt x="8049" y="41893"/>
                    <a:pt x="8033" y="41898"/>
                    <a:pt x="8021" y="41911"/>
                  </a:cubicBezTo>
                  <a:cubicBezTo>
                    <a:pt x="7978" y="41953"/>
                    <a:pt x="7935" y="41996"/>
                    <a:pt x="7978" y="42081"/>
                  </a:cubicBezTo>
                  <a:lnTo>
                    <a:pt x="8149" y="42380"/>
                  </a:lnTo>
                  <a:cubicBezTo>
                    <a:pt x="7935" y="42337"/>
                    <a:pt x="7765" y="42252"/>
                    <a:pt x="7551" y="42167"/>
                  </a:cubicBezTo>
                  <a:cubicBezTo>
                    <a:pt x="7381" y="41911"/>
                    <a:pt x="7210" y="41612"/>
                    <a:pt x="7039" y="41356"/>
                  </a:cubicBezTo>
                  <a:cubicBezTo>
                    <a:pt x="7014" y="41305"/>
                    <a:pt x="6973" y="41284"/>
                    <a:pt x="6930" y="41284"/>
                  </a:cubicBezTo>
                  <a:cubicBezTo>
                    <a:pt x="6831" y="41284"/>
                    <a:pt x="6724" y="41395"/>
                    <a:pt x="6783" y="41484"/>
                  </a:cubicBezTo>
                  <a:cubicBezTo>
                    <a:pt x="6869" y="41612"/>
                    <a:pt x="6997" y="41783"/>
                    <a:pt x="7082" y="41953"/>
                  </a:cubicBezTo>
                  <a:cubicBezTo>
                    <a:pt x="6698" y="41783"/>
                    <a:pt x="6357" y="41527"/>
                    <a:pt x="6016" y="41271"/>
                  </a:cubicBezTo>
                  <a:cubicBezTo>
                    <a:pt x="5504" y="40887"/>
                    <a:pt x="5034" y="40460"/>
                    <a:pt x="4608" y="40034"/>
                  </a:cubicBezTo>
                  <a:lnTo>
                    <a:pt x="4608" y="40034"/>
                  </a:lnTo>
                  <a:cubicBezTo>
                    <a:pt x="4906" y="40162"/>
                    <a:pt x="5205" y="40332"/>
                    <a:pt x="5546" y="40460"/>
                  </a:cubicBezTo>
                  <a:cubicBezTo>
                    <a:pt x="6528" y="40801"/>
                    <a:pt x="7509" y="41057"/>
                    <a:pt x="8533" y="41228"/>
                  </a:cubicBezTo>
                  <a:lnTo>
                    <a:pt x="8618" y="41228"/>
                  </a:lnTo>
                  <a:lnTo>
                    <a:pt x="8746" y="41271"/>
                  </a:lnTo>
                  <a:cubicBezTo>
                    <a:pt x="9172" y="41399"/>
                    <a:pt x="9599" y="41441"/>
                    <a:pt x="10026" y="41527"/>
                  </a:cubicBezTo>
                  <a:cubicBezTo>
                    <a:pt x="10879" y="41697"/>
                    <a:pt x="11732" y="41825"/>
                    <a:pt x="12543" y="41911"/>
                  </a:cubicBezTo>
                  <a:cubicBezTo>
                    <a:pt x="14249" y="42167"/>
                    <a:pt x="15956" y="42252"/>
                    <a:pt x="17662" y="42337"/>
                  </a:cubicBezTo>
                  <a:lnTo>
                    <a:pt x="18003" y="42337"/>
                  </a:lnTo>
                  <a:cubicBezTo>
                    <a:pt x="19923" y="42465"/>
                    <a:pt x="21843" y="42508"/>
                    <a:pt x="23762" y="42508"/>
                  </a:cubicBezTo>
                  <a:cubicBezTo>
                    <a:pt x="25000" y="42508"/>
                    <a:pt x="26279" y="42508"/>
                    <a:pt x="27559" y="42465"/>
                  </a:cubicBezTo>
                  <a:cubicBezTo>
                    <a:pt x="28540" y="42465"/>
                    <a:pt x="29564" y="42380"/>
                    <a:pt x="30546" y="42252"/>
                  </a:cubicBezTo>
                  <a:cubicBezTo>
                    <a:pt x="32380" y="42039"/>
                    <a:pt x="34342" y="41484"/>
                    <a:pt x="35750" y="40119"/>
                  </a:cubicBezTo>
                  <a:cubicBezTo>
                    <a:pt x="37329" y="38626"/>
                    <a:pt x="37713" y="36407"/>
                    <a:pt x="37926" y="34317"/>
                  </a:cubicBezTo>
                  <a:cubicBezTo>
                    <a:pt x="38224" y="31800"/>
                    <a:pt x="38438" y="29240"/>
                    <a:pt x="38608" y="26681"/>
                  </a:cubicBezTo>
                  <a:cubicBezTo>
                    <a:pt x="38950" y="21476"/>
                    <a:pt x="39120" y="16271"/>
                    <a:pt x="39078" y="11067"/>
                  </a:cubicBezTo>
                  <a:cubicBezTo>
                    <a:pt x="39078" y="9787"/>
                    <a:pt x="39078" y="8465"/>
                    <a:pt x="39035" y="7185"/>
                  </a:cubicBezTo>
                  <a:cubicBezTo>
                    <a:pt x="39035" y="6161"/>
                    <a:pt x="38950" y="5180"/>
                    <a:pt x="38779" y="4198"/>
                  </a:cubicBezTo>
                  <a:cubicBezTo>
                    <a:pt x="38779" y="4156"/>
                    <a:pt x="38779" y="4113"/>
                    <a:pt x="38779" y="4113"/>
                  </a:cubicBezTo>
                  <a:close/>
                  <a:moveTo>
                    <a:pt x="21621" y="1"/>
                  </a:moveTo>
                  <a:cubicBezTo>
                    <a:pt x="20953" y="1"/>
                    <a:pt x="20287" y="6"/>
                    <a:pt x="19624" y="18"/>
                  </a:cubicBezTo>
                  <a:cubicBezTo>
                    <a:pt x="14633" y="103"/>
                    <a:pt x="9642" y="700"/>
                    <a:pt x="4778" y="1767"/>
                  </a:cubicBezTo>
                  <a:cubicBezTo>
                    <a:pt x="4181" y="1895"/>
                    <a:pt x="3584" y="2023"/>
                    <a:pt x="3029" y="2151"/>
                  </a:cubicBezTo>
                  <a:cubicBezTo>
                    <a:pt x="2517" y="2279"/>
                    <a:pt x="2048" y="2535"/>
                    <a:pt x="1707" y="2876"/>
                  </a:cubicBezTo>
                  <a:cubicBezTo>
                    <a:pt x="1408" y="3345"/>
                    <a:pt x="1195" y="3900"/>
                    <a:pt x="1195" y="4497"/>
                  </a:cubicBezTo>
                  <a:cubicBezTo>
                    <a:pt x="1110" y="5094"/>
                    <a:pt x="1024" y="5734"/>
                    <a:pt x="939" y="6331"/>
                  </a:cubicBezTo>
                  <a:cubicBezTo>
                    <a:pt x="683" y="8934"/>
                    <a:pt x="470" y="11493"/>
                    <a:pt x="299" y="14096"/>
                  </a:cubicBezTo>
                  <a:cubicBezTo>
                    <a:pt x="0" y="19258"/>
                    <a:pt x="43" y="24420"/>
                    <a:pt x="342" y="29539"/>
                  </a:cubicBezTo>
                  <a:cubicBezTo>
                    <a:pt x="427" y="30733"/>
                    <a:pt x="512" y="31928"/>
                    <a:pt x="640" y="33122"/>
                  </a:cubicBezTo>
                  <a:cubicBezTo>
                    <a:pt x="726" y="34146"/>
                    <a:pt x="939" y="35170"/>
                    <a:pt x="1280" y="36151"/>
                  </a:cubicBezTo>
                  <a:cubicBezTo>
                    <a:pt x="1494" y="36749"/>
                    <a:pt x="1750" y="37346"/>
                    <a:pt x="2091" y="37858"/>
                  </a:cubicBezTo>
                  <a:cubicBezTo>
                    <a:pt x="2603" y="38882"/>
                    <a:pt x="3243" y="39820"/>
                    <a:pt x="4053" y="40631"/>
                  </a:cubicBezTo>
                  <a:cubicBezTo>
                    <a:pt x="4821" y="41441"/>
                    <a:pt x="5674" y="42124"/>
                    <a:pt x="6656" y="42678"/>
                  </a:cubicBezTo>
                  <a:cubicBezTo>
                    <a:pt x="8021" y="43233"/>
                    <a:pt x="9471" y="43574"/>
                    <a:pt x="10922" y="43745"/>
                  </a:cubicBezTo>
                  <a:cubicBezTo>
                    <a:pt x="12543" y="43958"/>
                    <a:pt x="14121" y="44172"/>
                    <a:pt x="15742" y="44385"/>
                  </a:cubicBezTo>
                  <a:cubicBezTo>
                    <a:pt x="18899" y="44726"/>
                    <a:pt x="22099" y="44982"/>
                    <a:pt x="25256" y="45153"/>
                  </a:cubicBezTo>
                  <a:cubicBezTo>
                    <a:pt x="26877" y="45238"/>
                    <a:pt x="28455" y="45281"/>
                    <a:pt x="30119" y="45281"/>
                  </a:cubicBezTo>
                  <a:cubicBezTo>
                    <a:pt x="30496" y="45292"/>
                    <a:pt x="30876" y="45298"/>
                    <a:pt x="31258" y="45298"/>
                  </a:cubicBezTo>
                  <a:cubicBezTo>
                    <a:pt x="32301" y="45298"/>
                    <a:pt x="33354" y="45258"/>
                    <a:pt x="34385" y="45195"/>
                  </a:cubicBezTo>
                  <a:cubicBezTo>
                    <a:pt x="35665" y="45110"/>
                    <a:pt x="36859" y="44726"/>
                    <a:pt x="37968" y="44129"/>
                  </a:cubicBezTo>
                  <a:cubicBezTo>
                    <a:pt x="39035" y="43446"/>
                    <a:pt x="39846" y="42423"/>
                    <a:pt x="40272" y="41228"/>
                  </a:cubicBezTo>
                  <a:cubicBezTo>
                    <a:pt x="40699" y="39991"/>
                    <a:pt x="40955" y="38711"/>
                    <a:pt x="41040" y="37431"/>
                  </a:cubicBezTo>
                  <a:cubicBezTo>
                    <a:pt x="41253" y="35853"/>
                    <a:pt x="41424" y="34274"/>
                    <a:pt x="41595" y="32653"/>
                  </a:cubicBezTo>
                  <a:cubicBezTo>
                    <a:pt x="42448" y="26254"/>
                    <a:pt x="42832" y="19770"/>
                    <a:pt x="42789" y="13285"/>
                  </a:cubicBezTo>
                  <a:lnTo>
                    <a:pt x="42789" y="13243"/>
                  </a:lnTo>
                  <a:cubicBezTo>
                    <a:pt x="42789" y="12517"/>
                    <a:pt x="42746" y="11792"/>
                    <a:pt x="42704" y="11024"/>
                  </a:cubicBezTo>
                  <a:cubicBezTo>
                    <a:pt x="42576" y="10384"/>
                    <a:pt x="42405" y="9787"/>
                    <a:pt x="42192" y="9190"/>
                  </a:cubicBezTo>
                  <a:cubicBezTo>
                    <a:pt x="41765" y="8123"/>
                    <a:pt x="41253" y="7142"/>
                    <a:pt x="40656" y="6161"/>
                  </a:cubicBezTo>
                  <a:cubicBezTo>
                    <a:pt x="40102" y="5265"/>
                    <a:pt x="39462" y="4369"/>
                    <a:pt x="38822" y="3516"/>
                  </a:cubicBezTo>
                  <a:cubicBezTo>
                    <a:pt x="38566" y="3217"/>
                    <a:pt x="38352" y="2919"/>
                    <a:pt x="38096" y="2620"/>
                  </a:cubicBezTo>
                  <a:cubicBezTo>
                    <a:pt x="37926" y="2321"/>
                    <a:pt x="37713" y="2023"/>
                    <a:pt x="37457" y="1767"/>
                  </a:cubicBezTo>
                  <a:cubicBezTo>
                    <a:pt x="36603" y="1084"/>
                    <a:pt x="35579" y="700"/>
                    <a:pt x="34513" y="615"/>
                  </a:cubicBezTo>
                  <a:cubicBezTo>
                    <a:pt x="32039" y="359"/>
                    <a:pt x="29564" y="188"/>
                    <a:pt x="27090" y="103"/>
                  </a:cubicBezTo>
                  <a:cubicBezTo>
                    <a:pt x="25279" y="41"/>
                    <a:pt x="23444" y="1"/>
                    <a:pt x="216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83;p37">
              <a:extLst>
                <a:ext uri="{FF2B5EF4-FFF2-40B4-BE49-F238E27FC236}">
                  <a16:creationId xmlns:a16="http://schemas.microsoft.com/office/drawing/2014/main" id="{B7BFF632-E5B3-1FD1-E570-5A4753B1D198}"/>
                </a:ext>
              </a:extLst>
            </p:cNvPr>
            <p:cNvSpPr/>
            <p:nvPr/>
          </p:nvSpPr>
          <p:spPr>
            <a:xfrm>
              <a:off x="717352" y="1553247"/>
              <a:ext cx="792793" cy="826224"/>
            </a:xfrm>
            <a:custGeom>
              <a:avLst/>
              <a:gdLst/>
              <a:ahLst/>
              <a:cxnLst/>
              <a:rect l="l" t="t" r="r" b="b"/>
              <a:pathLst>
                <a:path w="37542" h="41075" extrusionOk="0">
                  <a:moveTo>
                    <a:pt x="22036" y="0"/>
                  </a:moveTo>
                  <a:cubicBezTo>
                    <a:pt x="19856" y="0"/>
                    <a:pt x="17675" y="65"/>
                    <a:pt x="15486" y="200"/>
                  </a:cubicBezTo>
                  <a:cubicBezTo>
                    <a:pt x="13097" y="328"/>
                    <a:pt x="10666" y="584"/>
                    <a:pt x="8319" y="968"/>
                  </a:cubicBezTo>
                  <a:cubicBezTo>
                    <a:pt x="7125" y="1181"/>
                    <a:pt x="5930" y="1394"/>
                    <a:pt x="4736" y="1650"/>
                  </a:cubicBezTo>
                  <a:cubicBezTo>
                    <a:pt x="4138" y="1778"/>
                    <a:pt x="3584" y="1906"/>
                    <a:pt x="2987" y="2034"/>
                  </a:cubicBezTo>
                  <a:cubicBezTo>
                    <a:pt x="2517" y="2120"/>
                    <a:pt x="2048" y="2248"/>
                    <a:pt x="1664" y="2546"/>
                  </a:cubicBezTo>
                  <a:cubicBezTo>
                    <a:pt x="1280" y="2887"/>
                    <a:pt x="1280" y="3485"/>
                    <a:pt x="1195" y="3954"/>
                  </a:cubicBezTo>
                  <a:cubicBezTo>
                    <a:pt x="1110" y="4594"/>
                    <a:pt x="1067" y="5191"/>
                    <a:pt x="982" y="5831"/>
                  </a:cubicBezTo>
                  <a:cubicBezTo>
                    <a:pt x="811" y="7068"/>
                    <a:pt x="683" y="8305"/>
                    <a:pt x="598" y="9543"/>
                  </a:cubicBezTo>
                  <a:cubicBezTo>
                    <a:pt x="384" y="12060"/>
                    <a:pt x="256" y="14534"/>
                    <a:pt x="171" y="17008"/>
                  </a:cubicBezTo>
                  <a:cubicBezTo>
                    <a:pt x="0" y="21957"/>
                    <a:pt x="171" y="26906"/>
                    <a:pt x="598" y="31812"/>
                  </a:cubicBezTo>
                  <a:cubicBezTo>
                    <a:pt x="811" y="33689"/>
                    <a:pt x="1152" y="35779"/>
                    <a:pt x="2475" y="37272"/>
                  </a:cubicBezTo>
                  <a:cubicBezTo>
                    <a:pt x="3797" y="38765"/>
                    <a:pt x="5930" y="39320"/>
                    <a:pt x="7850" y="39704"/>
                  </a:cubicBezTo>
                  <a:cubicBezTo>
                    <a:pt x="7893" y="39704"/>
                    <a:pt x="7935" y="39746"/>
                    <a:pt x="7978" y="39789"/>
                  </a:cubicBezTo>
                  <a:lnTo>
                    <a:pt x="8149" y="39789"/>
                  </a:lnTo>
                  <a:cubicBezTo>
                    <a:pt x="8618" y="39832"/>
                    <a:pt x="9087" y="39960"/>
                    <a:pt x="9556" y="40045"/>
                  </a:cubicBezTo>
                  <a:cubicBezTo>
                    <a:pt x="10921" y="40301"/>
                    <a:pt x="12287" y="40514"/>
                    <a:pt x="13652" y="40685"/>
                  </a:cubicBezTo>
                  <a:cubicBezTo>
                    <a:pt x="16765" y="40939"/>
                    <a:pt x="19877" y="41075"/>
                    <a:pt x="22990" y="41075"/>
                  </a:cubicBezTo>
                  <a:cubicBezTo>
                    <a:pt x="24058" y="41075"/>
                    <a:pt x="25126" y="41059"/>
                    <a:pt x="26194" y="41026"/>
                  </a:cubicBezTo>
                  <a:cubicBezTo>
                    <a:pt x="26355" y="41030"/>
                    <a:pt x="26516" y="41032"/>
                    <a:pt x="26677" y="41032"/>
                  </a:cubicBezTo>
                  <a:cubicBezTo>
                    <a:pt x="28472" y="41032"/>
                    <a:pt x="30230" y="40810"/>
                    <a:pt x="31953" y="40301"/>
                  </a:cubicBezTo>
                  <a:cubicBezTo>
                    <a:pt x="32764" y="40045"/>
                    <a:pt x="33574" y="39618"/>
                    <a:pt x="34214" y="39021"/>
                  </a:cubicBezTo>
                  <a:cubicBezTo>
                    <a:pt x="34982" y="38381"/>
                    <a:pt x="35494" y="37528"/>
                    <a:pt x="35835" y="36590"/>
                  </a:cubicBezTo>
                  <a:cubicBezTo>
                    <a:pt x="36134" y="35566"/>
                    <a:pt x="36347" y="34542"/>
                    <a:pt x="36433" y="33475"/>
                  </a:cubicBezTo>
                  <a:cubicBezTo>
                    <a:pt x="36561" y="32281"/>
                    <a:pt x="36646" y="31044"/>
                    <a:pt x="36774" y="29806"/>
                  </a:cubicBezTo>
                  <a:cubicBezTo>
                    <a:pt x="36945" y="27289"/>
                    <a:pt x="37115" y="24773"/>
                    <a:pt x="37243" y="22256"/>
                  </a:cubicBezTo>
                  <a:cubicBezTo>
                    <a:pt x="37456" y="17222"/>
                    <a:pt x="37542" y="12188"/>
                    <a:pt x="37456" y="7111"/>
                  </a:cubicBezTo>
                  <a:cubicBezTo>
                    <a:pt x="37456" y="6087"/>
                    <a:pt x="37414" y="5063"/>
                    <a:pt x="37286" y="4039"/>
                  </a:cubicBezTo>
                  <a:cubicBezTo>
                    <a:pt x="37200" y="3186"/>
                    <a:pt x="36859" y="2376"/>
                    <a:pt x="36305" y="1693"/>
                  </a:cubicBezTo>
                  <a:cubicBezTo>
                    <a:pt x="35579" y="925"/>
                    <a:pt x="34556" y="712"/>
                    <a:pt x="33574" y="626"/>
                  </a:cubicBezTo>
                  <a:cubicBezTo>
                    <a:pt x="32380" y="498"/>
                    <a:pt x="31228" y="371"/>
                    <a:pt x="30033" y="285"/>
                  </a:cubicBezTo>
                  <a:cubicBezTo>
                    <a:pt x="27359" y="98"/>
                    <a:pt x="24698" y="0"/>
                    <a:pt x="22036" y="0"/>
                  </a:cubicBezTo>
                  <a:close/>
                </a:path>
              </a:pathLst>
            </a:custGeom>
            <a:solidFill>
              <a:srgbClr val="5E60CE">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7" name="Google Shape;2417;p37">
            <a:extLst>
              <a:ext uri="{FF2B5EF4-FFF2-40B4-BE49-F238E27FC236}">
                <a16:creationId xmlns:a16="http://schemas.microsoft.com/office/drawing/2014/main" id="{C9AB0924-6731-CA26-8A33-DC651E0A2A55}"/>
              </a:ext>
            </a:extLst>
          </p:cNvPr>
          <p:cNvSpPr txBox="1"/>
          <p:nvPr/>
        </p:nvSpPr>
        <p:spPr>
          <a:xfrm>
            <a:off x="5206478" y="3414726"/>
            <a:ext cx="9735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rPr>
              <a:t>04</a:t>
            </a:r>
            <a:endParaRPr sz="4000" dirty="0">
              <a:solidFill>
                <a:schemeClr val="accent6"/>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48" name="Google Shape;2418;p37">
            <a:extLst>
              <a:ext uri="{FF2B5EF4-FFF2-40B4-BE49-F238E27FC236}">
                <a16:creationId xmlns:a16="http://schemas.microsoft.com/office/drawing/2014/main" id="{4CDFAC84-2C0B-725B-0200-5C910B0F970C}"/>
              </a:ext>
            </a:extLst>
          </p:cNvPr>
          <p:cNvGrpSpPr/>
          <p:nvPr/>
        </p:nvGrpSpPr>
        <p:grpSpPr>
          <a:xfrm>
            <a:off x="6695691" y="3376372"/>
            <a:ext cx="2151088" cy="661314"/>
            <a:chOff x="172101" y="3289014"/>
            <a:chExt cx="2971528" cy="661314"/>
          </a:xfrm>
        </p:grpSpPr>
        <p:sp>
          <p:nvSpPr>
            <p:cNvPr id="49" name="Google Shape;2419;p37">
              <a:extLst>
                <a:ext uri="{FF2B5EF4-FFF2-40B4-BE49-F238E27FC236}">
                  <a16:creationId xmlns:a16="http://schemas.microsoft.com/office/drawing/2014/main" id="{71B330C8-BBF8-80EA-9C89-AF2E464BBA99}"/>
                </a:ext>
              </a:extLst>
            </p:cNvPr>
            <p:cNvSpPr txBox="1"/>
            <p:nvPr/>
          </p:nvSpPr>
          <p:spPr>
            <a:xfrm>
              <a:off x="172101" y="3289014"/>
              <a:ext cx="2640711" cy="262595"/>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Operating System</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50" name="Google Shape;2420;p37">
              <a:extLst>
                <a:ext uri="{FF2B5EF4-FFF2-40B4-BE49-F238E27FC236}">
                  <a16:creationId xmlns:a16="http://schemas.microsoft.com/office/drawing/2014/main" id="{52B4C0A5-9B59-6F6F-7ADB-53847F7C07B8}"/>
                </a:ext>
              </a:extLst>
            </p:cNvPr>
            <p:cNvSpPr txBox="1"/>
            <p:nvPr/>
          </p:nvSpPr>
          <p:spPr>
            <a:xfrm>
              <a:off x="502918" y="3590451"/>
              <a:ext cx="2640711" cy="359877"/>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300" dirty="0">
                  <a:effectLst/>
                  <a:latin typeface="Times New Roman" panose="02020603050405020304" pitchFamily="18" charset="0"/>
                  <a:ea typeface="Roboto" panose="02000000000000000000" pitchFamily="2" charset="0"/>
                  <a:cs typeface="Times New Roman" panose="02020603050405020304" pitchFamily="18" charset="0"/>
                </a:rPr>
                <a:t>Windows Operating System/Linux</a:t>
              </a:r>
              <a:endParaRPr lang="en-IN" sz="1300" dirty="0">
                <a:solidFill>
                  <a:schemeClr val="accent5"/>
                </a:solidFill>
                <a:latin typeface="Times New Roman" panose="02020603050405020304" pitchFamily="18" charset="0"/>
                <a:ea typeface="Roboto" panose="02000000000000000000" pitchFamily="2" charset="0"/>
                <a:cs typeface="Times New Roman" panose="02020603050405020304" pitchFamily="18" charset="0"/>
                <a:sym typeface="Roboto"/>
              </a:endParaRPr>
            </a:p>
          </p:txBody>
        </p:sp>
      </p:grpSp>
      <p:grpSp>
        <p:nvGrpSpPr>
          <p:cNvPr id="52" name="Google Shape;2365;p37">
            <a:extLst>
              <a:ext uri="{FF2B5EF4-FFF2-40B4-BE49-F238E27FC236}">
                <a16:creationId xmlns:a16="http://schemas.microsoft.com/office/drawing/2014/main" id="{9F9E9823-46A4-9DB7-8B92-0B533F7382D0}"/>
              </a:ext>
            </a:extLst>
          </p:cNvPr>
          <p:cNvGrpSpPr/>
          <p:nvPr/>
        </p:nvGrpSpPr>
        <p:grpSpPr>
          <a:xfrm>
            <a:off x="1121110" y="4222743"/>
            <a:ext cx="1400779" cy="790732"/>
            <a:chOff x="3132320" y="2673019"/>
            <a:chExt cx="1400779" cy="790732"/>
          </a:xfrm>
        </p:grpSpPr>
        <p:sp>
          <p:nvSpPr>
            <p:cNvPr id="53" name="Google Shape;2366;p37">
              <a:extLst>
                <a:ext uri="{FF2B5EF4-FFF2-40B4-BE49-F238E27FC236}">
                  <a16:creationId xmlns:a16="http://schemas.microsoft.com/office/drawing/2014/main" id="{6103713C-39BE-B2A6-BB03-2B268F103E5D}"/>
                </a:ext>
              </a:extLst>
            </p:cNvPr>
            <p:cNvSpPr/>
            <p:nvPr/>
          </p:nvSpPr>
          <p:spPr>
            <a:xfrm>
              <a:off x="4127923" y="3044669"/>
              <a:ext cx="57635" cy="53965"/>
            </a:xfrm>
            <a:custGeom>
              <a:avLst/>
              <a:gdLst/>
              <a:ahLst/>
              <a:cxnLst/>
              <a:rect l="l" t="t" r="r" b="b"/>
              <a:pathLst>
                <a:path w="2561" h="2560" extrusionOk="0">
                  <a:moveTo>
                    <a:pt x="1281" y="0"/>
                  </a:moveTo>
                  <a:cubicBezTo>
                    <a:pt x="555" y="0"/>
                    <a:pt x="1" y="555"/>
                    <a:pt x="1" y="1280"/>
                  </a:cubicBezTo>
                  <a:cubicBezTo>
                    <a:pt x="1" y="1963"/>
                    <a:pt x="555" y="2560"/>
                    <a:pt x="1281" y="2560"/>
                  </a:cubicBezTo>
                  <a:cubicBezTo>
                    <a:pt x="1963" y="2560"/>
                    <a:pt x="2561" y="1963"/>
                    <a:pt x="2561" y="1280"/>
                  </a:cubicBezTo>
                  <a:cubicBezTo>
                    <a:pt x="2561" y="555"/>
                    <a:pt x="1963"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7;p37">
              <a:extLst>
                <a:ext uri="{FF2B5EF4-FFF2-40B4-BE49-F238E27FC236}">
                  <a16:creationId xmlns:a16="http://schemas.microsoft.com/office/drawing/2014/main" id="{6D022874-0FE8-0FCA-0BCE-D9F1A760E682}"/>
                </a:ext>
              </a:extLst>
            </p:cNvPr>
            <p:cNvSpPr/>
            <p:nvPr/>
          </p:nvSpPr>
          <p:spPr>
            <a:xfrm>
              <a:off x="4258497" y="3044669"/>
              <a:ext cx="57635" cy="53965"/>
            </a:xfrm>
            <a:custGeom>
              <a:avLst/>
              <a:gdLst/>
              <a:ahLst/>
              <a:cxnLst/>
              <a:rect l="l" t="t" r="r" b="b"/>
              <a:pathLst>
                <a:path w="2561" h="2560" extrusionOk="0">
                  <a:moveTo>
                    <a:pt x="1281" y="0"/>
                  </a:moveTo>
                  <a:cubicBezTo>
                    <a:pt x="598" y="0"/>
                    <a:pt x="1" y="555"/>
                    <a:pt x="1" y="1280"/>
                  </a:cubicBezTo>
                  <a:cubicBezTo>
                    <a:pt x="1" y="1963"/>
                    <a:pt x="598" y="2560"/>
                    <a:pt x="1281" y="2560"/>
                  </a:cubicBezTo>
                  <a:cubicBezTo>
                    <a:pt x="2006" y="2560"/>
                    <a:pt x="2560" y="1963"/>
                    <a:pt x="2560" y="1280"/>
                  </a:cubicBezTo>
                  <a:cubicBezTo>
                    <a:pt x="2560" y="555"/>
                    <a:pt x="2006" y="0"/>
                    <a:pt x="1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8;p37">
              <a:extLst>
                <a:ext uri="{FF2B5EF4-FFF2-40B4-BE49-F238E27FC236}">
                  <a16:creationId xmlns:a16="http://schemas.microsoft.com/office/drawing/2014/main" id="{714F0FE2-6589-AB09-BD63-406F36B3B588}"/>
                </a:ext>
              </a:extLst>
            </p:cNvPr>
            <p:cNvSpPr/>
            <p:nvPr/>
          </p:nvSpPr>
          <p:spPr>
            <a:xfrm>
              <a:off x="4390039" y="3044669"/>
              <a:ext cx="57613" cy="53965"/>
            </a:xfrm>
            <a:custGeom>
              <a:avLst/>
              <a:gdLst/>
              <a:ahLst/>
              <a:cxnLst/>
              <a:rect l="l" t="t" r="r" b="b"/>
              <a:pathLst>
                <a:path w="2560" h="2560" extrusionOk="0">
                  <a:moveTo>
                    <a:pt x="1280" y="0"/>
                  </a:moveTo>
                  <a:cubicBezTo>
                    <a:pt x="555" y="0"/>
                    <a:pt x="0" y="555"/>
                    <a:pt x="0" y="1280"/>
                  </a:cubicBezTo>
                  <a:cubicBezTo>
                    <a:pt x="0" y="1963"/>
                    <a:pt x="555" y="2560"/>
                    <a:pt x="1280" y="2560"/>
                  </a:cubicBezTo>
                  <a:cubicBezTo>
                    <a:pt x="1963" y="2560"/>
                    <a:pt x="2560" y="1963"/>
                    <a:pt x="2560" y="1280"/>
                  </a:cubicBezTo>
                  <a:cubicBezTo>
                    <a:pt x="2560" y="555"/>
                    <a:pt x="1963" y="0"/>
                    <a:pt x="12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9;p37">
              <a:extLst>
                <a:ext uri="{FF2B5EF4-FFF2-40B4-BE49-F238E27FC236}">
                  <a16:creationId xmlns:a16="http://schemas.microsoft.com/office/drawing/2014/main" id="{281E5AC4-B915-1230-C466-110C71C91BC9}"/>
                </a:ext>
              </a:extLst>
            </p:cNvPr>
            <p:cNvSpPr/>
            <p:nvPr/>
          </p:nvSpPr>
          <p:spPr>
            <a:xfrm>
              <a:off x="3132320" y="2673019"/>
              <a:ext cx="1400779" cy="790732"/>
            </a:xfrm>
            <a:custGeom>
              <a:avLst/>
              <a:gdLst/>
              <a:ahLst/>
              <a:cxnLst/>
              <a:rect l="l" t="t" r="r" b="b"/>
              <a:pathLst>
                <a:path w="62243" h="37511" extrusionOk="0">
                  <a:moveTo>
                    <a:pt x="41511" y="1"/>
                  </a:moveTo>
                  <a:cubicBezTo>
                    <a:pt x="40217" y="1"/>
                    <a:pt x="38922" y="4"/>
                    <a:pt x="37627" y="11"/>
                  </a:cubicBezTo>
                  <a:cubicBezTo>
                    <a:pt x="29693" y="11"/>
                    <a:pt x="21758" y="182"/>
                    <a:pt x="13823" y="523"/>
                  </a:cubicBezTo>
                  <a:cubicBezTo>
                    <a:pt x="9386" y="694"/>
                    <a:pt x="4864" y="864"/>
                    <a:pt x="427" y="1376"/>
                  </a:cubicBezTo>
                  <a:cubicBezTo>
                    <a:pt x="43" y="1419"/>
                    <a:pt x="1" y="2016"/>
                    <a:pt x="427" y="2016"/>
                  </a:cubicBezTo>
                  <a:cubicBezTo>
                    <a:pt x="4437" y="2016"/>
                    <a:pt x="8405" y="1760"/>
                    <a:pt x="12372" y="1632"/>
                  </a:cubicBezTo>
                  <a:cubicBezTo>
                    <a:pt x="16340" y="1462"/>
                    <a:pt x="20350" y="1334"/>
                    <a:pt x="24317" y="1248"/>
                  </a:cubicBezTo>
                  <a:cubicBezTo>
                    <a:pt x="29740" y="1103"/>
                    <a:pt x="35162" y="1037"/>
                    <a:pt x="40585" y="1037"/>
                  </a:cubicBezTo>
                  <a:cubicBezTo>
                    <a:pt x="43097" y="1037"/>
                    <a:pt x="45610" y="1051"/>
                    <a:pt x="48122" y="1078"/>
                  </a:cubicBezTo>
                  <a:cubicBezTo>
                    <a:pt x="52601" y="1120"/>
                    <a:pt x="57081" y="1206"/>
                    <a:pt x="61517" y="1376"/>
                  </a:cubicBezTo>
                  <a:cubicBezTo>
                    <a:pt x="62243" y="1376"/>
                    <a:pt x="62243" y="310"/>
                    <a:pt x="61517" y="310"/>
                  </a:cubicBezTo>
                  <a:cubicBezTo>
                    <a:pt x="54870" y="95"/>
                    <a:pt x="48193" y="1"/>
                    <a:pt x="41511" y="1"/>
                  </a:cubicBezTo>
                  <a:close/>
                  <a:moveTo>
                    <a:pt x="41511" y="2475"/>
                  </a:moveTo>
                  <a:cubicBezTo>
                    <a:pt x="40217" y="2475"/>
                    <a:pt x="38922" y="2479"/>
                    <a:pt x="37627" y="2486"/>
                  </a:cubicBezTo>
                  <a:cubicBezTo>
                    <a:pt x="29693" y="2528"/>
                    <a:pt x="21758" y="2656"/>
                    <a:pt x="13865" y="2997"/>
                  </a:cubicBezTo>
                  <a:cubicBezTo>
                    <a:pt x="9386" y="3211"/>
                    <a:pt x="4907" y="3339"/>
                    <a:pt x="427" y="3851"/>
                  </a:cubicBezTo>
                  <a:cubicBezTo>
                    <a:pt x="86" y="3893"/>
                    <a:pt x="86" y="4448"/>
                    <a:pt x="427" y="4491"/>
                  </a:cubicBezTo>
                  <a:cubicBezTo>
                    <a:pt x="4437" y="4491"/>
                    <a:pt x="8405" y="4277"/>
                    <a:pt x="12372" y="4107"/>
                  </a:cubicBezTo>
                  <a:cubicBezTo>
                    <a:pt x="16340" y="3936"/>
                    <a:pt x="20350" y="3808"/>
                    <a:pt x="24317" y="3723"/>
                  </a:cubicBezTo>
                  <a:cubicBezTo>
                    <a:pt x="29607" y="3609"/>
                    <a:pt x="34897" y="3552"/>
                    <a:pt x="40187" y="3552"/>
                  </a:cubicBezTo>
                  <a:cubicBezTo>
                    <a:pt x="42832" y="3552"/>
                    <a:pt x="45477" y="3566"/>
                    <a:pt x="48122" y="3595"/>
                  </a:cubicBezTo>
                  <a:cubicBezTo>
                    <a:pt x="52601" y="3637"/>
                    <a:pt x="57081" y="3723"/>
                    <a:pt x="61517" y="3851"/>
                  </a:cubicBezTo>
                  <a:cubicBezTo>
                    <a:pt x="62200" y="3851"/>
                    <a:pt x="62200" y="2784"/>
                    <a:pt x="61517" y="2784"/>
                  </a:cubicBezTo>
                  <a:cubicBezTo>
                    <a:pt x="54870" y="2570"/>
                    <a:pt x="48193" y="2475"/>
                    <a:pt x="41511" y="2475"/>
                  </a:cubicBezTo>
                  <a:close/>
                  <a:moveTo>
                    <a:pt x="40719" y="33151"/>
                  </a:moveTo>
                  <a:cubicBezTo>
                    <a:pt x="39688" y="33151"/>
                    <a:pt x="38658" y="33153"/>
                    <a:pt x="37627" y="33159"/>
                  </a:cubicBezTo>
                  <a:cubicBezTo>
                    <a:pt x="29693" y="33201"/>
                    <a:pt x="21758" y="33372"/>
                    <a:pt x="13865" y="33713"/>
                  </a:cubicBezTo>
                  <a:cubicBezTo>
                    <a:pt x="9386" y="33884"/>
                    <a:pt x="4907" y="34012"/>
                    <a:pt x="427" y="34567"/>
                  </a:cubicBezTo>
                  <a:cubicBezTo>
                    <a:pt x="86" y="34609"/>
                    <a:pt x="86" y="35121"/>
                    <a:pt x="427" y="35206"/>
                  </a:cubicBezTo>
                  <a:cubicBezTo>
                    <a:pt x="4437" y="35206"/>
                    <a:pt x="8405" y="34950"/>
                    <a:pt x="12372" y="34780"/>
                  </a:cubicBezTo>
                  <a:cubicBezTo>
                    <a:pt x="16340" y="34652"/>
                    <a:pt x="20350" y="34524"/>
                    <a:pt x="24317" y="34396"/>
                  </a:cubicBezTo>
                  <a:cubicBezTo>
                    <a:pt x="29607" y="34282"/>
                    <a:pt x="34897" y="34225"/>
                    <a:pt x="40187" y="34225"/>
                  </a:cubicBezTo>
                  <a:cubicBezTo>
                    <a:pt x="42832" y="34225"/>
                    <a:pt x="45477" y="34239"/>
                    <a:pt x="48122" y="34268"/>
                  </a:cubicBezTo>
                  <a:cubicBezTo>
                    <a:pt x="52601" y="34311"/>
                    <a:pt x="57081" y="34396"/>
                    <a:pt x="61517" y="34524"/>
                  </a:cubicBezTo>
                  <a:cubicBezTo>
                    <a:pt x="62200" y="34524"/>
                    <a:pt x="62200" y="33457"/>
                    <a:pt x="61517" y="33457"/>
                  </a:cubicBezTo>
                  <a:cubicBezTo>
                    <a:pt x="54608" y="33272"/>
                    <a:pt x="47665" y="33151"/>
                    <a:pt x="40719" y="33151"/>
                  </a:cubicBezTo>
                  <a:close/>
                  <a:moveTo>
                    <a:pt x="40719" y="35454"/>
                  </a:moveTo>
                  <a:cubicBezTo>
                    <a:pt x="39688" y="35454"/>
                    <a:pt x="38658" y="35457"/>
                    <a:pt x="37627" y="35462"/>
                  </a:cubicBezTo>
                  <a:cubicBezTo>
                    <a:pt x="29693" y="35505"/>
                    <a:pt x="21758" y="35676"/>
                    <a:pt x="13865" y="36017"/>
                  </a:cubicBezTo>
                  <a:cubicBezTo>
                    <a:pt x="9386" y="36188"/>
                    <a:pt x="4907" y="36316"/>
                    <a:pt x="427" y="36870"/>
                  </a:cubicBezTo>
                  <a:cubicBezTo>
                    <a:pt x="43" y="36913"/>
                    <a:pt x="1" y="37510"/>
                    <a:pt x="427" y="37510"/>
                  </a:cubicBezTo>
                  <a:cubicBezTo>
                    <a:pt x="4437" y="37510"/>
                    <a:pt x="8405" y="37254"/>
                    <a:pt x="12372" y="37126"/>
                  </a:cubicBezTo>
                  <a:cubicBezTo>
                    <a:pt x="16340" y="36956"/>
                    <a:pt x="20350" y="36828"/>
                    <a:pt x="24317" y="36742"/>
                  </a:cubicBezTo>
                  <a:cubicBezTo>
                    <a:pt x="29740" y="36596"/>
                    <a:pt x="35162" y="36530"/>
                    <a:pt x="40585" y="36530"/>
                  </a:cubicBezTo>
                  <a:cubicBezTo>
                    <a:pt x="43097" y="36530"/>
                    <a:pt x="45610" y="36545"/>
                    <a:pt x="48122" y="36572"/>
                  </a:cubicBezTo>
                  <a:cubicBezTo>
                    <a:pt x="52601" y="36614"/>
                    <a:pt x="57081" y="36700"/>
                    <a:pt x="61517" y="36870"/>
                  </a:cubicBezTo>
                  <a:cubicBezTo>
                    <a:pt x="62200" y="36870"/>
                    <a:pt x="62200" y="35804"/>
                    <a:pt x="61517" y="35761"/>
                  </a:cubicBezTo>
                  <a:cubicBezTo>
                    <a:pt x="54608" y="35575"/>
                    <a:pt x="47665" y="35454"/>
                    <a:pt x="40719" y="3545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2391;p37">
            <a:extLst>
              <a:ext uri="{FF2B5EF4-FFF2-40B4-BE49-F238E27FC236}">
                <a16:creationId xmlns:a16="http://schemas.microsoft.com/office/drawing/2014/main" id="{55444B8D-4F2C-E1DE-8625-AD487AE6DBEE}"/>
              </a:ext>
            </a:extLst>
          </p:cNvPr>
          <p:cNvGrpSpPr/>
          <p:nvPr/>
        </p:nvGrpSpPr>
        <p:grpSpPr>
          <a:xfrm>
            <a:off x="73105" y="4192351"/>
            <a:ext cx="904505" cy="912014"/>
            <a:chOff x="2085887" y="2628693"/>
            <a:chExt cx="904505" cy="912014"/>
          </a:xfrm>
        </p:grpSpPr>
        <p:sp>
          <p:nvSpPr>
            <p:cNvPr id="58" name="Google Shape;2392;p37">
              <a:extLst>
                <a:ext uri="{FF2B5EF4-FFF2-40B4-BE49-F238E27FC236}">
                  <a16:creationId xmlns:a16="http://schemas.microsoft.com/office/drawing/2014/main" id="{79C6680A-7800-C277-D8BC-D27F57A7274C}"/>
                </a:ext>
              </a:extLst>
            </p:cNvPr>
            <p:cNvSpPr/>
            <p:nvPr/>
          </p:nvSpPr>
          <p:spPr>
            <a:xfrm>
              <a:off x="2102991" y="2712268"/>
              <a:ext cx="793722" cy="814376"/>
            </a:xfrm>
            <a:custGeom>
              <a:avLst/>
              <a:gdLst/>
              <a:ahLst/>
              <a:cxnLst/>
              <a:rect l="l" t="t" r="r" b="b"/>
              <a:pathLst>
                <a:path w="37586" h="40486" extrusionOk="0">
                  <a:moveTo>
                    <a:pt x="3414" y="0"/>
                  </a:moveTo>
                  <a:cubicBezTo>
                    <a:pt x="3158" y="384"/>
                    <a:pt x="2859" y="811"/>
                    <a:pt x="2646" y="1238"/>
                  </a:cubicBezTo>
                  <a:cubicBezTo>
                    <a:pt x="2049" y="2176"/>
                    <a:pt x="1494" y="3115"/>
                    <a:pt x="1025" y="4138"/>
                  </a:cubicBezTo>
                  <a:cubicBezTo>
                    <a:pt x="470" y="5162"/>
                    <a:pt x="172" y="6314"/>
                    <a:pt x="44" y="7466"/>
                  </a:cubicBezTo>
                  <a:cubicBezTo>
                    <a:pt x="1" y="8234"/>
                    <a:pt x="1" y="8959"/>
                    <a:pt x="1" y="9727"/>
                  </a:cubicBezTo>
                  <a:lnTo>
                    <a:pt x="1" y="11988"/>
                  </a:lnTo>
                  <a:cubicBezTo>
                    <a:pt x="1" y="13566"/>
                    <a:pt x="44" y="15102"/>
                    <a:pt x="86" y="16638"/>
                  </a:cubicBezTo>
                  <a:cubicBezTo>
                    <a:pt x="257" y="19795"/>
                    <a:pt x="555" y="22952"/>
                    <a:pt x="854" y="26066"/>
                  </a:cubicBezTo>
                  <a:cubicBezTo>
                    <a:pt x="1067" y="27602"/>
                    <a:pt x="1238" y="29180"/>
                    <a:pt x="1409" y="30716"/>
                  </a:cubicBezTo>
                  <a:cubicBezTo>
                    <a:pt x="1579" y="32167"/>
                    <a:pt x="1707" y="33574"/>
                    <a:pt x="1921" y="34982"/>
                  </a:cubicBezTo>
                  <a:cubicBezTo>
                    <a:pt x="2091" y="36177"/>
                    <a:pt x="2518" y="37329"/>
                    <a:pt x="3200" y="38310"/>
                  </a:cubicBezTo>
                  <a:cubicBezTo>
                    <a:pt x="3968" y="39248"/>
                    <a:pt x="5035" y="39931"/>
                    <a:pt x="6229" y="40144"/>
                  </a:cubicBezTo>
                  <a:cubicBezTo>
                    <a:pt x="7424" y="40400"/>
                    <a:pt x="8661" y="40485"/>
                    <a:pt x="9898" y="40485"/>
                  </a:cubicBezTo>
                  <a:cubicBezTo>
                    <a:pt x="11434" y="40485"/>
                    <a:pt x="13012" y="40443"/>
                    <a:pt x="14548" y="40400"/>
                  </a:cubicBezTo>
                  <a:cubicBezTo>
                    <a:pt x="17620" y="40315"/>
                    <a:pt x="20734" y="40102"/>
                    <a:pt x="23806" y="39803"/>
                  </a:cubicBezTo>
                  <a:cubicBezTo>
                    <a:pt x="25341" y="39632"/>
                    <a:pt x="26920" y="39462"/>
                    <a:pt x="28413" y="39248"/>
                  </a:cubicBezTo>
                  <a:cubicBezTo>
                    <a:pt x="29906" y="39078"/>
                    <a:pt x="31442" y="38864"/>
                    <a:pt x="32935" y="38566"/>
                  </a:cubicBezTo>
                  <a:cubicBezTo>
                    <a:pt x="34087" y="38352"/>
                    <a:pt x="35239" y="37883"/>
                    <a:pt x="36177" y="37158"/>
                  </a:cubicBezTo>
                  <a:cubicBezTo>
                    <a:pt x="36689" y="36774"/>
                    <a:pt x="37158" y="36347"/>
                    <a:pt x="37585" y="35921"/>
                  </a:cubicBezTo>
                  <a:lnTo>
                    <a:pt x="37585" y="35921"/>
                  </a:lnTo>
                  <a:cubicBezTo>
                    <a:pt x="37286" y="36091"/>
                    <a:pt x="36988" y="36219"/>
                    <a:pt x="36646" y="36347"/>
                  </a:cubicBezTo>
                  <a:cubicBezTo>
                    <a:pt x="35708" y="36689"/>
                    <a:pt x="34684" y="36945"/>
                    <a:pt x="33703" y="37115"/>
                  </a:cubicBezTo>
                  <a:lnTo>
                    <a:pt x="33575" y="37115"/>
                  </a:lnTo>
                  <a:lnTo>
                    <a:pt x="33447" y="37158"/>
                  </a:lnTo>
                  <a:cubicBezTo>
                    <a:pt x="33020" y="37286"/>
                    <a:pt x="32594" y="37371"/>
                    <a:pt x="32167" y="37414"/>
                  </a:cubicBezTo>
                  <a:cubicBezTo>
                    <a:pt x="31314" y="37585"/>
                    <a:pt x="30503" y="37713"/>
                    <a:pt x="29650" y="37798"/>
                  </a:cubicBezTo>
                  <a:cubicBezTo>
                    <a:pt x="27944" y="38054"/>
                    <a:pt x="26237" y="38139"/>
                    <a:pt x="24531" y="38224"/>
                  </a:cubicBezTo>
                  <a:lnTo>
                    <a:pt x="24232" y="38224"/>
                  </a:lnTo>
                  <a:cubicBezTo>
                    <a:pt x="22312" y="38352"/>
                    <a:pt x="20393" y="38395"/>
                    <a:pt x="18473" y="38395"/>
                  </a:cubicBezTo>
                  <a:cubicBezTo>
                    <a:pt x="17193" y="38395"/>
                    <a:pt x="15913" y="38395"/>
                    <a:pt x="14634" y="38352"/>
                  </a:cubicBezTo>
                  <a:cubicBezTo>
                    <a:pt x="13652" y="38352"/>
                    <a:pt x="12671" y="38267"/>
                    <a:pt x="11647" y="38182"/>
                  </a:cubicBezTo>
                  <a:cubicBezTo>
                    <a:pt x="9813" y="37883"/>
                    <a:pt x="7850" y="37371"/>
                    <a:pt x="6485" y="36049"/>
                  </a:cubicBezTo>
                  <a:cubicBezTo>
                    <a:pt x="4907" y="34513"/>
                    <a:pt x="4480" y="32295"/>
                    <a:pt x="4267" y="30204"/>
                  </a:cubicBezTo>
                  <a:cubicBezTo>
                    <a:pt x="4011" y="27645"/>
                    <a:pt x="3798" y="25128"/>
                    <a:pt x="3627" y="22568"/>
                  </a:cubicBezTo>
                  <a:cubicBezTo>
                    <a:pt x="3286" y="17363"/>
                    <a:pt x="3115" y="12159"/>
                    <a:pt x="3115" y="6954"/>
                  </a:cubicBezTo>
                  <a:cubicBezTo>
                    <a:pt x="3115" y="5674"/>
                    <a:pt x="3158" y="4352"/>
                    <a:pt x="3158" y="3072"/>
                  </a:cubicBezTo>
                  <a:cubicBezTo>
                    <a:pt x="3158" y="2048"/>
                    <a:pt x="3243" y="1067"/>
                    <a:pt x="3414" y="86"/>
                  </a:cubicBezTo>
                  <a:cubicBezTo>
                    <a:pt x="3414" y="43"/>
                    <a:pt x="3414" y="0"/>
                    <a:pt x="3414"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393;p37">
              <a:extLst>
                <a:ext uri="{FF2B5EF4-FFF2-40B4-BE49-F238E27FC236}">
                  <a16:creationId xmlns:a16="http://schemas.microsoft.com/office/drawing/2014/main" id="{1DCD3E33-5D2A-D41E-971C-3C40D0902C7E}"/>
                </a:ext>
              </a:extLst>
            </p:cNvPr>
            <p:cNvSpPr/>
            <p:nvPr/>
          </p:nvSpPr>
          <p:spPr>
            <a:xfrm>
              <a:off x="2085887" y="2628693"/>
              <a:ext cx="904505" cy="912014"/>
            </a:xfrm>
            <a:custGeom>
              <a:avLst/>
              <a:gdLst/>
              <a:ahLst/>
              <a:cxnLst/>
              <a:rect l="l" t="t" r="r" b="b"/>
              <a:pathLst>
                <a:path w="42832" h="45340" extrusionOk="0">
                  <a:moveTo>
                    <a:pt x="20241" y="802"/>
                  </a:moveTo>
                  <a:cubicBezTo>
                    <a:pt x="22365" y="802"/>
                    <a:pt x="24493" y="868"/>
                    <a:pt x="26621" y="998"/>
                  </a:cubicBezTo>
                  <a:cubicBezTo>
                    <a:pt x="29010" y="1126"/>
                    <a:pt x="31399" y="1382"/>
                    <a:pt x="33788" y="1766"/>
                  </a:cubicBezTo>
                  <a:cubicBezTo>
                    <a:pt x="34982" y="1980"/>
                    <a:pt x="36177" y="2193"/>
                    <a:pt x="37371" y="2449"/>
                  </a:cubicBezTo>
                  <a:cubicBezTo>
                    <a:pt x="37926" y="2577"/>
                    <a:pt x="38523" y="2705"/>
                    <a:pt x="39120" y="2833"/>
                  </a:cubicBezTo>
                  <a:cubicBezTo>
                    <a:pt x="39590" y="2918"/>
                    <a:pt x="40059" y="3089"/>
                    <a:pt x="40443" y="3345"/>
                  </a:cubicBezTo>
                  <a:cubicBezTo>
                    <a:pt x="40827" y="3686"/>
                    <a:pt x="40827" y="4283"/>
                    <a:pt x="40869" y="4753"/>
                  </a:cubicBezTo>
                  <a:cubicBezTo>
                    <a:pt x="40955" y="5393"/>
                    <a:pt x="41040" y="6032"/>
                    <a:pt x="41125" y="6630"/>
                  </a:cubicBezTo>
                  <a:cubicBezTo>
                    <a:pt x="41253" y="7867"/>
                    <a:pt x="41381" y="9104"/>
                    <a:pt x="41509" y="10384"/>
                  </a:cubicBezTo>
                  <a:cubicBezTo>
                    <a:pt x="41723" y="12858"/>
                    <a:pt x="41851" y="15375"/>
                    <a:pt x="41936" y="17849"/>
                  </a:cubicBezTo>
                  <a:cubicBezTo>
                    <a:pt x="42106" y="22755"/>
                    <a:pt x="41936" y="27704"/>
                    <a:pt x="41467" y="32653"/>
                  </a:cubicBezTo>
                  <a:cubicBezTo>
                    <a:pt x="41296" y="34530"/>
                    <a:pt x="40955" y="36620"/>
                    <a:pt x="39632" y="38113"/>
                  </a:cubicBezTo>
                  <a:cubicBezTo>
                    <a:pt x="38310" y="39564"/>
                    <a:pt x="36177" y="40161"/>
                    <a:pt x="34257" y="40545"/>
                  </a:cubicBezTo>
                  <a:cubicBezTo>
                    <a:pt x="34214" y="40545"/>
                    <a:pt x="34172" y="40588"/>
                    <a:pt x="34129" y="40630"/>
                  </a:cubicBezTo>
                  <a:lnTo>
                    <a:pt x="33958" y="40630"/>
                  </a:lnTo>
                  <a:cubicBezTo>
                    <a:pt x="33489" y="40673"/>
                    <a:pt x="33020" y="40801"/>
                    <a:pt x="32550" y="40886"/>
                  </a:cubicBezTo>
                  <a:cubicBezTo>
                    <a:pt x="31185" y="41142"/>
                    <a:pt x="29820" y="41356"/>
                    <a:pt x="28455" y="41484"/>
                  </a:cubicBezTo>
                  <a:cubicBezTo>
                    <a:pt x="25319" y="41772"/>
                    <a:pt x="22184" y="41916"/>
                    <a:pt x="19048" y="41916"/>
                  </a:cubicBezTo>
                  <a:cubicBezTo>
                    <a:pt x="18003" y="41916"/>
                    <a:pt x="16958" y="41900"/>
                    <a:pt x="15913" y="41868"/>
                  </a:cubicBezTo>
                  <a:cubicBezTo>
                    <a:pt x="13950" y="41825"/>
                    <a:pt x="11988" y="41740"/>
                    <a:pt x="10154" y="41100"/>
                  </a:cubicBezTo>
                  <a:cubicBezTo>
                    <a:pt x="9300" y="40801"/>
                    <a:pt x="8532" y="40374"/>
                    <a:pt x="7850" y="39777"/>
                  </a:cubicBezTo>
                  <a:cubicBezTo>
                    <a:pt x="7125" y="39137"/>
                    <a:pt x="6570" y="38284"/>
                    <a:pt x="6271" y="37388"/>
                  </a:cubicBezTo>
                  <a:cubicBezTo>
                    <a:pt x="5930" y="36364"/>
                    <a:pt x="5717" y="35298"/>
                    <a:pt x="5674" y="34274"/>
                  </a:cubicBezTo>
                  <a:cubicBezTo>
                    <a:pt x="5546" y="33037"/>
                    <a:pt x="5418" y="31800"/>
                    <a:pt x="5333" y="30562"/>
                  </a:cubicBezTo>
                  <a:cubicBezTo>
                    <a:pt x="5120" y="28045"/>
                    <a:pt x="4949" y="25571"/>
                    <a:pt x="4864" y="23054"/>
                  </a:cubicBezTo>
                  <a:cubicBezTo>
                    <a:pt x="4608" y="17977"/>
                    <a:pt x="4565" y="12943"/>
                    <a:pt x="4650" y="7909"/>
                  </a:cubicBezTo>
                  <a:cubicBezTo>
                    <a:pt x="4650" y="6886"/>
                    <a:pt x="4693" y="5862"/>
                    <a:pt x="4821" y="4838"/>
                  </a:cubicBezTo>
                  <a:cubicBezTo>
                    <a:pt x="4906" y="3985"/>
                    <a:pt x="5248" y="3174"/>
                    <a:pt x="5802" y="2492"/>
                  </a:cubicBezTo>
                  <a:cubicBezTo>
                    <a:pt x="6485" y="1724"/>
                    <a:pt x="7509" y="1510"/>
                    <a:pt x="8490" y="1425"/>
                  </a:cubicBezTo>
                  <a:cubicBezTo>
                    <a:pt x="9684" y="1297"/>
                    <a:pt x="10879" y="1212"/>
                    <a:pt x="12073" y="1126"/>
                  </a:cubicBezTo>
                  <a:cubicBezTo>
                    <a:pt x="14785" y="910"/>
                    <a:pt x="17510" y="802"/>
                    <a:pt x="20241" y="802"/>
                  </a:cubicBezTo>
                  <a:close/>
                  <a:moveTo>
                    <a:pt x="6353" y="40116"/>
                  </a:moveTo>
                  <a:cubicBezTo>
                    <a:pt x="6322" y="40116"/>
                    <a:pt x="6293" y="40129"/>
                    <a:pt x="6271" y="40161"/>
                  </a:cubicBezTo>
                  <a:cubicBezTo>
                    <a:pt x="5930" y="40545"/>
                    <a:pt x="5589" y="40886"/>
                    <a:pt x="5290" y="41313"/>
                  </a:cubicBezTo>
                  <a:cubicBezTo>
                    <a:pt x="5120" y="41484"/>
                    <a:pt x="4949" y="41697"/>
                    <a:pt x="4821" y="41910"/>
                  </a:cubicBezTo>
                  <a:cubicBezTo>
                    <a:pt x="4736" y="42038"/>
                    <a:pt x="4693" y="42123"/>
                    <a:pt x="4650" y="42251"/>
                  </a:cubicBezTo>
                  <a:cubicBezTo>
                    <a:pt x="4608" y="42379"/>
                    <a:pt x="4565" y="42465"/>
                    <a:pt x="4522" y="42593"/>
                  </a:cubicBezTo>
                  <a:cubicBezTo>
                    <a:pt x="4522" y="42662"/>
                    <a:pt x="4579" y="42732"/>
                    <a:pt x="4623" y="42732"/>
                  </a:cubicBezTo>
                  <a:cubicBezTo>
                    <a:pt x="4633" y="42732"/>
                    <a:pt x="4643" y="42729"/>
                    <a:pt x="4650" y="42721"/>
                  </a:cubicBezTo>
                  <a:cubicBezTo>
                    <a:pt x="4778" y="42635"/>
                    <a:pt x="4864" y="42550"/>
                    <a:pt x="4949" y="42465"/>
                  </a:cubicBezTo>
                  <a:cubicBezTo>
                    <a:pt x="4992" y="42422"/>
                    <a:pt x="5034" y="42379"/>
                    <a:pt x="5077" y="42337"/>
                  </a:cubicBezTo>
                  <a:cubicBezTo>
                    <a:pt x="5120" y="42294"/>
                    <a:pt x="5162" y="42209"/>
                    <a:pt x="5205" y="42166"/>
                  </a:cubicBezTo>
                  <a:lnTo>
                    <a:pt x="5632" y="41569"/>
                  </a:lnTo>
                  <a:cubicBezTo>
                    <a:pt x="5888" y="41142"/>
                    <a:pt x="6143" y="40716"/>
                    <a:pt x="6485" y="40332"/>
                  </a:cubicBezTo>
                  <a:cubicBezTo>
                    <a:pt x="6549" y="40236"/>
                    <a:pt x="6445" y="40116"/>
                    <a:pt x="6353" y="40116"/>
                  </a:cubicBezTo>
                  <a:close/>
                  <a:moveTo>
                    <a:pt x="9486" y="42949"/>
                  </a:moveTo>
                  <a:cubicBezTo>
                    <a:pt x="9468" y="42949"/>
                    <a:pt x="9448" y="42957"/>
                    <a:pt x="9428" y="42977"/>
                  </a:cubicBezTo>
                  <a:cubicBezTo>
                    <a:pt x="9215" y="43190"/>
                    <a:pt x="9044" y="43361"/>
                    <a:pt x="8874" y="43574"/>
                  </a:cubicBezTo>
                  <a:cubicBezTo>
                    <a:pt x="8746" y="43702"/>
                    <a:pt x="8660" y="43787"/>
                    <a:pt x="8575" y="43915"/>
                  </a:cubicBezTo>
                  <a:cubicBezTo>
                    <a:pt x="8490" y="44043"/>
                    <a:pt x="8490" y="44043"/>
                    <a:pt x="8447" y="44086"/>
                  </a:cubicBezTo>
                  <a:cubicBezTo>
                    <a:pt x="8405" y="44129"/>
                    <a:pt x="8362" y="44214"/>
                    <a:pt x="8319" y="44257"/>
                  </a:cubicBezTo>
                  <a:cubicBezTo>
                    <a:pt x="8277" y="44299"/>
                    <a:pt x="8319" y="44385"/>
                    <a:pt x="8362" y="44427"/>
                  </a:cubicBezTo>
                  <a:cubicBezTo>
                    <a:pt x="8397" y="44445"/>
                    <a:pt x="8433" y="44455"/>
                    <a:pt x="8465" y="44455"/>
                  </a:cubicBezTo>
                  <a:cubicBezTo>
                    <a:pt x="8511" y="44455"/>
                    <a:pt x="8550" y="44434"/>
                    <a:pt x="8575" y="44385"/>
                  </a:cubicBezTo>
                  <a:cubicBezTo>
                    <a:pt x="8618" y="44342"/>
                    <a:pt x="8618" y="44257"/>
                    <a:pt x="8660" y="44214"/>
                  </a:cubicBezTo>
                  <a:cubicBezTo>
                    <a:pt x="8703" y="44129"/>
                    <a:pt x="8746" y="44086"/>
                    <a:pt x="8788" y="44043"/>
                  </a:cubicBezTo>
                  <a:cubicBezTo>
                    <a:pt x="8831" y="43958"/>
                    <a:pt x="8916" y="43830"/>
                    <a:pt x="9002" y="43702"/>
                  </a:cubicBezTo>
                  <a:cubicBezTo>
                    <a:pt x="9172" y="43489"/>
                    <a:pt x="9343" y="43275"/>
                    <a:pt x="9556" y="43105"/>
                  </a:cubicBezTo>
                  <a:cubicBezTo>
                    <a:pt x="9589" y="43039"/>
                    <a:pt x="9546" y="42949"/>
                    <a:pt x="9486" y="42949"/>
                  </a:cubicBezTo>
                  <a:close/>
                  <a:moveTo>
                    <a:pt x="4224" y="4155"/>
                  </a:moveTo>
                  <a:cubicBezTo>
                    <a:pt x="4224" y="4198"/>
                    <a:pt x="4224" y="4198"/>
                    <a:pt x="4224" y="4241"/>
                  </a:cubicBezTo>
                  <a:cubicBezTo>
                    <a:pt x="4010" y="5222"/>
                    <a:pt x="3968" y="6246"/>
                    <a:pt x="3968" y="7227"/>
                  </a:cubicBezTo>
                  <a:cubicBezTo>
                    <a:pt x="3925" y="8549"/>
                    <a:pt x="3925" y="9829"/>
                    <a:pt x="3925" y="11109"/>
                  </a:cubicBezTo>
                  <a:cubicBezTo>
                    <a:pt x="3925" y="16314"/>
                    <a:pt x="4053" y="21518"/>
                    <a:pt x="4394" y="26723"/>
                  </a:cubicBezTo>
                  <a:cubicBezTo>
                    <a:pt x="4565" y="29283"/>
                    <a:pt x="4778" y="31842"/>
                    <a:pt x="5034" y="34359"/>
                  </a:cubicBezTo>
                  <a:cubicBezTo>
                    <a:pt x="5248" y="36492"/>
                    <a:pt x="5674" y="38668"/>
                    <a:pt x="7253" y="40204"/>
                  </a:cubicBezTo>
                  <a:cubicBezTo>
                    <a:pt x="8660" y="41526"/>
                    <a:pt x="10580" y="42081"/>
                    <a:pt x="12457" y="42337"/>
                  </a:cubicBezTo>
                  <a:cubicBezTo>
                    <a:pt x="13438" y="42465"/>
                    <a:pt x="14420" y="42507"/>
                    <a:pt x="15444" y="42507"/>
                  </a:cubicBezTo>
                  <a:cubicBezTo>
                    <a:pt x="16681" y="42550"/>
                    <a:pt x="17961" y="42550"/>
                    <a:pt x="19240" y="42550"/>
                  </a:cubicBezTo>
                  <a:cubicBezTo>
                    <a:pt x="21160" y="42550"/>
                    <a:pt x="23080" y="42507"/>
                    <a:pt x="25000" y="42379"/>
                  </a:cubicBezTo>
                  <a:lnTo>
                    <a:pt x="25298" y="42379"/>
                  </a:lnTo>
                  <a:cubicBezTo>
                    <a:pt x="27005" y="42337"/>
                    <a:pt x="28754" y="42209"/>
                    <a:pt x="30417" y="41995"/>
                  </a:cubicBezTo>
                  <a:cubicBezTo>
                    <a:pt x="31271" y="41868"/>
                    <a:pt x="32124" y="41740"/>
                    <a:pt x="32934" y="41612"/>
                  </a:cubicBezTo>
                  <a:cubicBezTo>
                    <a:pt x="33361" y="41526"/>
                    <a:pt x="33830" y="41441"/>
                    <a:pt x="34257" y="41313"/>
                  </a:cubicBezTo>
                  <a:lnTo>
                    <a:pt x="34470" y="41313"/>
                  </a:lnTo>
                  <a:cubicBezTo>
                    <a:pt x="35494" y="41100"/>
                    <a:pt x="36475" y="40844"/>
                    <a:pt x="37414" y="40502"/>
                  </a:cubicBezTo>
                  <a:cubicBezTo>
                    <a:pt x="37755" y="40374"/>
                    <a:pt x="38054" y="40246"/>
                    <a:pt x="38395" y="40076"/>
                  </a:cubicBezTo>
                  <a:lnTo>
                    <a:pt x="38395" y="40076"/>
                  </a:lnTo>
                  <a:cubicBezTo>
                    <a:pt x="37926" y="40545"/>
                    <a:pt x="37456" y="40972"/>
                    <a:pt x="36987" y="41356"/>
                  </a:cubicBezTo>
                  <a:cubicBezTo>
                    <a:pt x="36646" y="41612"/>
                    <a:pt x="36305" y="41825"/>
                    <a:pt x="35921" y="41995"/>
                  </a:cubicBezTo>
                  <a:cubicBezTo>
                    <a:pt x="36006" y="41868"/>
                    <a:pt x="36091" y="41697"/>
                    <a:pt x="36219" y="41526"/>
                  </a:cubicBezTo>
                  <a:cubicBezTo>
                    <a:pt x="36279" y="41437"/>
                    <a:pt x="36172" y="41326"/>
                    <a:pt x="36073" y="41326"/>
                  </a:cubicBezTo>
                  <a:cubicBezTo>
                    <a:pt x="36030" y="41326"/>
                    <a:pt x="35989" y="41347"/>
                    <a:pt x="35963" y="41398"/>
                  </a:cubicBezTo>
                  <a:cubicBezTo>
                    <a:pt x="35793" y="41697"/>
                    <a:pt x="35622" y="41953"/>
                    <a:pt x="35409" y="42251"/>
                  </a:cubicBezTo>
                  <a:cubicBezTo>
                    <a:pt x="35238" y="42337"/>
                    <a:pt x="35025" y="42379"/>
                    <a:pt x="34854" y="42465"/>
                  </a:cubicBezTo>
                  <a:lnTo>
                    <a:pt x="35025" y="42123"/>
                  </a:lnTo>
                  <a:cubicBezTo>
                    <a:pt x="35025" y="42081"/>
                    <a:pt x="35025" y="41995"/>
                    <a:pt x="34982" y="41953"/>
                  </a:cubicBezTo>
                  <a:cubicBezTo>
                    <a:pt x="34897" y="41953"/>
                    <a:pt x="34854" y="41953"/>
                    <a:pt x="34812" y="41995"/>
                  </a:cubicBezTo>
                  <a:lnTo>
                    <a:pt x="34470" y="42550"/>
                  </a:lnTo>
                  <a:cubicBezTo>
                    <a:pt x="34214" y="42593"/>
                    <a:pt x="33958" y="42678"/>
                    <a:pt x="33702" y="42721"/>
                  </a:cubicBezTo>
                  <a:lnTo>
                    <a:pt x="33318" y="42806"/>
                  </a:lnTo>
                  <a:lnTo>
                    <a:pt x="33745" y="42209"/>
                  </a:lnTo>
                  <a:cubicBezTo>
                    <a:pt x="33745" y="42123"/>
                    <a:pt x="33745" y="42038"/>
                    <a:pt x="33660" y="41995"/>
                  </a:cubicBezTo>
                  <a:cubicBezTo>
                    <a:pt x="33647" y="41983"/>
                    <a:pt x="33631" y="41978"/>
                    <a:pt x="33613" y="41978"/>
                  </a:cubicBezTo>
                  <a:cubicBezTo>
                    <a:pt x="33571" y="41978"/>
                    <a:pt x="33519" y="42008"/>
                    <a:pt x="33489" y="42038"/>
                  </a:cubicBezTo>
                  <a:lnTo>
                    <a:pt x="32977" y="42763"/>
                  </a:lnTo>
                  <a:cubicBezTo>
                    <a:pt x="32977" y="42763"/>
                    <a:pt x="32977" y="42806"/>
                    <a:pt x="32977" y="42849"/>
                  </a:cubicBezTo>
                  <a:lnTo>
                    <a:pt x="32209" y="42977"/>
                  </a:lnTo>
                  <a:cubicBezTo>
                    <a:pt x="32380" y="42806"/>
                    <a:pt x="32508" y="42593"/>
                    <a:pt x="32636" y="42379"/>
                  </a:cubicBezTo>
                  <a:cubicBezTo>
                    <a:pt x="32663" y="42325"/>
                    <a:pt x="32604" y="42272"/>
                    <a:pt x="32547" y="42272"/>
                  </a:cubicBezTo>
                  <a:cubicBezTo>
                    <a:pt x="32514" y="42272"/>
                    <a:pt x="32481" y="42290"/>
                    <a:pt x="32465" y="42337"/>
                  </a:cubicBezTo>
                  <a:cubicBezTo>
                    <a:pt x="32295" y="42593"/>
                    <a:pt x="32124" y="42806"/>
                    <a:pt x="31911" y="43019"/>
                  </a:cubicBezTo>
                  <a:lnTo>
                    <a:pt x="31057" y="43147"/>
                  </a:lnTo>
                  <a:lnTo>
                    <a:pt x="31185" y="43019"/>
                  </a:lnTo>
                  <a:cubicBezTo>
                    <a:pt x="31313" y="42891"/>
                    <a:pt x="31399" y="42721"/>
                    <a:pt x="31527" y="42593"/>
                  </a:cubicBezTo>
                  <a:cubicBezTo>
                    <a:pt x="31527" y="42550"/>
                    <a:pt x="31527" y="42465"/>
                    <a:pt x="31484" y="42422"/>
                  </a:cubicBezTo>
                  <a:cubicBezTo>
                    <a:pt x="31459" y="42410"/>
                    <a:pt x="31434" y="42404"/>
                    <a:pt x="31411" y="42404"/>
                  </a:cubicBezTo>
                  <a:cubicBezTo>
                    <a:pt x="31356" y="42404"/>
                    <a:pt x="31313" y="42435"/>
                    <a:pt x="31313" y="42465"/>
                  </a:cubicBezTo>
                  <a:cubicBezTo>
                    <a:pt x="31228" y="42593"/>
                    <a:pt x="31100" y="42721"/>
                    <a:pt x="31015" y="42849"/>
                  </a:cubicBezTo>
                  <a:lnTo>
                    <a:pt x="30844" y="43019"/>
                  </a:lnTo>
                  <a:lnTo>
                    <a:pt x="30759" y="43105"/>
                  </a:lnTo>
                  <a:lnTo>
                    <a:pt x="30716" y="43147"/>
                  </a:lnTo>
                  <a:cubicBezTo>
                    <a:pt x="30673" y="43147"/>
                    <a:pt x="30673" y="43190"/>
                    <a:pt x="30631" y="43190"/>
                  </a:cubicBezTo>
                  <a:lnTo>
                    <a:pt x="29266" y="43403"/>
                  </a:lnTo>
                  <a:lnTo>
                    <a:pt x="28370" y="43489"/>
                  </a:lnTo>
                  <a:cubicBezTo>
                    <a:pt x="28498" y="43318"/>
                    <a:pt x="28626" y="43147"/>
                    <a:pt x="28754" y="43019"/>
                  </a:cubicBezTo>
                  <a:cubicBezTo>
                    <a:pt x="28850" y="42923"/>
                    <a:pt x="28778" y="42803"/>
                    <a:pt x="28682" y="42803"/>
                  </a:cubicBezTo>
                  <a:cubicBezTo>
                    <a:pt x="28650" y="42803"/>
                    <a:pt x="28615" y="42817"/>
                    <a:pt x="28583" y="42849"/>
                  </a:cubicBezTo>
                  <a:cubicBezTo>
                    <a:pt x="28370" y="43062"/>
                    <a:pt x="28156" y="43275"/>
                    <a:pt x="27986" y="43531"/>
                  </a:cubicBezTo>
                  <a:lnTo>
                    <a:pt x="26834" y="43702"/>
                  </a:lnTo>
                  <a:cubicBezTo>
                    <a:pt x="26877" y="43659"/>
                    <a:pt x="26877" y="43617"/>
                    <a:pt x="26919" y="43574"/>
                  </a:cubicBezTo>
                  <a:lnTo>
                    <a:pt x="27303" y="43062"/>
                  </a:lnTo>
                  <a:cubicBezTo>
                    <a:pt x="27346" y="43019"/>
                    <a:pt x="27346" y="42934"/>
                    <a:pt x="27261" y="42891"/>
                  </a:cubicBezTo>
                  <a:cubicBezTo>
                    <a:pt x="27239" y="42870"/>
                    <a:pt x="27218" y="42859"/>
                    <a:pt x="27197" y="42859"/>
                  </a:cubicBezTo>
                  <a:cubicBezTo>
                    <a:pt x="27175" y="42859"/>
                    <a:pt x="27154" y="42870"/>
                    <a:pt x="27133" y="42891"/>
                  </a:cubicBezTo>
                  <a:lnTo>
                    <a:pt x="26706" y="43446"/>
                  </a:lnTo>
                  <a:lnTo>
                    <a:pt x="26450" y="43745"/>
                  </a:lnTo>
                  <a:lnTo>
                    <a:pt x="25213" y="43873"/>
                  </a:lnTo>
                  <a:lnTo>
                    <a:pt x="25554" y="43403"/>
                  </a:lnTo>
                  <a:cubicBezTo>
                    <a:pt x="25597" y="43361"/>
                    <a:pt x="25597" y="43275"/>
                    <a:pt x="25554" y="43275"/>
                  </a:cubicBezTo>
                  <a:cubicBezTo>
                    <a:pt x="25533" y="43254"/>
                    <a:pt x="25501" y="43243"/>
                    <a:pt x="25469" y="43243"/>
                  </a:cubicBezTo>
                  <a:cubicBezTo>
                    <a:pt x="25437" y="43243"/>
                    <a:pt x="25405" y="43254"/>
                    <a:pt x="25383" y="43275"/>
                  </a:cubicBezTo>
                  <a:cubicBezTo>
                    <a:pt x="25213" y="43446"/>
                    <a:pt x="25085" y="43702"/>
                    <a:pt x="24914" y="43873"/>
                  </a:cubicBezTo>
                  <a:lnTo>
                    <a:pt x="24573" y="43915"/>
                  </a:lnTo>
                  <a:cubicBezTo>
                    <a:pt x="24232" y="43958"/>
                    <a:pt x="23890" y="44001"/>
                    <a:pt x="23506" y="44001"/>
                  </a:cubicBezTo>
                  <a:lnTo>
                    <a:pt x="23677" y="43787"/>
                  </a:lnTo>
                  <a:lnTo>
                    <a:pt x="24189" y="43233"/>
                  </a:lnTo>
                  <a:cubicBezTo>
                    <a:pt x="24232" y="43190"/>
                    <a:pt x="24232" y="43105"/>
                    <a:pt x="24189" y="43062"/>
                  </a:cubicBezTo>
                  <a:cubicBezTo>
                    <a:pt x="24168" y="43041"/>
                    <a:pt x="24136" y="43030"/>
                    <a:pt x="24104" y="43030"/>
                  </a:cubicBezTo>
                  <a:cubicBezTo>
                    <a:pt x="24072" y="43030"/>
                    <a:pt x="24040" y="43041"/>
                    <a:pt x="24018" y="43062"/>
                  </a:cubicBezTo>
                  <a:lnTo>
                    <a:pt x="23506" y="43617"/>
                  </a:lnTo>
                  <a:lnTo>
                    <a:pt x="23208" y="43873"/>
                  </a:lnTo>
                  <a:lnTo>
                    <a:pt x="23080" y="44001"/>
                  </a:lnTo>
                  <a:lnTo>
                    <a:pt x="23080" y="44043"/>
                  </a:lnTo>
                  <a:cubicBezTo>
                    <a:pt x="22525" y="44086"/>
                    <a:pt x="22013" y="44129"/>
                    <a:pt x="21501" y="44171"/>
                  </a:cubicBezTo>
                  <a:cubicBezTo>
                    <a:pt x="21715" y="43873"/>
                    <a:pt x="21928" y="43531"/>
                    <a:pt x="22141" y="43190"/>
                  </a:cubicBezTo>
                  <a:cubicBezTo>
                    <a:pt x="22202" y="43130"/>
                    <a:pt x="22134" y="43069"/>
                    <a:pt x="22074" y="43069"/>
                  </a:cubicBezTo>
                  <a:cubicBezTo>
                    <a:pt x="22049" y="43069"/>
                    <a:pt x="22026" y="43080"/>
                    <a:pt x="22013" y="43105"/>
                  </a:cubicBezTo>
                  <a:cubicBezTo>
                    <a:pt x="21715" y="43489"/>
                    <a:pt x="21459" y="43830"/>
                    <a:pt x="21160" y="44171"/>
                  </a:cubicBezTo>
                  <a:lnTo>
                    <a:pt x="20264" y="44257"/>
                  </a:lnTo>
                  <a:cubicBezTo>
                    <a:pt x="20435" y="44043"/>
                    <a:pt x="20605" y="43830"/>
                    <a:pt x="20733" y="43617"/>
                  </a:cubicBezTo>
                  <a:cubicBezTo>
                    <a:pt x="20832" y="43551"/>
                    <a:pt x="20754" y="43460"/>
                    <a:pt x="20674" y="43460"/>
                  </a:cubicBezTo>
                  <a:cubicBezTo>
                    <a:pt x="20650" y="43460"/>
                    <a:pt x="20625" y="43469"/>
                    <a:pt x="20605" y="43489"/>
                  </a:cubicBezTo>
                  <a:cubicBezTo>
                    <a:pt x="20392" y="43745"/>
                    <a:pt x="20179" y="44043"/>
                    <a:pt x="19966" y="44257"/>
                  </a:cubicBezTo>
                  <a:lnTo>
                    <a:pt x="18643" y="44342"/>
                  </a:lnTo>
                  <a:lnTo>
                    <a:pt x="18728" y="44257"/>
                  </a:lnTo>
                  <a:lnTo>
                    <a:pt x="18984" y="43915"/>
                  </a:lnTo>
                  <a:lnTo>
                    <a:pt x="19624" y="43233"/>
                  </a:lnTo>
                  <a:cubicBezTo>
                    <a:pt x="19688" y="43137"/>
                    <a:pt x="19608" y="43017"/>
                    <a:pt x="19510" y="43017"/>
                  </a:cubicBezTo>
                  <a:cubicBezTo>
                    <a:pt x="19478" y="43017"/>
                    <a:pt x="19443" y="43030"/>
                    <a:pt x="19411" y="43062"/>
                  </a:cubicBezTo>
                  <a:lnTo>
                    <a:pt x="18771" y="43702"/>
                  </a:lnTo>
                  <a:lnTo>
                    <a:pt x="18472" y="44043"/>
                  </a:lnTo>
                  <a:cubicBezTo>
                    <a:pt x="18344" y="44171"/>
                    <a:pt x="18259" y="44257"/>
                    <a:pt x="18174" y="44385"/>
                  </a:cubicBezTo>
                  <a:lnTo>
                    <a:pt x="16467" y="44470"/>
                  </a:lnTo>
                  <a:lnTo>
                    <a:pt x="17107" y="43702"/>
                  </a:lnTo>
                  <a:cubicBezTo>
                    <a:pt x="17203" y="43606"/>
                    <a:pt x="17131" y="43486"/>
                    <a:pt x="17053" y="43486"/>
                  </a:cubicBezTo>
                  <a:cubicBezTo>
                    <a:pt x="17027" y="43486"/>
                    <a:pt x="17001" y="43499"/>
                    <a:pt x="16979" y="43531"/>
                  </a:cubicBezTo>
                  <a:lnTo>
                    <a:pt x="16083" y="44470"/>
                  </a:lnTo>
                  <a:lnTo>
                    <a:pt x="15316" y="44512"/>
                  </a:lnTo>
                  <a:lnTo>
                    <a:pt x="14889" y="44512"/>
                  </a:lnTo>
                  <a:cubicBezTo>
                    <a:pt x="14932" y="44427"/>
                    <a:pt x="14974" y="44385"/>
                    <a:pt x="15017" y="44342"/>
                  </a:cubicBezTo>
                  <a:lnTo>
                    <a:pt x="15188" y="44129"/>
                  </a:lnTo>
                  <a:lnTo>
                    <a:pt x="15572" y="43745"/>
                  </a:lnTo>
                  <a:cubicBezTo>
                    <a:pt x="15638" y="43645"/>
                    <a:pt x="15576" y="43546"/>
                    <a:pt x="15505" y="43546"/>
                  </a:cubicBezTo>
                  <a:cubicBezTo>
                    <a:pt x="15484" y="43546"/>
                    <a:pt x="15463" y="43555"/>
                    <a:pt x="15444" y="43574"/>
                  </a:cubicBezTo>
                  <a:lnTo>
                    <a:pt x="15017" y="44001"/>
                  </a:lnTo>
                  <a:lnTo>
                    <a:pt x="14846" y="44171"/>
                  </a:lnTo>
                  <a:cubicBezTo>
                    <a:pt x="14761" y="44257"/>
                    <a:pt x="14718" y="44299"/>
                    <a:pt x="14633" y="44342"/>
                  </a:cubicBezTo>
                  <a:cubicBezTo>
                    <a:pt x="14590" y="44385"/>
                    <a:pt x="14590" y="44470"/>
                    <a:pt x="14590" y="44512"/>
                  </a:cubicBezTo>
                  <a:cubicBezTo>
                    <a:pt x="14036" y="44512"/>
                    <a:pt x="13524" y="44555"/>
                    <a:pt x="12969" y="44555"/>
                  </a:cubicBezTo>
                  <a:lnTo>
                    <a:pt x="12969" y="44512"/>
                  </a:lnTo>
                  <a:cubicBezTo>
                    <a:pt x="13055" y="44385"/>
                    <a:pt x="13140" y="44257"/>
                    <a:pt x="13225" y="44129"/>
                  </a:cubicBezTo>
                  <a:cubicBezTo>
                    <a:pt x="13396" y="43873"/>
                    <a:pt x="13524" y="43617"/>
                    <a:pt x="13694" y="43361"/>
                  </a:cubicBezTo>
                  <a:cubicBezTo>
                    <a:pt x="13755" y="43270"/>
                    <a:pt x="13666" y="43180"/>
                    <a:pt x="13578" y="43180"/>
                  </a:cubicBezTo>
                  <a:cubicBezTo>
                    <a:pt x="13542" y="43180"/>
                    <a:pt x="13506" y="43195"/>
                    <a:pt x="13481" y="43233"/>
                  </a:cubicBezTo>
                  <a:lnTo>
                    <a:pt x="12969" y="43958"/>
                  </a:lnTo>
                  <a:lnTo>
                    <a:pt x="12756" y="44342"/>
                  </a:lnTo>
                  <a:lnTo>
                    <a:pt x="12585" y="44555"/>
                  </a:lnTo>
                  <a:lnTo>
                    <a:pt x="12031" y="44555"/>
                  </a:lnTo>
                  <a:lnTo>
                    <a:pt x="12756" y="43702"/>
                  </a:lnTo>
                  <a:cubicBezTo>
                    <a:pt x="12799" y="43659"/>
                    <a:pt x="12799" y="43574"/>
                    <a:pt x="12756" y="43489"/>
                  </a:cubicBezTo>
                  <a:cubicBezTo>
                    <a:pt x="12713" y="43467"/>
                    <a:pt x="12671" y="43457"/>
                    <a:pt x="12633" y="43457"/>
                  </a:cubicBezTo>
                  <a:cubicBezTo>
                    <a:pt x="12596" y="43457"/>
                    <a:pt x="12564" y="43467"/>
                    <a:pt x="12543" y="43489"/>
                  </a:cubicBezTo>
                  <a:lnTo>
                    <a:pt x="11732" y="44512"/>
                  </a:lnTo>
                  <a:cubicBezTo>
                    <a:pt x="11689" y="44512"/>
                    <a:pt x="11689" y="44555"/>
                    <a:pt x="11732" y="44555"/>
                  </a:cubicBezTo>
                  <a:lnTo>
                    <a:pt x="10879" y="44555"/>
                  </a:lnTo>
                  <a:lnTo>
                    <a:pt x="11007" y="44385"/>
                  </a:lnTo>
                  <a:lnTo>
                    <a:pt x="11263" y="44043"/>
                  </a:lnTo>
                  <a:lnTo>
                    <a:pt x="11860" y="43318"/>
                  </a:lnTo>
                  <a:cubicBezTo>
                    <a:pt x="11924" y="43222"/>
                    <a:pt x="11844" y="43102"/>
                    <a:pt x="11746" y="43102"/>
                  </a:cubicBezTo>
                  <a:cubicBezTo>
                    <a:pt x="11713" y="43102"/>
                    <a:pt x="11679" y="43115"/>
                    <a:pt x="11647" y="43147"/>
                  </a:cubicBezTo>
                  <a:cubicBezTo>
                    <a:pt x="11433" y="43361"/>
                    <a:pt x="11220" y="43617"/>
                    <a:pt x="11007" y="43830"/>
                  </a:cubicBezTo>
                  <a:lnTo>
                    <a:pt x="10708" y="44171"/>
                  </a:lnTo>
                  <a:cubicBezTo>
                    <a:pt x="10580" y="44342"/>
                    <a:pt x="10495" y="44470"/>
                    <a:pt x="10410" y="44598"/>
                  </a:cubicBezTo>
                  <a:lnTo>
                    <a:pt x="9258" y="44598"/>
                  </a:lnTo>
                  <a:lnTo>
                    <a:pt x="9940" y="43659"/>
                  </a:lnTo>
                  <a:cubicBezTo>
                    <a:pt x="9983" y="43617"/>
                    <a:pt x="9983" y="43574"/>
                    <a:pt x="9940" y="43531"/>
                  </a:cubicBezTo>
                  <a:cubicBezTo>
                    <a:pt x="9919" y="43510"/>
                    <a:pt x="9898" y="43499"/>
                    <a:pt x="9876" y="43499"/>
                  </a:cubicBezTo>
                  <a:cubicBezTo>
                    <a:pt x="9855" y="43499"/>
                    <a:pt x="9834" y="43510"/>
                    <a:pt x="9812" y="43531"/>
                  </a:cubicBezTo>
                  <a:lnTo>
                    <a:pt x="8916" y="44598"/>
                  </a:lnTo>
                  <a:cubicBezTo>
                    <a:pt x="8319" y="44555"/>
                    <a:pt x="7722" y="44470"/>
                    <a:pt x="7167" y="44342"/>
                  </a:cubicBezTo>
                  <a:cubicBezTo>
                    <a:pt x="7253" y="44257"/>
                    <a:pt x="7338" y="44129"/>
                    <a:pt x="7423" y="44001"/>
                  </a:cubicBezTo>
                  <a:cubicBezTo>
                    <a:pt x="7509" y="43873"/>
                    <a:pt x="7594" y="43745"/>
                    <a:pt x="7679" y="43617"/>
                  </a:cubicBezTo>
                  <a:cubicBezTo>
                    <a:pt x="7893" y="43318"/>
                    <a:pt x="8106" y="43062"/>
                    <a:pt x="8319" y="42806"/>
                  </a:cubicBezTo>
                  <a:cubicBezTo>
                    <a:pt x="8383" y="42743"/>
                    <a:pt x="8328" y="42632"/>
                    <a:pt x="8261" y="42632"/>
                  </a:cubicBezTo>
                  <a:cubicBezTo>
                    <a:pt x="8238" y="42632"/>
                    <a:pt x="8213" y="42645"/>
                    <a:pt x="8191" y="42678"/>
                  </a:cubicBezTo>
                  <a:cubicBezTo>
                    <a:pt x="7935" y="42891"/>
                    <a:pt x="7722" y="43190"/>
                    <a:pt x="7509" y="43446"/>
                  </a:cubicBezTo>
                  <a:cubicBezTo>
                    <a:pt x="7381" y="43574"/>
                    <a:pt x="7295" y="43702"/>
                    <a:pt x="7167" y="43830"/>
                  </a:cubicBezTo>
                  <a:cubicBezTo>
                    <a:pt x="7039" y="43958"/>
                    <a:pt x="6954" y="44086"/>
                    <a:pt x="6869" y="44257"/>
                  </a:cubicBezTo>
                  <a:cubicBezTo>
                    <a:pt x="6485" y="44171"/>
                    <a:pt x="6101" y="44043"/>
                    <a:pt x="5760" y="43873"/>
                  </a:cubicBezTo>
                  <a:cubicBezTo>
                    <a:pt x="5845" y="43830"/>
                    <a:pt x="5845" y="43787"/>
                    <a:pt x="5888" y="43702"/>
                  </a:cubicBezTo>
                  <a:cubicBezTo>
                    <a:pt x="5930" y="43617"/>
                    <a:pt x="5973" y="43531"/>
                    <a:pt x="6058" y="43446"/>
                  </a:cubicBezTo>
                  <a:lnTo>
                    <a:pt x="6442" y="42934"/>
                  </a:lnTo>
                  <a:cubicBezTo>
                    <a:pt x="6741" y="42593"/>
                    <a:pt x="6997" y="42251"/>
                    <a:pt x="7295" y="41910"/>
                  </a:cubicBezTo>
                  <a:cubicBezTo>
                    <a:pt x="7356" y="41820"/>
                    <a:pt x="7309" y="41729"/>
                    <a:pt x="7247" y="41729"/>
                  </a:cubicBezTo>
                  <a:cubicBezTo>
                    <a:pt x="7221" y="41729"/>
                    <a:pt x="7192" y="41745"/>
                    <a:pt x="7167" y="41782"/>
                  </a:cubicBezTo>
                  <a:lnTo>
                    <a:pt x="6399" y="42635"/>
                  </a:lnTo>
                  <a:lnTo>
                    <a:pt x="6016" y="43062"/>
                  </a:lnTo>
                  <a:cubicBezTo>
                    <a:pt x="5888" y="43190"/>
                    <a:pt x="5760" y="43361"/>
                    <a:pt x="5632" y="43489"/>
                  </a:cubicBezTo>
                  <a:cubicBezTo>
                    <a:pt x="5546" y="43489"/>
                    <a:pt x="5504" y="43531"/>
                    <a:pt x="5461" y="43574"/>
                  </a:cubicBezTo>
                  <a:cubicBezTo>
                    <a:pt x="5461" y="43617"/>
                    <a:pt x="5418" y="43659"/>
                    <a:pt x="5418" y="43702"/>
                  </a:cubicBezTo>
                  <a:cubicBezTo>
                    <a:pt x="4864" y="43403"/>
                    <a:pt x="4394" y="42977"/>
                    <a:pt x="4010" y="42465"/>
                  </a:cubicBezTo>
                  <a:lnTo>
                    <a:pt x="3840" y="42294"/>
                  </a:lnTo>
                  <a:lnTo>
                    <a:pt x="4181" y="41697"/>
                  </a:lnTo>
                  <a:cubicBezTo>
                    <a:pt x="4224" y="41612"/>
                    <a:pt x="4224" y="41526"/>
                    <a:pt x="4138" y="41484"/>
                  </a:cubicBezTo>
                  <a:cubicBezTo>
                    <a:pt x="4096" y="41484"/>
                    <a:pt x="4010" y="41484"/>
                    <a:pt x="3968" y="41569"/>
                  </a:cubicBezTo>
                  <a:cubicBezTo>
                    <a:pt x="3882" y="41697"/>
                    <a:pt x="3754" y="41868"/>
                    <a:pt x="3669" y="41995"/>
                  </a:cubicBezTo>
                  <a:cubicBezTo>
                    <a:pt x="3584" y="41825"/>
                    <a:pt x="3499" y="41654"/>
                    <a:pt x="3413" y="41484"/>
                  </a:cubicBezTo>
                  <a:lnTo>
                    <a:pt x="3456" y="41484"/>
                  </a:lnTo>
                  <a:cubicBezTo>
                    <a:pt x="3499" y="41398"/>
                    <a:pt x="3584" y="41356"/>
                    <a:pt x="3627" y="41270"/>
                  </a:cubicBezTo>
                  <a:lnTo>
                    <a:pt x="3754" y="41100"/>
                  </a:lnTo>
                  <a:cubicBezTo>
                    <a:pt x="3840" y="40972"/>
                    <a:pt x="3925" y="40801"/>
                    <a:pt x="4010" y="40716"/>
                  </a:cubicBezTo>
                  <a:cubicBezTo>
                    <a:pt x="4224" y="40460"/>
                    <a:pt x="4394" y="40161"/>
                    <a:pt x="4608" y="39948"/>
                  </a:cubicBezTo>
                  <a:cubicBezTo>
                    <a:pt x="4672" y="39852"/>
                    <a:pt x="4568" y="39732"/>
                    <a:pt x="4476" y="39732"/>
                  </a:cubicBezTo>
                  <a:cubicBezTo>
                    <a:pt x="4445" y="39732"/>
                    <a:pt x="4416" y="39745"/>
                    <a:pt x="4394" y="39777"/>
                  </a:cubicBezTo>
                  <a:lnTo>
                    <a:pt x="3797" y="40545"/>
                  </a:lnTo>
                  <a:cubicBezTo>
                    <a:pt x="3712" y="40673"/>
                    <a:pt x="3584" y="40758"/>
                    <a:pt x="3499" y="40886"/>
                  </a:cubicBezTo>
                  <a:lnTo>
                    <a:pt x="3328" y="41057"/>
                  </a:lnTo>
                  <a:lnTo>
                    <a:pt x="3285" y="41142"/>
                  </a:lnTo>
                  <a:cubicBezTo>
                    <a:pt x="3200" y="41014"/>
                    <a:pt x="3157" y="40844"/>
                    <a:pt x="3115" y="40673"/>
                  </a:cubicBezTo>
                  <a:cubicBezTo>
                    <a:pt x="3285" y="40460"/>
                    <a:pt x="3499" y="40204"/>
                    <a:pt x="3669" y="39948"/>
                  </a:cubicBezTo>
                  <a:lnTo>
                    <a:pt x="4352" y="39095"/>
                  </a:lnTo>
                  <a:cubicBezTo>
                    <a:pt x="4417" y="39029"/>
                    <a:pt x="4357" y="38938"/>
                    <a:pt x="4287" y="38938"/>
                  </a:cubicBezTo>
                  <a:cubicBezTo>
                    <a:pt x="4266" y="38938"/>
                    <a:pt x="4244" y="38947"/>
                    <a:pt x="4224" y="38967"/>
                  </a:cubicBezTo>
                  <a:lnTo>
                    <a:pt x="3499" y="39777"/>
                  </a:lnTo>
                  <a:lnTo>
                    <a:pt x="2987" y="40289"/>
                  </a:lnTo>
                  <a:cubicBezTo>
                    <a:pt x="2944" y="40076"/>
                    <a:pt x="2901" y="39862"/>
                    <a:pt x="2859" y="39606"/>
                  </a:cubicBezTo>
                  <a:cubicBezTo>
                    <a:pt x="2901" y="39521"/>
                    <a:pt x="2987" y="39393"/>
                    <a:pt x="3029" y="39308"/>
                  </a:cubicBezTo>
                  <a:cubicBezTo>
                    <a:pt x="3115" y="39137"/>
                    <a:pt x="3200" y="39009"/>
                    <a:pt x="3328" y="38881"/>
                  </a:cubicBezTo>
                  <a:cubicBezTo>
                    <a:pt x="3499" y="38583"/>
                    <a:pt x="3754" y="38327"/>
                    <a:pt x="4010" y="38113"/>
                  </a:cubicBezTo>
                  <a:cubicBezTo>
                    <a:pt x="4047" y="38077"/>
                    <a:pt x="4021" y="37977"/>
                    <a:pt x="3958" y="37977"/>
                  </a:cubicBezTo>
                  <a:cubicBezTo>
                    <a:pt x="3948" y="37977"/>
                    <a:pt x="3937" y="37979"/>
                    <a:pt x="3925" y="37985"/>
                  </a:cubicBezTo>
                  <a:cubicBezTo>
                    <a:pt x="3627" y="38199"/>
                    <a:pt x="3371" y="38455"/>
                    <a:pt x="3115" y="38753"/>
                  </a:cubicBezTo>
                  <a:cubicBezTo>
                    <a:pt x="2987" y="38881"/>
                    <a:pt x="2859" y="39052"/>
                    <a:pt x="2773" y="39180"/>
                  </a:cubicBezTo>
                  <a:lnTo>
                    <a:pt x="2773" y="39137"/>
                  </a:lnTo>
                  <a:lnTo>
                    <a:pt x="2688" y="38583"/>
                  </a:lnTo>
                  <a:cubicBezTo>
                    <a:pt x="2731" y="38540"/>
                    <a:pt x="2773" y="38455"/>
                    <a:pt x="2859" y="38369"/>
                  </a:cubicBezTo>
                  <a:lnTo>
                    <a:pt x="3157" y="37985"/>
                  </a:lnTo>
                  <a:cubicBezTo>
                    <a:pt x="3371" y="37729"/>
                    <a:pt x="3627" y="37473"/>
                    <a:pt x="3840" y="37217"/>
                  </a:cubicBezTo>
                  <a:cubicBezTo>
                    <a:pt x="3906" y="37118"/>
                    <a:pt x="3818" y="37019"/>
                    <a:pt x="3736" y="37019"/>
                  </a:cubicBezTo>
                  <a:cubicBezTo>
                    <a:pt x="3712" y="37019"/>
                    <a:pt x="3688" y="37028"/>
                    <a:pt x="3669" y="37047"/>
                  </a:cubicBezTo>
                  <a:cubicBezTo>
                    <a:pt x="3413" y="37303"/>
                    <a:pt x="3200" y="37559"/>
                    <a:pt x="2944" y="37815"/>
                  </a:cubicBezTo>
                  <a:lnTo>
                    <a:pt x="2603" y="38113"/>
                  </a:lnTo>
                  <a:cubicBezTo>
                    <a:pt x="2560" y="37900"/>
                    <a:pt x="2560" y="37644"/>
                    <a:pt x="2517" y="37431"/>
                  </a:cubicBezTo>
                  <a:cubicBezTo>
                    <a:pt x="2901" y="37004"/>
                    <a:pt x="3243" y="36620"/>
                    <a:pt x="3584" y="36194"/>
                  </a:cubicBezTo>
                  <a:cubicBezTo>
                    <a:pt x="3627" y="36108"/>
                    <a:pt x="3627" y="36023"/>
                    <a:pt x="3584" y="35980"/>
                  </a:cubicBezTo>
                  <a:cubicBezTo>
                    <a:pt x="3563" y="35959"/>
                    <a:pt x="3531" y="35948"/>
                    <a:pt x="3493" y="35948"/>
                  </a:cubicBezTo>
                  <a:cubicBezTo>
                    <a:pt x="3456" y="35948"/>
                    <a:pt x="3413" y="35959"/>
                    <a:pt x="3371" y="35980"/>
                  </a:cubicBezTo>
                  <a:cubicBezTo>
                    <a:pt x="3115" y="36322"/>
                    <a:pt x="2773" y="36663"/>
                    <a:pt x="2475" y="36962"/>
                  </a:cubicBezTo>
                  <a:cubicBezTo>
                    <a:pt x="2475" y="36791"/>
                    <a:pt x="2432" y="36620"/>
                    <a:pt x="2389" y="36450"/>
                  </a:cubicBezTo>
                  <a:cubicBezTo>
                    <a:pt x="2517" y="36322"/>
                    <a:pt x="2645" y="36151"/>
                    <a:pt x="2731" y="36023"/>
                  </a:cubicBezTo>
                  <a:cubicBezTo>
                    <a:pt x="2859" y="35895"/>
                    <a:pt x="2987" y="35724"/>
                    <a:pt x="3115" y="35554"/>
                  </a:cubicBezTo>
                  <a:cubicBezTo>
                    <a:pt x="3371" y="35255"/>
                    <a:pt x="3627" y="34956"/>
                    <a:pt x="3925" y="34658"/>
                  </a:cubicBezTo>
                  <a:cubicBezTo>
                    <a:pt x="4025" y="34591"/>
                    <a:pt x="3943" y="34447"/>
                    <a:pt x="3842" y="34447"/>
                  </a:cubicBezTo>
                  <a:cubicBezTo>
                    <a:pt x="3813" y="34447"/>
                    <a:pt x="3783" y="34459"/>
                    <a:pt x="3754" y="34487"/>
                  </a:cubicBezTo>
                  <a:cubicBezTo>
                    <a:pt x="3456" y="34786"/>
                    <a:pt x="3157" y="35084"/>
                    <a:pt x="2901" y="35340"/>
                  </a:cubicBezTo>
                  <a:lnTo>
                    <a:pt x="2432" y="35767"/>
                  </a:lnTo>
                  <a:lnTo>
                    <a:pt x="2347" y="35895"/>
                  </a:lnTo>
                  <a:cubicBezTo>
                    <a:pt x="2304" y="35554"/>
                    <a:pt x="2261" y="35255"/>
                    <a:pt x="2219" y="34956"/>
                  </a:cubicBezTo>
                  <a:lnTo>
                    <a:pt x="2261" y="34914"/>
                  </a:lnTo>
                  <a:lnTo>
                    <a:pt x="2432" y="34743"/>
                  </a:lnTo>
                  <a:lnTo>
                    <a:pt x="2731" y="34402"/>
                  </a:lnTo>
                  <a:cubicBezTo>
                    <a:pt x="2944" y="34189"/>
                    <a:pt x="3157" y="33933"/>
                    <a:pt x="3328" y="33719"/>
                  </a:cubicBezTo>
                  <a:cubicBezTo>
                    <a:pt x="3413" y="33634"/>
                    <a:pt x="3413" y="33549"/>
                    <a:pt x="3328" y="33463"/>
                  </a:cubicBezTo>
                  <a:cubicBezTo>
                    <a:pt x="3307" y="33421"/>
                    <a:pt x="3264" y="33399"/>
                    <a:pt x="3221" y="33399"/>
                  </a:cubicBezTo>
                  <a:cubicBezTo>
                    <a:pt x="3179" y="33399"/>
                    <a:pt x="3136" y="33421"/>
                    <a:pt x="3115" y="33463"/>
                  </a:cubicBezTo>
                  <a:cubicBezTo>
                    <a:pt x="2901" y="33719"/>
                    <a:pt x="2731" y="33933"/>
                    <a:pt x="2517" y="34189"/>
                  </a:cubicBezTo>
                  <a:cubicBezTo>
                    <a:pt x="2389" y="34274"/>
                    <a:pt x="2304" y="34402"/>
                    <a:pt x="2176" y="34487"/>
                  </a:cubicBezTo>
                  <a:cubicBezTo>
                    <a:pt x="2176" y="34274"/>
                    <a:pt x="2133" y="34061"/>
                    <a:pt x="2091" y="33847"/>
                  </a:cubicBezTo>
                  <a:lnTo>
                    <a:pt x="2219" y="33762"/>
                  </a:lnTo>
                  <a:lnTo>
                    <a:pt x="2517" y="33506"/>
                  </a:lnTo>
                  <a:lnTo>
                    <a:pt x="3115" y="32866"/>
                  </a:lnTo>
                  <a:cubicBezTo>
                    <a:pt x="3213" y="32801"/>
                    <a:pt x="3135" y="32710"/>
                    <a:pt x="3036" y="32710"/>
                  </a:cubicBezTo>
                  <a:cubicBezTo>
                    <a:pt x="3006" y="32710"/>
                    <a:pt x="2974" y="32718"/>
                    <a:pt x="2944" y="32738"/>
                  </a:cubicBezTo>
                  <a:cubicBezTo>
                    <a:pt x="2731" y="32909"/>
                    <a:pt x="2517" y="33079"/>
                    <a:pt x="2304" y="33250"/>
                  </a:cubicBezTo>
                  <a:lnTo>
                    <a:pt x="2048" y="33463"/>
                  </a:lnTo>
                  <a:cubicBezTo>
                    <a:pt x="2048" y="33293"/>
                    <a:pt x="2005" y="33122"/>
                    <a:pt x="2005" y="32951"/>
                  </a:cubicBezTo>
                  <a:cubicBezTo>
                    <a:pt x="2005" y="32909"/>
                    <a:pt x="2048" y="32909"/>
                    <a:pt x="2048" y="32866"/>
                  </a:cubicBezTo>
                  <a:lnTo>
                    <a:pt x="2219" y="32695"/>
                  </a:lnTo>
                  <a:lnTo>
                    <a:pt x="2517" y="32311"/>
                  </a:lnTo>
                  <a:cubicBezTo>
                    <a:pt x="2731" y="32098"/>
                    <a:pt x="2944" y="31842"/>
                    <a:pt x="3115" y="31586"/>
                  </a:cubicBezTo>
                  <a:cubicBezTo>
                    <a:pt x="3157" y="31544"/>
                    <a:pt x="3157" y="31501"/>
                    <a:pt x="3115" y="31458"/>
                  </a:cubicBezTo>
                  <a:cubicBezTo>
                    <a:pt x="3093" y="31437"/>
                    <a:pt x="3061" y="31426"/>
                    <a:pt x="3029" y="31426"/>
                  </a:cubicBezTo>
                  <a:cubicBezTo>
                    <a:pt x="2997" y="31426"/>
                    <a:pt x="2965" y="31437"/>
                    <a:pt x="2944" y="31458"/>
                  </a:cubicBezTo>
                  <a:cubicBezTo>
                    <a:pt x="2688" y="31629"/>
                    <a:pt x="2475" y="31885"/>
                    <a:pt x="2261" y="32098"/>
                  </a:cubicBezTo>
                  <a:lnTo>
                    <a:pt x="1963" y="32397"/>
                  </a:lnTo>
                  <a:cubicBezTo>
                    <a:pt x="1920" y="32056"/>
                    <a:pt x="1877" y="31672"/>
                    <a:pt x="1835" y="31288"/>
                  </a:cubicBezTo>
                  <a:cubicBezTo>
                    <a:pt x="2133" y="30904"/>
                    <a:pt x="2432" y="30520"/>
                    <a:pt x="2773" y="30136"/>
                  </a:cubicBezTo>
                  <a:cubicBezTo>
                    <a:pt x="2839" y="30070"/>
                    <a:pt x="2779" y="29980"/>
                    <a:pt x="2708" y="29980"/>
                  </a:cubicBezTo>
                  <a:cubicBezTo>
                    <a:pt x="2687" y="29980"/>
                    <a:pt x="2665" y="29988"/>
                    <a:pt x="2645" y="30008"/>
                  </a:cubicBezTo>
                  <a:lnTo>
                    <a:pt x="1792" y="30861"/>
                  </a:lnTo>
                  <a:cubicBezTo>
                    <a:pt x="1792" y="30648"/>
                    <a:pt x="1707" y="30477"/>
                    <a:pt x="1707" y="30264"/>
                  </a:cubicBezTo>
                  <a:lnTo>
                    <a:pt x="1707" y="30093"/>
                  </a:lnTo>
                  <a:lnTo>
                    <a:pt x="1749" y="30008"/>
                  </a:lnTo>
                  <a:lnTo>
                    <a:pt x="1835" y="29922"/>
                  </a:lnTo>
                  <a:cubicBezTo>
                    <a:pt x="1877" y="29837"/>
                    <a:pt x="1963" y="29795"/>
                    <a:pt x="2048" y="29709"/>
                  </a:cubicBezTo>
                  <a:lnTo>
                    <a:pt x="2091" y="29667"/>
                  </a:lnTo>
                  <a:lnTo>
                    <a:pt x="2133" y="29667"/>
                  </a:lnTo>
                  <a:cubicBezTo>
                    <a:pt x="2176" y="29624"/>
                    <a:pt x="2219" y="29581"/>
                    <a:pt x="2261" y="29539"/>
                  </a:cubicBezTo>
                  <a:cubicBezTo>
                    <a:pt x="2347" y="29496"/>
                    <a:pt x="2432" y="29453"/>
                    <a:pt x="2560" y="29411"/>
                  </a:cubicBezTo>
                  <a:cubicBezTo>
                    <a:pt x="2645" y="29368"/>
                    <a:pt x="2645" y="29240"/>
                    <a:pt x="2603" y="29155"/>
                  </a:cubicBezTo>
                  <a:cubicBezTo>
                    <a:pt x="2572" y="29124"/>
                    <a:pt x="2521" y="29094"/>
                    <a:pt x="2463" y="29094"/>
                  </a:cubicBezTo>
                  <a:cubicBezTo>
                    <a:pt x="2439" y="29094"/>
                    <a:pt x="2414" y="29099"/>
                    <a:pt x="2389" y="29112"/>
                  </a:cubicBezTo>
                  <a:cubicBezTo>
                    <a:pt x="2091" y="29240"/>
                    <a:pt x="1835" y="29411"/>
                    <a:pt x="1621" y="29667"/>
                  </a:cubicBezTo>
                  <a:cubicBezTo>
                    <a:pt x="1579" y="29368"/>
                    <a:pt x="1579" y="29112"/>
                    <a:pt x="1536" y="28813"/>
                  </a:cubicBezTo>
                  <a:lnTo>
                    <a:pt x="1749" y="28643"/>
                  </a:lnTo>
                  <a:cubicBezTo>
                    <a:pt x="1835" y="28515"/>
                    <a:pt x="1963" y="28429"/>
                    <a:pt x="2048" y="28344"/>
                  </a:cubicBezTo>
                  <a:lnTo>
                    <a:pt x="2773" y="27747"/>
                  </a:lnTo>
                  <a:cubicBezTo>
                    <a:pt x="2881" y="27675"/>
                    <a:pt x="2778" y="27514"/>
                    <a:pt x="2641" y="27514"/>
                  </a:cubicBezTo>
                  <a:cubicBezTo>
                    <a:pt x="2615" y="27514"/>
                    <a:pt x="2588" y="27520"/>
                    <a:pt x="2560" y="27533"/>
                  </a:cubicBezTo>
                  <a:cubicBezTo>
                    <a:pt x="2347" y="27704"/>
                    <a:pt x="2091" y="27917"/>
                    <a:pt x="1877" y="28045"/>
                  </a:cubicBezTo>
                  <a:lnTo>
                    <a:pt x="1493" y="28344"/>
                  </a:lnTo>
                  <a:cubicBezTo>
                    <a:pt x="1451" y="27960"/>
                    <a:pt x="1408" y="27619"/>
                    <a:pt x="1408" y="27278"/>
                  </a:cubicBezTo>
                  <a:lnTo>
                    <a:pt x="1493" y="27192"/>
                  </a:lnTo>
                  <a:lnTo>
                    <a:pt x="1877" y="26851"/>
                  </a:lnTo>
                  <a:cubicBezTo>
                    <a:pt x="2091" y="26638"/>
                    <a:pt x="2347" y="26382"/>
                    <a:pt x="2603" y="26168"/>
                  </a:cubicBezTo>
                  <a:cubicBezTo>
                    <a:pt x="2703" y="26068"/>
                    <a:pt x="2594" y="25916"/>
                    <a:pt x="2460" y="25916"/>
                  </a:cubicBezTo>
                  <a:cubicBezTo>
                    <a:pt x="2423" y="25916"/>
                    <a:pt x="2384" y="25927"/>
                    <a:pt x="2347" y="25955"/>
                  </a:cubicBezTo>
                  <a:cubicBezTo>
                    <a:pt x="2133" y="26168"/>
                    <a:pt x="1877" y="26382"/>
                    <a:pt x="1621" y="26595"/>
                  </a:cubicBezTo>
                  <a:cubicBezTo>
                    <a:pt x="1536" y="26638"/>
                    <a:pt x="1451" y="26723"/>
                    <a:pt x="1365" y="26808"/>
                  </a:cubicBezTo>
                  <a:cubicBezTo>
                    <a:pt x="1365" y="26595"/>
                    <a:pt x="1323" y="26382"/>
                    <a:pt x="1280" y="26211"/>
                  </a:cubicBezTo>
                  <a:lnTo>
                    <a:pt x="1408" y="26040"/>
                  </a:lnTo>
                  <a:lnTo>
                    <a:pt x="1792" y="25614"/>
                  </a:lnTo>
                  <a:cubicBezTo>
                    <a:pt x="2091" y="25358"/>
                    <a:pt x="2347" y="25102"/>
                    <a:pt x="2645" y="24846"/>
                  </a:cubicBezTo>
                  <a:cubicBezTo>
                    <a:pt x="2710" y="24717"/>
                    <a:pt x="2628" y="24588"/>
                    <a:pt x="2529" y="24588"/>
                  </a:cubicBezTo>
                  <a:cubicBezTo>
                    <a:pt x="2497" y="24588"/>
                    <a:pt x="2463" y="24601"/>
                    <a:pt x="2432" y="24633"/>
                  </a:cubicBezTo>
                  <a:cubicBezTo>
                    <a:pt x="2133" y="24846"/>
                    <a:pt x="1835" y="25102"/>
                    <a:pt x="1536" y="25358"/>
                  </a:cubicBezTo>
                  <a:lnTo>
                    <a:pt x="1238" y="25614"/>
                  </a:lnTo>
                  <a:cubicBezTo>
                    <a:pt x="1195" y="25272"/>
                    <a:pt x="1195" y="24931"/>
                    <a:pt x="1152" y="24547"/>
                  </a:cubicBezTo>
                  <a:lnTo>
                    <a:pt x="1365" y="24334"/>
                  </a:lnTo>
                  <a:lnTo>
                    <a:pt x="1792" y="23993"/>
                  </a:lnTo>
                  <a:cubicBezTo>
                    <a:pt x="2048" y="23737"/>
                    <a:pt x="2304" y="23481"/>
                    <a:pt x="2560" y="23225"/>
                  </a:cubicBezTo>
                  <a:cubicBezTo>
                    <a:pt x="2694" y="23125"/>
                    <a:pt x="2592" y="22972"/>
                    <a:pt x="2480" y="22972"/>
                  </a:cubicBezTo>
                  <a:cubicBezTo>
                    <a:pt x="2449" y="22972"/>
                    <a:pt x="2417" y="22984"/>
                    <a:pt x="2389" y="23011"/>
                  </a:cubicBezTo>
                  <a:cubicBezTo>
                    <a:pt x="2091" y="23267"/>
                    <a:pt x="1835" y="23481"/>
                    <a:pt x="1536" y="23694"/>
                  </a:cubicBezTo>
                  <a:cubicBezTo>
                    <a:pt x="1408" y="23822"/>
                    <a:pt x="1280" y="23907"/>
                    <a:pt x="1110" y="24035"/>
                  </a:cubicBezTo>
                  <a:cubicBezTo>
                    <a:pt x="1110" y="23779"/>
                    <a:pt x="1067" y="23566"/>
                    <a:pt x="1067" y="23353"/>
                  </a:cubicBezTo>
                  <a:cubicBezTo>
                    <a:pt x="1238" y="23139"/>
                    <a:pt x="1451" y="22926"/>
                    <a:pt x="1664" y="22713"/>
                  </a:cubicBezTo>
                  <a:cubicBezTo>
                    <a:pt x="1920" y="22499"/>
                    <a:pt x="2219" y="22286"/>
                    <a:pt x="2560" y="22116"/>
                  </a:cubicBezTo>
                  <a:cubicBezTo>
                    <a:pt x="2668" y="22008"/>
                    <a:pt x="2594" y="21840"/>
                    <a:pt x="2467" y="21840"/>
                  </a:cubicBezTo>
                  <a:cubicBezTo>
                    <a:pt x="2443" y="21840"/>
                    <a:pt x="2416" y="21846"/>
                    <a:pt x="2389" y="21860"/>
                  </a:cubicBezTo>
                  <a:cubicBezTo>
                    <a:pt x="2048" y="22030"/>
                    <a:pt x="1749" y="22244"/>
                    <a:pt x="1451" y="22457"/>
                  </a:cubicBezTo>
                  <a:cubicBezTo>
                    <a:pt x="1323" y="22542"/>
                    <a:pt x="1152" y="22670"/>
                    <a:pt x="1024" y="22755"/>
                  </a:cubicBezTo>
                  <a:lnTo>
                    <a:pt x="982" y="22244"/>
                  </a:lnTo>
                  <a:cubicBezTo>
                    <a:pt x="1067" y="22201"/>
                    <a:pt x="1110" y="22116"/>
                    <a:pt x="1152" y="22073"/>
                  </a:cubicBezTo>
                  <a:cubicBezTo>
                    <a:pt x="1280" y="21902"/>
                    <a:pt x="1451" y="21774"/>
                    <a:pt x="1621" y="21604"/>
                  </a:cubicBezTo>
                  <a:cubicBezTo>
                    <a:pt x="1920" y="21305"/>
                    <a:pt x="2261" y="21006"/>
                    <a:pt x="2603" y="20708"/>
                  </a:cubicBezTo>
                  <a:cubicBezTo>
                    <a:pt x="2676" y="20671"/>
                    <a:pt x="2623" y="20571"/>
                    <a:pt x="2553" y="20571"/>
                  </a:cubicBezTo>
                  <a:cubicBezTo>
                    <a:pt x="2541" y="20571"/>
                    <a:pt x="2529" y="20574"/>
                    <a:pt x="2517" y="20580"/>
                  </a:cubicBezTo>
                  <a:cubicBezTo>
                    <a:pt x="2176" y="20836"/>
                    <a:pt x="1792" y="21134"/>
                    <a:pt x="1451" y="21433"/>
                  </a:cubicBezTo>
                  <a:lnTo>
                    <a:pt x="982" y="21817"/>
                  </a:lnTo>
                  <a:cubicBezTo>
                    <a:pt x="982" y="21518"/>
                    <a:pt x="939" y="21220"/>
                    <a:pt x="939" y="20921"/>
                  </a:cubicBezTo>
                  <a:lnTo>
                    <a:pt x="1110" y="20750"/>
                  </a:lnTo>
                  <a:lnTo>
                    <a:pt x="1621" y="20238"/>
                  </a:lnTo>
                  <a:lnTo>
                    <a:pt x="2645" y="19001"/>
                  </a:lnTo>
                  <a:cubicBezTo>
                    <a:pt x="2741" y="18905"/>
                    <a:pt x="2645" y="18785"/>
                    <a:pt x="2537" y="18785"/>
                  </a:cubicBezTo>
                  <a:cubicBezTo>
                    <a:pt x="2501" y="18785"/>
                    <a:pt x="2464" y="18799"/>
                    <a:pt x="2432" y="18831"/>
                  </a:cubicBezTo>
                  <a:lnTo>
                    <a:pt x="1323" y="19897"/>
                  </a:lnTo>
                  <a:lnTo>
                    <a:pt x="896" y="20281"/>
                  </a:lnTo>
                  <a:cubicBezTo>
                    <a:pt x="896" y="19769"/>
                    <a:pt x="854" y="19257"/>
                    <a:pt x="854" y="18745"/>
                  </a:cubicBezTo>
                  <a:lnTo>
                    <a:pt x="1451" y="18063"/>
                  </a:lnTo>
                  <a:cubicBezTo>
                    <a:pt x="1749" y="17721"/>
                    <a:pt x="2005" y="17423"/>
                    <a:pt x="2304" y="17082"/>
                  </a:cubicBezTo>
                  <a:cubicBezTo>
                    <a:pt x="2367" y="17018"/>
                    <a:pt x="2289" y="16908"/>
                    <a:pt x="2210" y="16908"/>
                  </a:cubicBezTo>
                  <a:cubicBezTo>
                    <a:pt x="2183" y="16908"/>
                    <a:pt x="2155" y="16921"/>
                    <a:pt x="2133" y="16954"/>
                  </a:cubicBezTo>
                  <a:cubicBezTo>
                    <a:pt x="1835" y="17252"/>
                    <a:pt x="1536" y="17551"/>
                    <a:pt x="1238" y="17849"/>
                  </a:cubicBezTo>
                  <a:cubicBezTo>
                    <a:pt x="1110" y="17977"/>
                    <a:pt x="982" y="18105"/>
                    <a:pt x="811" y="18233"/>
                  </a:cubicBezTo>
                  <a:lnTo>
                    <a:pt x="811" y="17210"/>
                  </a:lnTo>
                  <a:lnTo>
                    <a:pt x="982" y="16996"/>
                  </a:lnTo>
                  <a:lnTo>
                    <a:pt x="1365" y="16570"/>
                  </a:lnTo>
                  <a:cubicBezTo>
                    <a:pt x="1664" y="16314"/>
                    <a:pt x="1920" y="16015"/>
                    <a:pt x="2219" y="15716"/>
                  </a:cubicBezTo>
                  <a:cubicBezTo>
                    <a:pt x="2284" y="15651"/>
                    <a:pt x="2199" y="15560"/>
                    <a:pt x="2117" y="15560"/>
                  </a:cubicBezTo>
                  <a:cubicBezTo>
                    <a:pt x="2092" y="15560"/>
                    <a:pt x="2068" y="15569"/>
                    <a:pt x="2048" y="15588"/>
                  </a:cubicBezTo>
                  <a:cubicBezTo>
                    <a:pt x="1749" y="15844"/>
                    <a:pt x="1451" y="16100"/>
                    <a:pt x="1152" y="16356"/>
                  </a:cubicBezTo>
                  <a:lnTo>
                    <a:pt x="811" y="16655"/>
                  </a:lnTo>
                  <a:lnTo>
                    <a:pt x="811" y="16314"/>
                  </a:lnTo>
                  <a:cubicBezTo>
                    <a:pt x="811" y="16186"/>
                    <a:pt x="939" y="16186"/>
                    <a:pt x="982" y="16143"/>
                  </a:cubicBezTo>
                  <a:lnTo>
                    <a:pt x="1152" y="15930"/>
                  </a:lnTo>
                  <a:cubicBezTo>
                    <a:pt x="1280" y="15802"/>
                    <a:pt x="1365" y="15716"/>
                    <a:pt x="1493" y="15588"/>
                  </a:cubicBezTo>
                  <a:cubicBezTo>
                    <a:pt x="1749" y="15332"/>
                    <a:pt x="2005" y="15077"/>
                    <a:pt x="2219" y="14821"/>
                  </a:cubicBezTo>
                  <a:cubicBezTo>
                    <a:pt x="2315" y="14725"/>
                    <a:pt x="2219" y="14605"/>
                    <a:pt x="2111" y="14605"/>
                  </a:cubicBezTo>
                  <a:cubicBezTo>
                    <a:pt x="2075" y="14605"/>
                    <a:pt x="2037" y="14618"/>
                    <a:pt x="2005" y="14650"/>
                  </a:cubicBezTo>
                  <a:lnTo>
                    <a:pt x="1238" y="15332"/>
                  </a:lnTo>
                  <a:lnTo>
                    <a:pt x="854" y="15674"/>
                  </a:lnTo>
                  <a:lnTo>
                    <a:pt x="768" y="15716"/>
                  </a:lnTo>
                  <a:lnTo>
                    <a:pt x="768" y="14693"/>
                  </a:lnTo>
                  <a:cubicBezTo>
                    <a:pt x="1024" y="14437"/>
                    <a:pt x="1238" y="14138"/>
                    <a:pt x="1493" y="13839"/>
                  </a:cubicBezTo>
                  <a:cubicBezTo>
                    <a:pt x="1792" y="13455"/>
                    <a:pt x="2176" y="13071"/>
                    <a:pt x="2560" y="12688"/>
                  </a:cubicBezTo>
                  <a:cubicBezTo>
                    <a:pt x="2656" y="12592"/>
                    <a:pt x="2560" y="12472"/>
                    <a:pt x="2452" y="12472"/>
                  </a:cubicBezTo>
                  <a:cubicBezTo>
                    <a:pt x="2416" y="12472"/>
                    <a:pt x="2379" y="12485"/>
                    <a:pt x="2347" y="12517"/>
                  </a:cubicBezTo>
                  <a:cubicBezTo>
                    <a:pt x="1963" y="12858"/>
                    <a:pt x="1579" y="13199"/>
                    <a:pt x="1238" y="13583"/>
                  </a:cubicBezTo>
                  <a:lnTo>
                    <a:pt x="811" y="13967"/>
                  </a:lnTo>
                  <a:lnTo>
                    <a:pt x="811" y="13882"/>
                  </a:lnTo>
                  <a:lnTo>
                    <a:pt x="811" y="12304"/>
                  </a:lnTo>
                  <a:cubicBezTo>
                    <a:pt x="1365" y="11706"/>
                    <a:pt x="1877" y="11109"/>
                    <a:pt x="2389" y="10469"/>
                  </a:cubicBezTo>
                  <a:cubicBezTo>
                    <a:pt x="2453" y="10373"/>
                    <a:pt x="2397" y="10253"/>
                    <a:pt x="2311" y="10253"/>
                  </a:cubicBezTo>
                  <a:cubicBezTo>
                    <a:pt x="2283" y="10253"/>
                    <a:pt x="2251" y="10267"/>
                    <a:pt x="2219" y="10299"/>
                  </a:cubicBezTo>
                  <a:cubicBezTo>
                    <a:pt x="1792" y="10768"/>
                    <a:pt x="1323" y="11237"/>
                    <a:pt x="811" y="11706"/>
                  </a:cubicBezTo>
                  <a:lnTo>
                    <a:pt x="811" y="11664"/>
                  </a:lnTo>
                  <a:cubicBezTo>
                    <a:pt x="854" y="11365"/>
                    <a:pt x="896" y="11109"/>
                    <a:pt x="939" y="10853"/>
                  </a:cubicBezTo>
                  <a:cubicBezTo>
                    <a:pt x="1067" y="10682"/>
                    <a:pt x="1195" y="10512"/>
                    <a:pt x="1323" y="10299"/>
                  </a:cubicBezTo>
                  <a:lnTo>
                    <a:pt x="1877" y="9659"/>
                  </a:lnTo>
                  <a:cubicBezTo>
                    <a:pt x="2219" y="9189"/>
                    <a:pt x="2603" y="8720"/>
                    <a:pt x="2987" y="8251"/>
                  </a:cubicBezTo>
                  <a:cubicBezTo>
                    <a:pt x="3050" y="8187"/>
                    <a:pt x="2972" y="8077"/>
                    <a:pt x="2893" y="8077"/>
                  </a:cubicBezTo>
                  <a:cubicBezTo>
                    <a:pt x="2865" y="8077"/>
                    <a:pt x="2838" y="8090"/>
                    <a:pt x="2816" y="8123"/>
                  </a:cubicBezTo>
                  <a:lnTo>
                    <a:pt x="1664" y="9403"/>
                  </a:lnTo>
                  <a:lnTo>
                    <a:pt x="1152" y="9957"/>
                  </a:lnTo>
                  <a:cubicBezTo>
                    <a:pt x="1280" y="9573"/>
                    <a:pt x="1408" y="9189"/>
                    <a:pt x="1579" y="8805"/>
                  </a:cubicBezTo>
                  <a:cubicBezTo>
                    <a:pt x="1749" y="8635"/>
                    <a:pt x="1920" y="8464"/>
                    <a:pt x="2048" y="8293"/>
                  </a:cubicBezTo>
                  <a:cubicBezTo>
                    <a:pt x="2219" y="8123"/>
                    <a:pt x="2389" y="7952"/>
                    <a:pt x="2517" y="7739"/>
                  </a:cubicBezTo>
                  <a:cubicBezTo>
                    <a:pt x="2859" y="7355"/>
                    <a:pt x="3157" y="6971"/>
                    <a:pt x="3456" y="6587"/>
                  </a:cubicBezTo>
                  <a:cubicBezTo>
                    <a:pt x="3489" y="6522"/>
                    <a:pt x="3421" y="6431"/>
                    <a:pt x="3349" y="6431"/>
                  </a:cubicBezTo>
                  <a:cubicBezTo>
                    <a:pt x="3327" y="6431"/>
                    <a:pt x="3305" y="6439"/>
                    <a:pt x="3285" y="6459"/>
                  </a:cubicBezTo>
                  <a:cubicBezTo>
                    <a:pt x="2987" y="6843"/>
                    <a:pt x="2645" y="7227"/>
                    <a:pt x="2304" y="7568"/>
                  </a:cubicBezTo>
                  <a:cubicBezTo>
                    <a:pt x="2219" y="7654"/>
                    <a:pt x="2133" y="7782"/>
                    <a:pt x="2005" y="7867"/>
                  </a:cubicBezTo>
                  <a:cubicBezTo>
                    <a:pt x="2432" y="7014"/>
                    <a:pt x="2901" y="6203"/>
                    <a:pt x="3413" y="5393"/>
                  </a:cubicBezTo>
                  <a:cubicBezTo>
                    <a:pt x="3669" y="4966"/>
                    <a:pt x="3925" y="4539"/>
                    <a:pt x="4224" y="4155"/>
                  </a:cubicBezTo>
                  <a:close/>
                  <a:moveTo>
                    <a:pt x="21211" y="1"/>
                  </a:moveTo>
                  <a:cubicBezTo>
                    <a:pt x="19388" y="1"/>
                    <a:pt x="17553" y="40"/>
                    <a:pt x="15742" y="103"/>
                  </a:cubicBezTo>
                  <a:cubicBezTo>
                    <a:pt x="13268" y="231"/>
                    <a:pt x="10794" y="401"/>
                    <a:pt x="8362" y="657"/>
                  </a:cubicBezTo>
                  <a:cubicBezTo>
                    <a:pt x="7253" y="700"/>
                    <a:pt x="6229" y="1084"/>
                    <a:pt x="5418" y="1766"/>
                  </a:cubicBezTo>
                  <a:cubicBezTo>
                    <a:pt x="5120" y="2022"/>
                    <a:pt x="4906" y="2321"/>
                    <a:pt x="4736" y="2662"/>
                  </a:cubicBezTo>
                  <a:cubicBezTo>
                    <a:pt x="4480" y="2918"/>
                    <a:pt x="4224" y="3217"/>
                    <a:pt x="4010" y="3515"/>
                  </a:cubicBezTo>
                  <a:cubicBezTo>
                    <a:pt x="3328" y="4369"/>
                    <a:pt x="2731" y="5265"/>
                    <a:pt x="2133" y="6203"/>
                  </a:cubicBezTo>
                  <a:cubicBezTo>
                    <a:pt x="1579" y="7142"/>
                    <a:pt x="1067" y="8165"/>
                    <a:pt x="640" y="9189"/>
                  </a:cubicBezTo>
                  <a:cubicBezTo>
                    <a:pt x="427" y="9787"/>
                    <a:pt x="256" y="10426"/>
                    <a:pt x="128" y="11066"/>
                  </a:cubicBezTo>
                  <a:cubicBezTo>
                    <a:pt x="86" y="11792"/>
                    <a:pt x="43" y="12560"/>
                    <a:pt x="43" y="13285"/>
                  </a:cubicBezTo>
                  <a:cubicBezTo>
                    <a:pt x="0" y="19769"/>
                    <a:pt x="384" y="26254"/>
                    <a:pt x="1238" y="32695"/>
                  </a:cubicBezTo>
                  <a:cubicBezTo>
                    <a:pt x="1408" y="34317"/>
                    <a:pt x="1621" y="35895"/>
                    <a:pt x="1792" y="37473"/>
                  </a:cubicBezTo>
                  <a:cubicBezTo>
                    <a:pt x="1920" y="38753"/>
                    <a:pt x="2176" y="40033"/>
                    <a:pt x="2560" y="41270"/>
                  </a:cubicBezTo>
                  <a:cubicBezTo>
                    <a:pt x="2987" y="42465"/>
                    <a:pt x="3797" y="43489"/>
                    <a:pt x="4864" y="44171"/>
                  </a:cubicBezTo>
                  <a:cubicBezTo>
                    <a:pt x="5973" y="44768"/>
                    <a:pt x="7210" y="45152"/>
                    <a:pt x="8447" y="45238"/>
                  </a:cubicBezTo>
                  <a:cubicBezTo>
                    <a:pt x="9509" y="45300"/>
                    <a:pt x="10548" y="45340"/>
                    <a:pt x="11581" y="45340"/>
                  </a:cubicBezTo>
                  <a:cubicBezTo>
                    <a:pt x="11959" y="45340"/>
                    <a:pt x="12336" y="45334"/>
                    <a:pt x="12713" y="45323"/>
                  </a:cubicBezTo>
                  <a:cubicBezTo>
                    <a:pt x="14334" y="45323"/>
                    <a:pt x="15913" y="45238"/>
                    <a:pt x="17577" y="45195"/>
                  </a:cubicBezTo>
                  <a:cubicBezTo>
                    <a:pt x="20776" y="45024"/>
                    <a:pt x="23933" y="44768"/>
                    <a:pt x="27090" y="44427"/>
                  </a:cubicBezTo>
                  <a:cubicBezTo>
                    <a:pt x="28711" y="44214"/>
                    <a:pt x="30289" y="44001"/>
                    <a:pt x="31911" y="43787"/>
                  </a:cubicBezTo>
                  <a:cubicBezTo>
                    <a:pt x="33361" y="43617"/>
                    <a:pt x="34812" y="43275"/>
                    <a:pt x="36177" y="42721"/>
                  </a:cubicBezTo>
                  <a:cubicBezTo>
                    <a:pt x="37158" y="42166"/>
                    <a:pt x="38011" y="41484"/>
                    <a:pt x="38779" y="40673"/>
                  </a:cubicBezTo>
                  <a:cubicBezTo>
                    <a:pt x="39590" y="39862"/>
                    <a:pt x="40229" y="38924"/>
                    <a:pt x="40741" y="37900"/>
                  </a:cubicBezTo>
                  <a:cubicBezTo>
                    <a:pt x="41083" y="37388"/>
                    <a:pt x="41381" y="36791"/>
                    <a:pt x="41595" y="36194"/>
                  </a:cubicBezTo>
                  <a:cubicBezTo>
                    <a:pt x="41893" y="35212"/>
                    <a:pt x="42106" y="34189"/>
                    <a:pt x="42192" y="33165"/>
                  </a:cubicBezTo>
                  <a:cubicBezTo>
                    <a:pt x="42320" y="31970"/>
                    <a:pt x="42405" y="30776"/>
                    <a:pt x="42490" y="29581"/>
                  </a:cubicBezTo>
                  <a:cubicBezTo>
                    <a:pt x="42832" y="24462"/>
                    <a:pt x="42832" y="19257"/>
                    <a:pt x="42533" y="14138"/>
                  </a:cubicBezTo>
                  <a:cubicBezTo>
                    <a:pt x="42405" y="11536"/>
                    <a:pt x="42149" y="8976"/>
                    <a:pt x="41851" y="6416"/>
                  </a:cubicBezTo>
                  <a:cubicBezTo>
                    <a:pt x="41808" y="5776"/>
                    <a:pt x="41723" y="5179"/>
                    <a:pt x="41637" y="4539"/>
                  </a:cubicBezTo>
                  <a:cubicBezTo>
                    <a:pt x="41595" y="3942"/>
                    <a:pt x="41424" y="3387"/>
                    <a:pt x="41125" y="2918"/>
                  </a:cubicBezTo>
                  <a:cubicBezTo>
                    <a:pt x="40741" y="2534"/>
                    <a:pt x="40315" y="2278"/>
                    <a:pt x="39803" y="2193"/>
                  </a:cubicBezTo>
                  <a:cubicBezTo>
                    <a:pt x="39248" y="2022"/>
                    <a:pt x="38651" y="1894"/>
                    <a:pt x="38096" y="1766"/>
                  </a:cubicBezTo>
                  <a:cubicBezTo>
                    <a:pt x="33190" y="700"/>
                    <a:pt x="28199" y="145"/>
                    <a:pt x="23208" y="17"/>
                  </a:cubicBezTo>
                  <a:cubicBezTo>
                    <a:pt x="22545" y="6"/>
                    <a:pt x="21879" y="1"/>
                    <a:pt x="2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394;p37">
              <a:extLst>
                <a:ext uri="{FF2B5EF4-FFF2-40B4-BE49-F238E27FC236}">
                  <a16:creationId xmlns:a16="http://schemas.microsoft.com/office/drawing/2014/main" id="{78007F75-2D06-B1F0-D14E-972D291C4B98}"/>
                </a:ext>
              </a:extLst>
            </p:cNvPr>
            <p:cNvSpPr/>
            <p:nvPr/>
          </p:nvSpPr>
          <p:spPr>
            <a:xfrm>
              <a:off x="2187688" y="3092408"/>
              <a:ext cx="775667" cy="379429"/>
            </a:xfrm>
            <a:custGeom>
              <a:avLst/>
              <a:gdLst/>
              <a:ahLst/>
              <a:cxnLst/>
              <a:rect l="l" t="t" r="r" b="b"/>
              <a:pathLst>
                <a:path w="36731" h="18863" extrusionOk="0">
                  <a:moveTo>
                    <a:pt x="0" y="0"/>
                  </a:moveTo>
                  <a:lnTo>
                    <a:pt x="0" y="0"/>
                  </a:lnTo>
                  <a:cubicBezTo>
                    <a:pt x="128" y="2517"/>
                    <a:pt x="256" y="5034"/>
                    <a:pt x="469" y="7551"/>
                  </a:cubicBezTo>
                  <a:cubicBezTo>
                    <a:pt x="597" y="8746"/>
                    <a:pt x="683" y="9983"/>
                    <a:pt x="811" y="11220"/>
                  </a:cubicBezTo>
                  <a:cubicBezTo>
                    <a:pt x="896" y="12286"/>
                    <a:pt x="1109" y="13310"/>
                    <a:pt x="1408" y="14334"/>
                  </a:cubicBezTo>
                  <a:cubicBezTo>
                    <a:pt x="1706" y="15273"/>
                    <a:pt x="2261" y="16083"/>
                    <a:pt x="3029" y="16766"/>
                  </a:cubicBezTo>
                  <a:cubicBezTo>
                    <a:pt x="3669" y="17320"/>
                    <a:pt x="4437" y="17747"/>
                    <a:pt x="5290" y="18046"/>
                  </a:cubicBezTo>
                  <a:cubicBezTo>
                    <a:pt x="7167" y="18686"/>
                    <a:pt x="9129" y="18771"/>
                    <a:pt x="11049" y="18814"/>
                  </a:cubicBezTo>
                  <a:cubicBezTo>
                    <a:pt x="12117" y="18846"/>
                    <a:pt x="13185" y="18862"/>
                    <a:pt x="14253" y="18862"/>
                  </a:cubicBezTo>
                  <a:cubicBezTo>
                    <a:pt x="17366" y="18862"/>
                    <a:pt x="20479" y="18726"/>
                    <a:pt x="23591" y="18472"/>
                  </a:cubicBezTo>
                  <a:cubicBezTo>
                    <a:pt x="24957" y="18302"/>
                    <a:pt x="26364" y="18088"/>
                    <a:pt x="27687" y="17832"/>
                  </a:cubicBezTo>
                  <a:cubicBezTo>
                    <a:pt x="28156" y="17747"/>
                    <a:pt x="28625" y="17619"/>
                    <a:pt x="29095" y="17576"/>
                  </a:cubicBezTo>
                  <a:lnTo>
                    <a:pt x="29265" y="17576"/>
                  </a:lnTo>
                  <a:cubicBezTo>
                    <a:pt x="29308" y="17534"/>
                    <a:pt x="29351" y="17491"/>
                    <a:pt x="29393" y="17491"/>
                  </a:cubicBezTo>
                  <a:cubicBezTo>
                    <a:pt x="31356" y="17107"/>
                    <a:pt x="33489" y="16510"/>
                    <a:pt x="34811" y="15017"/>
                  </a:cubicBezTo>
                  <a:cubicBezTo>
                    <a:pt x="36091" y="13566"/>
                    <a:pt x="36432" y="11476"/>
                    <a:pt x="36646" y="9599"/>
                  </a:cubicBezTo>
                  <a:cubicBezTo>
                    <a:pt x="36646" y="9300"/>
                    <a:pt x="36688" y="9002"/>
                    <a:pt x="36731" y="8746"/>
                  </a:cubicBezTo>
                  <a:lnTo>
                    <a:pt x="36731" y="8746"/>
                  </a:lnTo>
                  <a:cubicBezTo>
                    <a:pt x="36560" y="9257"/>
                    <a:pt x="36347" y="9769"/>
                    <a:pt x="36134" y="10281"/>
                  </a:cubicBezTo>
                  <a:cubicBezTo>
                    <a:pt x="35835" y="10921"/>
                    <a:pt x="35622" y="11604"/>
                    <a:pt x="35323" y="12244"/>
                  </a:cubicBezTo>
                  <a:cubicBezTo>
                    <a:pt x="35110" y="12713"/>
                    <a:pt x="34854" y="13140"/>
                    <a:pt x="34513" y="13524"/>
                  </a:cubicBezTo>
                  <a:cubicBezTo>
                    <a:pt x="33873" y="13993"/>
                    <a:pt x="33147" y="14291"/>
                    <a:pt x="32380" y="14377"/>
                  </a:cubicBezTo>
                  <a:cubicBezTo>
                    <a:pt x="28412" y="15059"/>
                    <a:pt x="24359" y="15401"/>
                    <a:pt x="20349" y="15699"/>
                  </a:cubicBezTo>
                  <a:cubicBezTo>
                    <a:pt x="17883" y="15914"/>
                    <a:pt x="15417" y="16008"/>
                    <a:pt x="12926" y="16008"/>
                  </a:cubicBezTo>
                  <a:cubicBezTo>
                    <a:pt x="12444" y="16008"/>
                    <a:pt x="11960" y="16005"/>
                    <a:pt x="11476" y="15998"/>
                  </a:cubicBezTo>
                  <a:cubicBezTo>
                    <a:pt x="10196" y="15955"/>
                    <a:pt x="8916" y="15742"/>
                    <a:pt x="7636" y="15742"/>
                  </a:cubicBezTo>
                  <a:cubicBezTo>
                    <a:pt x="6399" y="15742"/>
                    <a:pt x="5205" y="15230"/>
                    <a:pt x="4309" y="14334"/>
                  </a:cubicBezTo>
                  <a:cubicBezTo>
                    <a:pt x="3584" y="13481"/>
                    <a:pt x="3029" y="12457"/>
                    <a:pt x="2730" y="11348"/>
                  </a:cubicBezTo>
                  <a:cubicBezTo>
                    <a:pt x="2176" y="9727"/>
                    <a:pt x="1749" y="8063"/>
                    <a:pt x="1408" y="6442"/>
                  </a:cubicBezTo>
                  <a:cubicBezTo>
                    <a:pt x="1067" y="4906"/>
                    <a:pt x="597" y="3456"/>
                    <a:pt x="341" y="1920"/>
                  </a:cubicBezTo>
                  <a:cubicBezTo>
                    <a:pt x="256" y="1280"/>
                    <a:pt x="128" y="640"/>
                    <a:pt x="0"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395;p37">
              <a:extLst>
                <a:ext uri="{FF2B5EF4-FFF2-40B4-BE49-F238E27FC236}">
                  <a16:creationId xmlns:a16="http://schemas.microsoft.com/office/drawing/2014/main" id="{BF805BFA-F7F6-DC48-5D7A-B91A0C26599D}"/>
                </a:ext>
              </a:extLst>
            </p:cNvPr>
            <p:cNvSpPr/>
            <p:nvPr/>
          </p:nvSpPr>
          <p:spPr>
            <a:xfrm>
              <a:off x="2181353" y="2644649"/>
              <a:ext cx="792793" cy="827008"/>
            </a:xfrm>
            <a:custGeom>
              <a:avLst/>
              <a:gdLst/>
              <a:ahLst/>
              <a:cxnLst/>
              <a:rect l="l" t="t" r="r" b="b"/>
              <a:pathLst>
                <a:path w="37542" h="41114" extrusionOk="0">
                  <a:moveTo>
                    <a:pt x="15676" y="0"/>
                  </a:moveTo>
                  <a:cubicBezTo>
                    <a:pt x="12945" y="0"/>
                    <a:pt x="10220" y="108"/>
                    <a:pt x="7508" y="324"/>
                  </a:cubicBezTo>
                  <a:cubicBezTo>
                    <a:pt x="6314" y="410"/>
                    <a:pt x="5119" y="495"/>
                    <a:pt x="3925" y="623"/>
                  </a:cubicBezTo>
                  <a:cubicBezTo>
                    <a:pt x="2944" y="708"/>
                    <a:pt x="1920" y="922"/>
                    <a:pt x="1237" y="1690"/>
                  </a:cubicBezTo>
                  <a:cubicBezTo>
                    <a:pt x="683" y="2372"/>
                    <a:pt x="341" y="3183"/>
                    <a:pt x="256" y="4036"/>
                  </a:cubicBezTo>
                  <a:cubicBezTo>
                    <a:pt x="128" y="5060"/>
                    <a:pt x="85" y="6084"/>
                    <a:pt x="85" y="7107"/>
                  </a:cubicBezTo>
                  <a:cubicBezTo>
                    <a:pt x="0" y="12141"/>
                    <a:pt x="43" y="17175"/>
                    <a:pt x="299" y="22252"/>
                  </a:cubicBezTo>
                  <a:cubicBezTo>
                    <a:pt x="384" y="24769"/>
                    <a:pt x="555" y="27243"/>
                    <a:pt x="768" y="29760"/>
                  </a:cubicBezTo>
                  <a:cubicBezTo>
                    <a:pt x="853" y="30998"/>
                    <a:pt x="981" y="32235"/>
                    <a:pt x="1109" y="33472"/>
                  </a:cubicBezTo>
                  <a:cubicBezTo>
                    <a:pt x="1152" y="34496"/>
                    <a:pt x="1365" y="35562"/>
                    <a:pt x="1706" y="36586"/>
                  </a:cubicBezTo>
                  <a:cubicBezTo>
                    <a:pt x="2005" y="37482"/>
                    <a:pt x="2560" y="38335"/>
                    <a:pt x="3285" y="38975"/>
                  </a:cubicBezTo>
                  <a:cubicBezTo>
                    <a:pt x="3967" y="39572"/>
                    <a:pt x="4735" y="39999"/>
                    <a:pt x="5589" y="40298"/>
                  </a:cubicBezTo>
                  <a:cubicBezTo>
                    <a:pt x="7423" y="40938"/>
                    <a:pt x="9385" y="41023"/>
                    <a:pt x="11348" y="41066"/>
                  </a:cubicBezTo>
                  <a:cubicBezTo>
                    <a:pt x="12393" y="41098"/>
                    <a:pt x="13438" y="41114"/>
                    <a:pt x="14483" y="41114"/>
                  </a:cubicBezTo>
                  <a:cubicBezTo>
                    <a:pt x="17619" y="41114"/>
                    <a:pt x="20754" y="40970"/>
                    <a:pt x="23890" y="40682"/>
                  </a:cubicBezTo>
                  <a:cubicBezTo>
                    <a:pt x="25255" y="40554"/>
                    <a:pt x="26620" y="40340"/>
                    <a:pt x="27985" y="40084"/>
                  </a:cubicBezTo>
                  <a:cubicBezTo>
                    <a:pt x="28455" y="39999"/>
                    <a:pt x="28924" y="39871"/>
                    <a:pt x="29393" y="39828"/>
                  </a:cubicBezTo>
                  <a:lnTo>
                    <a:pt x="29564" y="39828"/>
                  </a:lnTo>
                  <a:cubicBezTo>
                    <a:pt x="29607" y="39786"/>
                    <a:pt x="29649" y="39743"/>
                    <a:pt x="29692" y="39743"/>
                  </a:cubicBezTo>
                  <a:cubicBezTo>
                    <a:pt x="31612" y="39359"/>
                    <a:pt x="33745" y="38762"/>
                    <a:pt x="35067" y="37311"/>
                  </a:cubicBezTo>
                  <a:cubicBezTo>
                    <a:pt x="36390" y="35818"/>
                    <a:pt x="36731" y="33728"/>
                    <a:pt x="36902" y="31851"/>
                  </a:cubicBezTo>
                  <a:cubicBezTo>
                    <a:pt x="37371" y="26902"/>
                    <a:pt x="37541" y="21953"/>
                    <a:pt x="37371" y="17047"/>
                  </a:cubicBezTo>
                  <a:cubicBezTo>
                    <a:pt x="37286" y="14573"/>
                    <a:pt x="37158" y="12056"/>
                    <a:pt x="36944" y="9582"/>
                  </a:cubicBezTo>
                  <a:cubicBezTo>
                    <a:pt x="36816" y="8302"/>
                    <a:pt x="36688" y="7065"/>
                    <a:pt x="36560" y="5828"/>
                  </a:cubicBezTo>
                  <a:cubicBezTo>
                    <a:pt x="36475" y="5230"/>
                    <a:pt x="36390" y="4591"/>
                    <a:pt x="36304" y="3951"/>
                  </a:cubicBezTo>
                  <a:cubicBezTo>
                    <a:pt x="36262" y="3481"/>
                    <a:pt x="36262" y="2884"/>
                    <a:pt x="35878" y="2543"/>
                  </a:cubicBezTo>
                  <a:cubicBezTo>
                    <a:pt x="35494" y="2287"/>
                    <a:pt x="35025" y="2116"/>
                    <a:pt x="34555" y="2031"/>
                  </a:cubicBezTo>
                  <a:cubicBezTo>
                    <a:pt x="33958" y="1903"/>
                    <a:pt x="33361" y="1775"/>
                    <a:pt x="32806" y="1647"/>
                  </a:cubicBezTo>
                  <a:cubicBezTo>
                    <a:pt x="31612" y="1391"/>
                    <a:pt x="30417" y="1178"/>
                    <a:pt x="29223" y="964"/>
                  </a:cubicBezTo>
                  <a:cubicBezTo>
                    <a:pt x="26834" y="580"/>
                    <a:pt x="24445" y="324"/>
                    <a:pt x="22056" y="196"/>
                  </a:cubicBezTo>
                  <a:cubicBezTo>
                    <a:pt x="19928" y="66"/>
                    <a:pt x="17800" y="0"/>
                    <a:pt x="15676" y="0"/>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396;p37">
              <a:extLst>
                <a:ext uri="{FF2B5EF4-FFF2-40B4-BE49-F238E27FC236}">
                  <a16:creationId xmlns:a16="http://schemas.microsoft.com/office/drawing/2014/main" id="{103CD8F5-CFAE-4712-E9F9-77F1FED67540}"/>
                </a:ext>
              </a:extLst>
            </p:cNvPr>
            <p:cNvSpPr/>
            <p:nvPr/>
          </p:nvSpPr>
          <p:spPr>
            <a:xfrm>
              <a:off x="2223712" y="2691168"/>
              <a:ext cx="705409" cy="608076"/>
            </a:xfrm>
            <a:custGeom>
              <a:avLst/>
              <a:gdLst/>
              <a:ahLst/>
              <a:cxnLst/>
              <a:rect l="l" t="t" r="r" b="b"/>
              <a:pathLst>
                <a:path w="33404" h="30230" extrusionOk="0">
                  <a:moveTo>
                    <a:pt x="640" y="1135"/>
                  </a:moveTo>
                  <a:cubicBezTo>
                    <a:pt x="0" y="1220"/>
                    <a:pt x="0" y="2073"/>
                    <a:pt x="640" y="2159"/>
                  </a:cubicBezTo>
                  <a:cubicBezTo>
                    <a:pt x="1110" y="1988"/>
                    <a:pt x="1110" y="1305"/>
                    <a:pt x="640" y="1135"/>
                  </a:cubicBezTo>
                  <a:close/>
                  <a:moveTo>
                    <a:pt x="25746" y="3620"/>
                  </a:moveTo>
                  <a:cubicBezTo>
                    <a:pt x="25640" y="3620"/>
                    <a:pt x="25533" y="3630"/>
                    <a:pt x="25426" y="3652"/>
                  </a:cubicBezTo>
                  <a:cubicBezTo>
                    <a:pt x="25256" y="3694"/>
                    <a:pt x="25128" y="3865"/>
                    <a:pt x="25170" y="4036"/>
                  </a:cubicBezTo>
                  <a:lnTo>
                    <a:pt x="25128" y="4078"/>
                  </a:lnTo>
                  <a:cubicBezTo>
                    <a:pt x="25128" y="4249"/>
                    <a:pt x="25256" y="4420"/>
                    <a:pt x="25426" y="4462"/>
                  </a:cubicBezTo>
                  <a:lnTo>
                    <a:pt x="26578" y="4462"/>
                  </a:lnTo>
                  <a:lnTo>
                    <a:pt x="26791" y="4505"/>
                  </a:lnTo>
                  <a:lnTo>
                    <a:pt x="27005" y="4590"/>
                  </a:lnTo>
                  <a:lnTo>
                    <a:pt x="27218" y="4590"/>
                  </a:lnTo>
                  <a:cubicBezTo>
                    <a:pt x="27346" y="4590"/>
                    <a:pt x="27474" y="4548"/>
                    <a:pt x="27559" y="4420"/>
                  </a:cubicBezTo>
                  <a:cubicBezTo>
                    <a:pt x="27602" y="4292"/>
                    <a:pt x="27559" y="4164"/>
                    <a:pt x="27431" y="4078"/>
                  </a:cubicBezTo>
                  <a:cubicBezTo>
                    <a:pt x="27133" y="3908"/>
                    <a:pt x="26834" y="3780"/>
                    <a:pt x="26493" y="3737"/>
                  </a:cubicBezTo>
                  <a:cubicBezTo>
                    <a:pt x="26365" y="3694"/>
                    <a:pt x="26194" y="3652"/>
                    <a:pt x="26066" y="3652"/>
                  </a:cubicBezTo>
                  <a:cubicBezTo>
                    <a:pt x="25960" y="3630"/>
                    <a:pt x="25853" y="3620"/>
                    <a:pt x="25746" y="3620"/>
                  </a:cubicBezTo>
                  <a:close/>
                  <a:moveTo>
                    <a:pt x="22611" y="5059"/>
                  </a:moveTo>
                  <a:lnTo>
                    <a:pt x="22483" y="5102"/>
                  </a:lnTo>
                  <a:lnTo>
                    <a:pt x="22397" y="5187"/>
                  </a:lnTo>
                  <a:cubicBezTo>
                    <a:pt x="22355" y="5230"/>
                    <a:pt x="22312" y="5273"/>
                    <a:pt x="22269" y="5315"/>
                  </a:cubicBezTo>
                  <a:cubicBezTo>
                    <a:pt x="22269" y="5358"/>
                    <a:pt x="22269" y="5401"/>
                    <a:pt x="22269" y="5401"/>
                  </a:cubicBezTo>
                  <a:cubicBezTo>
                    <a:pt x="22269" y="5486"/>
                    <a:pt x="22269" y="5529"/>
                    <a:pt x="22269" y="5571"/>
                  </a:cubicBezTo>
                  <a:lnTo>
                    <a:pt x="22312" y="5699"/>
                  </a:lnTo>
                  <a:lnTo>
                    <a:pt x="22355" y="5742"/>
                  </a:lnTo>
                  <a:cubicBezTo>
                    <a:pt x="22355" y="5785"/>
                    <a:pt x="22397" y="5827"/>
                    <a:pt x="22440" y="5870"/>
                  </a:cubicBezTo>
                  <a:lnTo>
                    <a:pt x="22483" y="5913"/>
                  </a:lnTo>
                  <a:cubicBezTo>
                    <a:pt x="22483" y="5955"/>
                    <a:pt x="22525" y="5955"/>
                    <a:pt x="22525" y="5998"/>
                  </a:cubicBezTo>
                  <a:cubicBezTo>
                    <a:pt x="22611" y="6041"/>
                    <a:pt x="22653" y="6083"/>
                    <a:pt x="22739" y="6083"/>
                  </a:cubicBezTo>
                  <a:lnTo>
                    <a:pt x="22867" y="6083"/>
                  </a:lnTo>
                  <a:cubicBezTo>
                    <a:pt x="22952" y="6083"/>
                    <a:pt x="22995" y="6083"/>
                    <a:pt x="23080" y="6041"/>
                  </a:cubicBezTo>
                  <a:lnTo>
                    <a:pt x="23165" y="5955"/>
                  </a:lnTo>
                  <a:cubicBezTo>
                    <a:pt x="23208" y="5913"/>
                    <a:pt x="23251" y="5870"/>
                    <a:pt x="23293" y="5827"/>
                  </a:cubicBezTo>
                  <a:cubicBezTo>
                    <a:pt x="23293" y="5742"/>
                    <a:pt x="23293" y="5699"/>
                    <a:pt x="23293" y="5657"/>
                  </a:cubicBezTo>
                  <a:cubicBezTo>
                    <a:pt x="23293" y="5571"/>
                    <a:pt x="23293" y="5529"/>
                    <a:pt x="23293" y="5443"/>
                  </a:cubicBezTo>
                  <a:cubicBezTo>
                    <a:pt x="23251" y="5401"/>
                    <a:pt x="23208" y="5358"/>
                    <a:pt x="23165" y="5315"/>
                  </a:cubicBezTo>
                  <a:lnTo>
                    <a:pt x="23123" y="5273"/>
                  </a:lnTo>
                  <a:lnTo>
                    <a:pt x="23080" y="5230"/>
                  </a:lnTo>
                  <a:cubicBezTo>
                    <a:pt x="23037" y="5187"/>
                    <a:pt x="22995" y="5145"/>
                    <a:pt x="22952" y="5145"/>
                  </a:cubicBezTo>
                  <a:lnTo>
                    <a:pt x="22909" y="5102"/>
                  </a:lnTo>
                  <a:lnTo>
                    <a:pt x="22867" y="5102"/>
                  </a:lnTo>
                  <a:cubicBezTo>
                    <a:pt x="22824" y="5102"/>
                    <a:pt x="22781" y="5059"/>
                    <a:pt x="22739" y="5059"/>
                  </a:cubicBezTo>
                  <a:close/>
                  <a:moveTo>
                    <a:pt x="4949" y="5827"/>
                  </a:moveTo>
                  <a:cubicBezTo>
                    <a:pt x="4309" y="5827"/>
                    <a:pt x="4309" y="6723"/>
                    <a:pt x="4949" y="6723"/>
                  </a:cubicBezTo>
                  <a:cubicBezTo>
                    <a:pt x="5546" y="6723"/>
                    <a:pt x="5546" y="5827"/>
                    <a:pt x="4949" y="5827"/>
                  </a:cubicBezTo>
                  <a:close/>
                  <a:moveTo>
                    <a:pt x="25853" y="8430"/>
                  </a:moveTo>
                  <a:cubicBezTo>
                    <a:pt x="25426" y="8515"/>
                    <a:pt x="25426" y="9155"/>
                    <a:pt x="25853" y="9283"/>
                  </a:cubicBezTo>
                  <a:cubicBezTo>
                    <a:pt x="25867" y="9284"/>
                    <a:pt x="25880" y="9284"/>
                    <a:pt x="25894" y="9284"/>
                  </a:cubicBezTo>
                  <a:cubicBezTo>
                    <a:pt x="26450" y="9284"/>
                    <a:pt x="26436" y="8430"/>
                    <a:pt x="25853" y="8430"/>
                  </a:cubicBezTo>
                  <a:close/>
                  <a:moveTo>
                    <a:pt x="23165" y="9326"/>
                  </a:moveTo>
                  <a:cubicBezTo>
                    <a:pt x="22781" y="9368"/>
                    <a:pt x="22781" y="9923"/>
                    <a:pt x="23165" y="9965"/>
                  </a:cubicBezTo>
                  <a:cubicBezTo>
                    <a:pt x="23549" y="9923"/>
                    <a:pt x="23549" y="9368"/>
                    <a:pt x="23165" y="9326"/>
                  </a:cubicBezTo>
                  <a:close/>
                  <a:moveTo>
                    <a:pt x="13396" y="9112"/>
                  </a:moveTo>
                  <a:cubicBezTo>
                    <a:pt x="13311" y="9112"/>
                    <a:pt x="13225" y="9155"/>
                    <a:pt x="13140" y="9198"/>
                  </a:cubicBezTo>
                  <a:lnTo>
                    <a:pt x="13055" y="9283"/>
                  </a:lnTo>
                  <a:cubicBezTo>
                    <a:pt x="12969" y="9326"/>
                    <a:pt x="12969" y="9368"/>
                    <a:pt x="12927" y="9454"/>
                  </a:cubicBezTo>
                  <a:cubicBezTo>
                    <a:pt x="12884" y="9496"/>
                    <a:pt x="12884" y="9539"/>
                    <a:pt x="12884" y="9624"/>
                  </a:cubicBezTo>
                  <a:cubicBezTo>
                    <a:pt x="12884" y="9709"/>
                    <a:pt x="12927" y="9752"/>
                    <a:pt x="12927" y="9837"/>
                  </a:cubicBezTo>
                  <a:cubicBezTo>
                    <a:pt x="12969" y="9880"/>
                    <a:pt x="12969" y="9923"/>
                    <a:pt x="13055" y="9965"/>
                  </a:cubicBezTo>
                  <a:lnTo>
                    <a:pt x="13225" y="10136"/>
                  </a:lnTo>
                  <a:cubicBezTo>
                    <a:pt x="13268" y="10179"/>
                    <a:pt x="13353" y="10221"/>
                    <a:pt x="13439" y="10264"/>
                  </a:cubicBezTo>
                  <a:lnTo>
                    <a:pt x="13567" y="10264"/>
                  </a:lnTo>
                  <a:cubicBezTo>
                    <a:pt x="13652" y="10264"/>
                    <a:pt x="13737" y="10221"/>
                    <a:pt x="13780" y="10179"/>
                  </a:cubicBezTo>
                  <a:lnTo>
                    <a:pt x="13908" y="10093"/>
                  </a:lnTo>
                  <a:cubicBezTo>
                    <a:pt x="13950" y="10051"/>
                    <a:pt x="13993" y="10008"/>
                    <a:pt x="13993" y="9965"/>
                  </a:cubicBezTo>
                  <a:cubicBezTo>
                    <a:pt x="14036" y="9880"/>
                    <a:pt x="14036" y="9837"/>
                    <a:pt x="14036" y="9752"/>
                  </a:cubicBezTo>
                  <a:cubicBezTo>
                    <a:pt x="14036" y="9709"/>
                    <a:pt x="14036" y="9624"/>
                    <a:pt x="13993" y="9582"/>
                  </a:cubicBezTo>
                  <a:cubicBezTo>
                    <a:pt x="13993" y="9539"/>
                    <a:pt x="13950" y="9454"/>
                    <a:pt x="13908" y="9411"/>
                  </a:cubicBezTo>
                  <a:lnTo>
                    <a:pt x="13737" y="9240"/>
                  </a:lnTo>
                  <a:cubicBezTo>
                    <a:pt x="13695" y="9198"/>
                    <a:pt x="13609" y="9155"/>
                    <a:pt x="13524" y="9112"/>
                  </a:cubicBezTo>
                  <a:close/>
                  <a:moveTo>
                    <a:pt x="12175" y="0"/>
                  </a:moveTo>
                  <a:cubicBezTo>
                    <a:pt x="9439" y="0"/>
                    <a:pt x="6704" y="108"/>
                    <a:pt x="3968" y="324"/>
                  </a:cubicBezTo>
                  <a:cubicBezTo>
                    <a:pt x="3342" y="408"/>
                    <a:pt x="3328" y="1349"/>
                    <a:pt x="3928" y="1349"/>
                  </a:cubicBezTo>
                  <a:cubicBezTo>
                    <a:pt x="3941" y="1349"/>
                    <a:pt x="3954" y="1349"/>
                    <a:pt x="3968" y="1348"/>
                  </a:cubicBezTo>
                  <a:cubicBezTo>
                    <a:pt x="6613" y="1135"/>
                    <a:pt x="9258" y="1007"/>
                    <a:pt x="11860" y="1007"/>
                  </a:cubicBezTo>
                  <a:cubicBezTo>
                    <a:pt x="16553" y="1007"/>
                    <a:pt x="21203" y="1305"/>
                    <a:pt x="25853" y="1945"/>
                  </a:cubicBezTo>
                  <a:cubicBezTo>
                    <a:pt x="27005" y="2116"/>
                    <a:pt x="28157" y="2287"/>
                    <a:pt x="29308" y="2500"/>
                  </a:cubicBezTo>
                  <a:cubicBezTo>
                    <a:pt x="30034" y="2585"/>
                    <a:pt x="31057" y="2756"/>
                    <a:pt x="31356" y="3524"/>
                  </a:cubicBezTo>
                  <a:cubicBezTo>
                    <a:pt x="31484" y="4036"/>
                    <a:pt x="31527" y="4590"/>
                    <a:pt x="31527" y="5145"/>
                  </a:cubicBezTo>
                  <a:cubicBezTo>
                    <a:pt x="31527" y="5742"/>
                    <a:pt x="31569" y="6297"/>
                    <a:pt x="31655" y="6894"/>
                  </a:cubicBezTo>
                  <a:cubicBezTo>
                    <a:pt x="31740" y="8046"/>
                    <a:pt x="31996" y="9240"/>
                    <a:pt x="32081" y="10392"/>
                  </a:cubicBezTo>
                  <a:cubicBezTo>
                    <a:pt x="32081" y="10546"/>
                    <a:pt x="32207" y="10632"/>
                    <a:pt x="32328" y="10632"/>
                  </a:cubicBezTo>
                  <a:cubicBezTo>
                    <a:pt x="32441" y="10632"/>
                    <a:pt x="32551" y="10557"/>
                    <a:pt x="32551" y="10392"/>
                  </a:cubicBezTo>
                  <a:cubicBezTo>
                    <a:pt x="32508" y="9027"/>
                    <a:pt x="32593" y="7662"/>
                    <a:pt x="32551" y="6254"/>
                  </a:cubicBezTo>
                  <a:cubicBezTo>
                    <a:pt x="32551" y="5571"/>
                    <a:pt x="32465" y="4889"/>
                    <a:pt x="32423" y="4206"/>
                  </a:cubicBezTo>
                  <a:cubicBezTo>
                    <a:pt x="32465" y="3652"/>
                    <a:pt x="32295" y="3054"/>
                    <a:pt x="31953" y="2585"/>
                  </a:cubicBezTo>
                  <a:cubicBezTo>
                    <a:pt x="31356" y="1860"/>
                    <a:pt x="30375" y="1647"/>
                    <a:pt x="29479" y="1476"/>
                  </a:cubicBezTo>
                  <a:cubicBezTo>
                    <a:pt x="28285" y="1263"/>
                    <a:pt x="27047" y="1092"/>
                    <a:pt x="25810" y="921"/>
                  </a:cubicBezTo>
                  <a:cubicBezTo>
                    <a:pt x="23421" y="580"/>
                    <a:pt x="20990" y="367"/>
                    <a:pt x="18558" y="196"/>
                  </a:cubicBezTo>
                  <a:cubicBezTo>
                    <a:pt x="16430" y="65"/>
                    <a:pt x="14302" y="0"/>
                    <a:pt x="12175" y="0"/>
                  </a:cubicBezTo>
                  <a:close/>
                  <a:moveTo>
                    <a:pt x="24573" y="12568"/>
                  </a:moveTo>
                  <a:cubicBezTo>
                    <a:pt x="24317" y="12653"/>
                    <a:pt x="24317" y="13037"/>
                    <a:pt x="24573" y="13122"/>
                  </a:cubicBezTo>
                  <a:lnTo>
                    <a:pt x="24573" y="13165"/>
                  </a:lnTo>
                  <a:cubicBezTo>
                    <a:pt x="25000" y="13165"/>
                    <a:pt x="25000" y="12568"/>
                    <a:pt x="24573" y="12568"/>
                  </a:cubicBezTo>
                  <a:close/>
                  <a:moveTo>
                    <a:pt x="23976" y="15469"/>
                  </a:moveTo>
                  <a:cubicBezTo>
                    <a:pt x="23720" y="15554"/>
                    <a:pt x="23720" y="15895"/>
                    <a:pt x="23976" y="15938"/>
                  </a:cubicBezTo>
                  <a:lnTo>
                    <a:pt x="23976" y="15981"/>
                  </a:lnTo>
                  <a:cubicBezTo>
                    <a:pt x="24274" y="15981"/>
                    <a:pt x="24274" y="15469"/>
                    <a:pt x="23976" y="15469"/>
                  </a:cubicBezTo>
                  <a:close/>
                  <a:moveTo>
                    <a:pt x="18984" y="16621"/>
                  </a:moveTo>
                  <a:cubicBezTo>
                    <a:pt x="18387" y="16706"/>
                    <a:pt x="18387" y="17602"/>
                    <a:pt x="18984" y="17644"/>
                  </a:cubicBezTo>
                  <a:cubicBezTo>
                    <a:pt x="19496" y="17474"/>
                    <a:pt x="19496" y="16791"/>
                    <a:pt x="18984" y="16621"/>
                  </a:cubicBezTo>
                  <a:close/>
                  <a:moveTo>
                    <a:pt x="23976" y="18242"/>
                  </a:moveTo>
                  <a:cubicBezTo>
                    <a:pt x="23549" y="18284"/>
                    <a:pt x="23549" y="18882"/>
                    <a:pt x="23976" y="18924"/>
                  </a:cubicBezTo>
                  <a:cubicBezTo>
                    <a:pt x="24360" y="18882"/>
                    <a:pt x="24360" y="18284"/>
                    <a:pt x="23976" y="18242"/>
                  </a:cubicBezTo>
                  <a:close/>
                  <a:moveTo>
                    <a:pt x="11131" y="18784"/>
                  </a:moveTo>
                  <a:cubicBezTo>
                    <a:pt x="11016" y="18784"/>
                    <a:pt x="11027" y="19056"/>
                    <a:pt x="11188" y="19056"/>
                  </a:cubicBezTo>
                  <a:cubicBezTo>
                    <a:pt x="11198" y="19056"/>
                    <a:pt x="11209" y="19054"/>
                    <a:pt x="11220" y="19052"/>
                  </a:cubicBezTo>
                  <a:lnTo>
                    <a:pt x="11178" y="19052"/>
                  </a:lnTo>
                  <a:lnTo>
                    <a:pt x="11306" y="19010"/>
                  </a:lnTo>
                  <a:cubicBezTo>
                    <a:pt x="11348" y="19010"/>
                    <a:pt x="11348" y="18967"/>
                    <a:pt x="11348" y="18882"/>
                  </a:cubicBezTo>
                  <a:cubicBezTo>
                    <a:pt x="11348" y="18839"/>
                    <a:pt x="11348" y="18796"/>
                    <a:pt x="11306" y="18796"/>
                  </a:cubicBezTo>
                  <a:lnTo>
                    <a:pt x="11178" y="18796"/>
                  </a:lnTo>
                  <a:cubicBezTo>
                    <a:pt x="11160" y="18788"/>
                    <a:pt x="11145" y="18784"/>
                    <a:pt x="11131" y="18784"/>
                  </a:cubicBezTo>
                  <a:close/>
                  <a:moveTo>
                    <a:pt x="7594" y="21143"/>
                  </a:moveTo>
                  <a:lnTo>
                    <a:pt x="7551" y="21185"/>
                  </a:lnTo>
                  <a:cubicBezTo>
                    <a:pt x="7509" y="21185"/>
                    <a:pt x="7509" y="21228"/>
                    <a:pt x="7509" y="21228"/>
                  </a:cubicBezTo>
                  <a:cubicBezTo>
                    <a:pt x="7466" y="21271"/>
                    <a:pt x="7466" y="21271"/>
                    <a:pt x="7466" y="21313"/>
                  </a:cubicBezTo>
                  <a:lnTo>
                    <a:pt x="7466" y="21441"/>
                  </a:lnTo>
                  <a:cubicBezTo>
                    <a:pt x="7466" y="21484"/>
                    <a:pt x="7466" y="21527"/>
                    <a:pt x="7466" y="21569"/>
                  </a:cubicBezTo>
                  <a:lnTo>
                    <a:pt x="7509" y="21569"/>
                  </a:lnTo>
                  <a:cubicBezTo>
                    <a:pt x="7551" y="21612"/>
                    <a:pt x="7551" y="21612"/>
                    <a:pt x="7594" y="21612"/>
                  </a:cubicBezTo>
                  <a:lnTo>
                    <a:pt x="7637" y="21612"/>
                  </a:lnTo>
                  <a:cubicBezTo>
                    <a:pt x="7658" y="21633"/>
                    <a:pt x="7669" y="21644"/>
                    <a:pt x="7679" y="21644"/>
                  </a:cubicBezTo>
                  <a:cubicBezTo>
                    <a:pt x="7690" y="21644"/>
                    <a:pt x="7701" y="21633"/>
                    <a:pt x="7722" y="21612"/>
                  </a:cubicBezTo>
                  <a:lnTo>
                    <a:pt x="7765" y="21612"/>
                  </a:lnTo>
                  <a:cubicBezTo>
                    <a:pt x="7765" y="21569"/>
                    <a:pt x="7807" y="21569"/>
                    <a:pt x="7807" y="21527"/>
                  </a:cubicBezTo>
                  <a:cubicBezTo>
                    <a:pt x="7807" y="21527"/>
                    <a:pt x="7807" y="21484"/>
                    <a:pt x="7807" y="21484"/>
                  </a:cubicBezTo>
                  <a:lnTo>
                    <a:pt x="7807" y="21313"/>
                  </a:lnTo>
                  <a:cubicBezTo>
                    <a:pt x="7807" y="21271"/>
                    <a:pt x="7807" y="21228"/>
                    <a:pt x="7765" y="21228"/>
                  </a:cubicBezTo>
                  <a:lnTo>
                    <a:pt x="7765" y="21185"/>
                  </a:lnTo>
                  <a:cubicBezTo>
                    <a:pt x="7765" y="21143"/>
                    <a:pt x="7722" y="21143"/>
                    <a:pt x="7722" y="21143"/>
                  </a:cubicBezTo>
                  <a:close/>
                  <a:moveTo>
                    <a:pt x="19496" y="22593"/>
                  </a:moveTo>
                  <a:cubicBezTo>
                    <a:pt x="19454" y="22593"/>
                    <a:pt x="19411" y="22593"/>
                    <a:pt x="19368" y="22636"/>
                  </a:cubicBezTo>
                  <a:lnTo>
                    <a:pt x="19283" y="22678"/>
                  </a:lnTo>
                  <a:cubicBezTo>
                    <a:pt x="19240" y="22721"/>
                    <a:pt x="19198" y="22764"/>
                    <a:pt x="19198" y="22849"/>
                  </a:cubicBezTo>
                  <a:lnTo>
                    <a:pt x="19198" y="22892"/>
                  </a:lnTo>
                  <a:cubicBezTo>
                    <a:pt x="19198" y="22934"/>
                    <a:pt x="19198" y="22977"/>
                    <a:pt x="19240" y="23020"/>
                  </a:cubicBezTo>
                  <a:cubicBezTo>
                    <a:pt x="19240" y="23062"/>
                    <a:pt x="19240" y="23062"/>
                    <a:pt x="19283" y="23105"/>
                  </a:cubicBezTo>
                  <a:cubicBezTo>
                    <a:pt x="19326" y="23148"/>
                    <a:pt x="19326" y="23148"/>
                    <a:pt x="19368" y="23148"/>
                  </a:cubicBezTo>
                  <a:cubicBezTo>
                    <a:pt x="19411" y="23190"/>
                    <a:pt x="19454" y="23190"/>
                    <a:pt x="19496" y="23190"/>
                  </a:cubicBezTo>
                  <a:lnTo>
                    <a:pt x="19667" y="23190"/>
                  </a:lnTo>
                  <a:cubicBezTo>
                    <a:pt x="19710" y="23190"/>
                    <a:pt x="19752" y="23190"/>
                    <a:pt x="19795" y="23148"/>
                  </a:cubicBezTo>
                  <a:lnTo>
                    <a:pt x="19880" y="23105"/>
                  </a:lnTo>
                  <a:cubicBezTo>
                    <a:pt x="19880" y="23062"/>
                    <a:pt x="19923" y="23020"/>
                    <a:pt x="19923" y="22977"/>
                  </a:cubicBezTo>
                  <a:lnTo>
                    <a:pt x="19923" y="22892"/>
                  </a:lnTo>
                  <a:cubicBezTo>
                    <a:pt x="19966" y="22849"/>
                    <a:pt x="19966" y="22806"/>
                    <a:pt x="19923" y="22764"/>
                  </a:cubicBezTo>
                  <a:cubicBezTo>
                    <a:pt x="19923" y="22721"/>
                    <a:pt x="19838" y="22636"/>
                    <a:pt x="19795" y="22593"/>
                  </a:cubicBezTo>
                  <a:close/>
                  <a:moveTo>
                    <a:pt x="32327" y="13323"/>
                  </a:moveTo>
                  <a:cubicBezTo>
                    <a:pt x="32227" y="13323"/>
                    <a:pt x="32124" y="13389"/>
                    <a:pt x="32124" y="13506"/>
                  </a:cubicBezTo>
                  <a:cubicBezTo>
                    <a:pt x="32252" y="14573"/>
                    <a:pt x="32295" y="15725"/>
                    <a:pt x="32337" y="16791"/>
                  </a:cubicBezTo>
                  <a:cubicBezTo>
                    <a:pt x="32380" y="17900"/>
                    <a:pt x="32423" y="19010"/>
                    <a:pt x="32423" y="20119"/>
                  </a:cubicBezTo>
                  <a:cubicBezTo>
                    <a:pt x="32423" y="21228"/>
                    <a:pt x="32380" y="22337"/>
                    <a:pt x="32295" y="23446"/>
                  </a:cubicBezTo>
                  <a:cubicBezTo>
                    <a:pt x="32295" y="24001"/>
                    <a:pt x="32252" y="24513"/>
                    <a:pt x="32167" y="25067"/>
                  </a:cubicBezTo>
                  <a:cubicBezTo>
                    <a:pt x="32167" y="25323"/>
                    <a:pt x="32124" y="25622"/>
                    <a:pt x="32081" y="25921"/>
                  </a:cubicBezTo>
                  <a:cubicBezTo>
                    <a:pt x="32039" y="26177"/>
                    <a:pt x="31996" y="26475"/>
                    <a:pt x="31996" y="26774"/>
                  </a:cubicBezTo>
                  <a:cubicBezTo>
                    <a:pt x="32039" y="26944"/>
                    <a:pt x="32124" y="27115"/>
                    <a:pt x="32337" y="27158"/>
                  </a:cubicBezTo>
                  <a:lnTo>
                    <a:pt x="32295" y="27200"/>
                  </a:lnTo>
                  <a:cubicBezTo>
                    <a:pt x="32331" y="27208"/>
                    <a:pt x="32368" y="27211"/>
                    <a:pt x="32404" y="27211"/>
                  </a:cubicBezTo>
                  <a:cubicBezTo>
                    <a:pt x="32577" y="27211"/>
                    <a:pt x="32736" y="27128"/>
                    <a:pt x="32807" y="26987"/>
                  </a:cubicBezTo>
                  <a:cubicBezTo>
                    <a:pt x="32977" y="26433"/>
                    <a:pt x="33105" y="25878"/>
                    <a:pt x="33105" y="25281"/>
                  </a:cubicBezTo>
                  <a:cubicBezTo>
                    <a:pt x="33190" y="24726"/>
                    <a:pt x="33233" y="24172"/>
                    <a:pt x="33276" y="23574"/>
                  </a:cubicBezTo>
                  <a:cubicBezTo>
                    <a:pt x="33361" y="22465"/>
                    <a:pt x="33404" y="21313"/>
                    <a:pt x="33404" y="20204"/>
                  </a:cubicBezTo>
                  <a:cubicBezTo>
                    <a:pt x="33361" y="19052"/>
                    <a:pt x="33276" y="17943"/>
                    <a:pt x="33148" y="16791"/>
                  </a:cubicBezTo>
                  <a:cubicBezTo>
                    <a:pt x="33063" y="16237"/>
                    <a:pt x="32977" y="15682"/>
                    <a:pt x="32892" y="15127"/>
                  </a:cubicBezTo>
                  <a:cubicBezTo>
                    <a:pt x="32807" y="14573"/>
                    <a:pt x="32636" y="14018"/>
                    <a:pt x="32508" y="13464"/>
                  </a:cubicBezTo>
                  <a:cubicBezTo>
                    <a:pt x="32489" y="13368"/>
                    <a:pt x="32409" y="13323"/>
                    <a:pt x="32327" y="13323"/>
                  </a:cubicBezTo>
                  <a:close/>
                  <a:moveTo>
                    <a:pt x="31783" y="29333"/>
                  </a:moveTo>
                  <a:cubicBezTo>
                    <a:pt x="31313" y="29461"/>
                    <a:pt x="31313" y="30101"/>
                    <a:pt x="31783" y="30229"/>
                  </a:cubicBezTo>
                  <a:cubicBezTo>
                    <a:pt x="32380" y="30229"/>
                    <a:pt x="32380" y="29333"/>
                    <a:pt x="31783" y="29333"/>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306" name="Google Shape;2424;p37">
            <a:extLst>
              <a:ext uri="{FF2B5EF4-FFF2-40B4-BE49-F238E27FC236}">
                <a16:creationId xmlns:a16="http://schemas.microsoft.com/office/drawing/2014/main" id="{8CB24C98-3001-E92E-2275-7F7869A3DC82}"/>
              </a:ext>
            </a:extLst>
          </p:cNvPr>
          <p:cNvSpPr txBox="1"/>
          <p:nvPr/>
        </p:nvSpPr>
        <p:spPr>
          <a:xfrm>
            <a:off x="1095716" y="4311499"/>
            <a:ext cx="1020900" cy="60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rPr>
              <a:t>05</a:t>
            </a:r>
            <a:endParaRPr sz="4000" dirty="0">
              <a:solidFill>
                <a:schemeClr val="lt2"/>
              </a:solidFill>
              <a:latin typeface="Times New Roman" panose="02020603050405020304" pitchFamily="18" charset="0"/>
              <a:ea typeface="Fira Sans Extra Condensed SemiBold"/>
              <a:cs typeface="Times New Roman" panose="02020603050405020304" pitchFamily="18" charset="0"/>
              <a:sym typeface="Fira Sans Extra Condensed SemiBold"/>
            </a:endParaRPr>
          </a:p>
        </p:txBody>
      </p:sp>
      <p:grpSp>
        <p:nvGrpSpPr>
          <p:cNvPr id="2310" name="Google Shape;2362;p37">
            <a:extLst>
              <a:ext uri="{FF2B5EF4-FFF2-40B4-BE49-F238E27FC236}">
                <a16:creationId xmlns:a16="http://schemas.microsoft.com/office/drawing/2014/main" id="{82748A24-0DC9-8426-5F06-873D2E525251}"/>
              </a:ext>
            </a:extLst>
          </p:cNvPr>
          <p:cNvGrpSpPr/>
          <p:nvPr/>
        </p:nvGrpSpPr>
        <p:grpSpPr>
          <a:xfrm>
            <a:off x="2673586" y="4219264"/>
            <a:ext cx="2453022" cy="816051"/>
            <a:chOff x="4605098" y="2655606"/>
            <a:chExt cx="2453022" cy="816051"/>
          </a:xfrm>
        </p:grpSpPr>
        <p:sp>
          <p:nvSpPr>
            <p:cNvPr id="2311" name="Google Shape;2363;p37">
              <a:extLst>
                <a:ext uri="{FF2B5EF4-FFF2-40B4-BE49-F238E27FC236}">
                  <a16:creationId xmlns:a16="http://schemas.microsoft.com/office/drawing/2014/main" id="{16828F48-584C-9B30-F40E-A8484D847BFB}"/>
                </a:ext>
              </a:extLst>
            </p:cNvPr>
            <p:cNvSpPr/>
            <p:nvPr/>
          </p:nvSpPr>
          <p:spPr>
            <a:xfrm>
              <a:off x="4644459" y="2732318"/>
              <a:ext cx="2376213" cy="739339"/>
            </a:xfrm>
            <a:custGeom>
              <a:avLst/>
              <a:gdLst/>
              <a:ahLst/>
              <a:cxnLst/>
              <a:rect l="l" t="t" r="r" b="b"/>
              <a:pathLst>
                <a:path w="105586" h="35073" extrusionOk="0">
                  <a:moveTo>
                    <a:pt x="26780" y="1"/>
                  </a:moveTo>
                  <a:cubicBezTo>
                    <a:pt x="20570" y="1"/>
                    <a:pt x="14436" y="600"/>
                    <a:pt x="8788" y="3043"/>
                  </a:cubicBezTo>
                  <a:cubicBezTo>
                    <a:pt x="6698" y="3939"/>
                    <a:pt x="4693" y="5090"/>
                    <a:pt x="3243" y="6840"/>
                  </a:cubicBezTo>
                  <a:cubicBezTo>
                    <a:pt x="0" y="10722"/>
                    <a:pt x="299" y="16396"/>
                    <a:pt x="1110" y="21387"/>
                  </a:cubicBezTo>
                  <a:cubicBezTo>
                    <a:pt x="1536" y="23904"/>
                    <a:pt x="2048" y="26506"/>
                    <a:pt x="3584" y="28554"/>
                  </a:cubicBezTo>
                  <a:cubicBezTo>
                    <a:pt x="6613" y="32692"/>
                    <a:pt x="12372" y="33332"/>
                    <a:pt x="17491" y="33631"/>
                  </a:cubicBezTo>
                  <a:cubicBezTo>
                    <a:pt x="30650" y="34358"/>
                    <a:pt x="43869" y="35073"/>
                    <a:pt x="57059" y="35073"/>
                  </a:cubicBezTo>
                  <a:cubicBezTo>
                    <a:pt x="68628" y="35073"/>
                    <a:pt x="80174" y="34523"/>
                    <a:pt x="91636" y="32948"/>
                  </a:cubicBezTo>
                  <a:cubicBezTo>
                    <a:pt x="96883" y="32223"/>
                    <a:pt x="103026" y="30559"/>
                    <a:pt x="104860" y="25525"/>
                  </a:cubicBezTo>
                  <a:cubicBezTo>
                    <a:pt x="105586" y="23520"/>
                    <a:pt x="105415" y="21259"/>
                    <a:pt x="105202" y="19083"/>
                  </a:cubicBezTo>
                  <a:cubicBezTo>
                    <a:pt x="105116" y="17889"/>
                    <a:pt x="104988" y="16652"/>
                    <a:pt x="104306" y="15670"/>
                  </a:cubicBezTo>
                  <a:cubicBezTo>
                    <a:pt x="103197" y="14049"/>
                    <a:pt x="100936" y="13708"/>
                    <a:pt x="98973" y="13580"/>
                  </a:cubicBezTo>
                  <a:cubicBezTo>
                    <a:pt x="93086" y="13196"/>
                    <a:pt x="87071" y="12428"/>
                    <a:pt x="81696" y="9783"/>
                  </a:cubicBezTo>
                  <a:cubicBezTo>
                    <a:pt x="81056" y="9485"/>
                    <a:pt x="80501" y="9101"/>
                    <a:pt x="80075" y="8589"/>
                  </a:cubicBezTo>
                  <a:cubicBezTo>
                    <a:pt x="79435" y="7650"/>
                    <a:pt x="79520" y="6370"/>
                    <a:pt x="79179" y="5304"/>
                  </a:cubicBezTo>
                  <a:cubicBezTo>
                    <a:pt x="78624" y="3811"/>
                    <a:pt x="77472" y="2659"/>
                    <a:pt x="76022" y="2062"/>
                  </a:cubicBezTo>
                  <a:cubicBezTo>
                    <a:pt x="74571" y="1507"/>
                    <a:pt x="73036" y="1166"/>
                    <a:pt x="71500" y="1080"/>
                  </a:cubicBezTo>
                  <a:cubicBezTo>
                    <a:pt x="66758" y="584"/>
                    <a:pt x="62001" y="476"/>
                    <a:pt x="57241" y="476"/>
                  </a:cubicBezTo>
                  <a:cubicBezTo>
                    <a:pt x="53556" y="476"/>
                    <a:pt x="49870" y="541"/>
                    <a:pt x="46189" y="541"/>
                  </a:cubicBezTo>
                  <a:cubicBezTo>
                    <a:pt x="43588" y="541"/>
                    <a:pt x="40989" y="508"/>
                    <a:pt x="38395" y="398"/>
                  </a:cubicBezTo>
                  <a:cubicBezTo>
                    <a:pt x="34560" y="234"/>
                    <a:pt x="30655" y="1"/>
                    <a:pt x="26780" y="1"/>
                  </a:cubicBezTo>
                  <a:close/>
                </a:path>
              </a:pathLst>
            </a:custGeom>
            <a:solidFill>
              <a:srgbClr val="48BFE3">
                <a:alpha val="1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64;p37">
              <a:extLst>
                <a:ext uri="{FF2B5EF4-FFF2-40B4-BE49-F238E27FC236}">
                  <a16:creationId xmlns:a16="http://schemas.microsoft.com/office/drawing/2014/main" id="{6AB1C7A8-76EE-B0DF-4C0F-BFAED1B55701}"/>
                </a:ext>
              </a:extLst>
            </p:cNvPr>
            <p:cNvSpPr/>
            <p:nvPr/>
          </p:nvSpPr>
          <p:spPr>
            <a:xfrm>
              <a:off x="4605098" y="2655606"/>
              <a:ext cx="2453022" cy="800260"/>
            </a:xfrm>
            <a:custGeom>
              <a:avLst/>
              <a:gdLst/>
              <a:ahLst/>
              <a:cxnLst/>
              <a:rect l="l" t="t" r="r" b="b"/>
              <a:pathLst>
                <a:path w="108999" h="37963" extrusionOk="0">
                  <a:moveTo>
                    <a:pt x="62037" y="1035"/>
                  </a:moveTo>
                  <a:cubicBezTo>
                    <a:pt x="69442" y="1035"/>
                    <a:pt x="76841" y="1144"/>
                    <a:pt x="84213" y="1690"/>
                  </a:cubicBezTo>
                  <a:cubicBezTo>
                    <a:pt x="88777" y="2032"/>
                    <a:pt x="93342" y="2501"/>
                    <a:pt x="97907" y="3098"/>
                  </a:cubicBezTo>
                  <a:cubicBezTo>
                    <a:pt x="99059" y="3226"/>
                    <a:pt x="100168" y="3354"/>
                    <a:pt x="101320" y="3525"/>
                  </a:cubicBezTo>
                  <a:cubicBezTo>
                    <a:pt x="102173" y="3653"/>
                    <a:pt x="103026" y="3866"/>
                    <a:pt x="103837" y="4165"/>
                  </a:cubicBezTo>
                  <a:cubicBezTo>
                    <a:pt x="105756" y="5061"/>
                    <a:pt x="106098" y="6980"/>
                    <a:pt x="106481" y="8900"/>
                  </a:cubicBezTo>
                  <a:cubicBezTo>
                    <a:pt x="107292" y="13337"/>
                    <a:pt x="107761" y="17859"/>
                    <a:pt x="107804" y="22381"/>
                  </a:cubicBezTo>
                  <a:cubicBezTo>
                    <a:pt x="107804" y="24642"/>
                    <a:pt x="107761" y="26903"/>
                    <a:pt x="107633" y="29164"/>
                  </a:cubicBezTo>
                  <a:cubicBezTo>
                    <a:pt x="107505" y="30913"/>
                    <a:pt x="107463" y="33046"/>
                    <a:pt x="106396" y="34497"/>
                  </a:cubicBezTo>
                  <a:cubicBezTo>
                    <a:pt x="105287" y="35947"/>
                    <a:pt x="103197" y="36118"/>
                    <a:pt x="101490" y="36160"/>
                  </a:cubicBezTo>
                  <a:cubicBezTo>
                    <a:pt x="101227" y="36160"/>
                    <a:pt x="101065" y="36319"/>
                    <a:pt x="101005" y="36512"/>
                  </a:cubicBezTo>
                  <a:lnTo>
                    <a:pt x="101005" y="36512"/>
                  </a:lnTo>
                  <a:cubicBezTo>
                    <a:pt x="91894" y="36720"/>
                    <a:pt x="82743" y="36888"/>
                    <a:pt x="73633" y="37014"/>
                  </a:cubicBezTo>
                  <a:cubicBezTo>
                    <a:pt x="68513" y="37084"/>
                    <a:pt x="63406" y="37116"/>
                    <a:pt x="58298" y="37116"/>
                  </a:cubicBezTo>
                  <a:cubicBezTo>
                    <a:pt x="54127" y="37116"/>
                    <a:pt x="49956" y="37095"/>
                    <a:pt x="45775" y="37056"/>
                  </a:cubicBezTo>
                  <a:cubicBezTo>
                    <a:pt x="36518" y="36971"/>
                    <a:pt x="27346" y="36800"/>
                    <a:pt x="18088" y="36502"/>
                  </a:cubicBezTo>
                  <a:cubicBezTo>
                    <a:pt x="16321" y="36428"/>
                    <a:pt x="14521" y="36323"/>
                    <a:pt x="12717" y="36323"/>
                  </a:cubicBezTo>
                  <a:cubicBezTo>
                    <a:pt x="12431" y="36323"/>
                    <a:pt x="12146" y="36325"/>
                    <a:pt x="11860" y="36331"/>
                  </a:cubicBezTo>
                  <a:cubicBezTo>
                    <a:pt x="10694" y="36445"/>
                    <a:pt x="9528" y="36502"/>
                    <a:pt x="8362" y="36502"/>
                  </a:cubicBezTo>
                  <a:cubicBezTo>
                    <a:pt x="7779" y="36502"/>
                    <a:pt x="7196" y="36487"/>
                    <a:pt x="6613" y="36459"/>
                  </a:cubicBezTo>
                  <a:cubicBezTo>
                    <a:pt x="5034" y="36331"/>
                    <a:pt x="3413" y="35819"/>
                    <a:pt x="2432" y="34411"/>
                  </a:cubicBezTo>
                  <a:cubicBezTo>
                    <a:pt x="1493" y="33003"/>
                    <a:pt x="1237" y="31382"/>
                    <a:pt x="1152" y="29761"/>
                  </a:cubicBezTo>
                  <a:cubicBezTo>
                    <a:pt x="981" y="27714"/>
                    <a:pt x="1024" y="25623"/>
                    <a:pt x="1024" y="23533"/>
                  </a:cubicBezTo>
                  <a:cubicBezTo>
                    <a:pt x="1067" y="21229"/>
                    <a:pt x="1152" y="18883"/>
                    <a:pt x="1280" y="16579"/>
                  </a:cubicBezTo>
                  <a:cubicBezTo>
                    <a:pt x="1451" y="14361"/>
                    <a:pt x="1664" y="12100"/>
                    <a:pt x="1920" y="9881"/>
                  </a:cubicBezTo>
                  <a:cubicBezTo>
                    <a:pt x="2133" y="8004"/>
                    <a:pt x="2304" y="5829"/>
                    <a:pt x="3882" y="4549"/>
                  </a:cubicBezTo>
                  <a:cubicBezTo>
                    <a:pt x="5333" y="3354"/>
                    <a:pt x="7509" y="2970"/>
                    <a:pt x="9300" y="2672"/>
                  </a:cubicBezTo>
                  <a:cubicBezTo>
                    <a:pt x="11391" y="2330"/>
                    <a:pt x="13524" y="2160"/>
                    <a:pt x="15657" y="2160"/>
                  </a:cubicBezTo>
                  <a:cubicBezTo>
                    <a:pt x="20008" y="2032"/>
                    <a:pt x="24317" y="1861"/>
                    <a:pt x="28668" y="1690"/>
                  </a:cubicBezTo>
                  <a:cubicBezTo>
                    <a:pt x="37926" y="1349"/>
                    <a:pt x="47226" y="1136"/>
                    <a:pt x="56483" y="1051"/>
                  </a:cubicBezTo>
                  <a:cubicBezTo>
                    <a:pt x="58335" y="1042"/>
                    <a:pt x="60186" y="1035"/>
                    <a:pt x="62037" y="1035"/>
                  </a:cubicBezTo>
                  <a:close/>
                  <a:moveTo>
                    <a:pt x="59520" y="1"/>
                  </a:moveTo>
                  <a:cubicBezTo>
                    <a:pt x="51881" y="1"/>
                    <a:pt x="44242" y="130"/>
                    <a:pt x="36603" y="368"/>
                  </a:cubicBezTo>
                  <a:cubicBezTo>
                    <a:pt x="31783" y="496"/>
                    <a:pt x="26962" y="667"/>
                    <a:pt x="22141" y="880"/>
                  </a:cubicBezTo>
                  <a:cubicBezTo>
                    <a:pt x="17875" y="1093"/>
                    <a:pt x="13609" y="880"/>
                    <a:pt x="9428" y="1562"/>
                  </a:cubicBezTo>
                  <a:cubicBezTo>
                    <a:pt x="7509" y="1861"/>
                    <a:pt x="5333" y="2288"/>
                    <a:pt x="3669" y="3397"/>
                  </a:cubicBezTo>
                  <a:cubicBezTo>
                    <a:pt x="2005" y="4463"/>
                    <a:pt x="1408" y="6212"/>
                    <a:pt x="1109" y="8090"/>
                  </a:cubicBezTo>
                  <a:cubicBezTo>
                    <a:pt x="470" y="12697"/>
                    <a:pt x="86" y="17347"/>
                    <a:pt x="43" y="21997"/>
                  </a:cubicBezTo>
                  <a:cubicBezTo>
                    <a:pt x="0" y="24301"/>
                    <a:pt x="0" y="26604"/>
                    <a:pt x="86" y="28908"/>
                  </a:cubicBezTo>
                  <a:cubicBezTo>
                    <a:pt x="86" y="30572"/>
                    <a:pt x="384" y="32236"/>
                    <a:pt x="1024" y="33814"/>
                  </a:cubicBezTo>
                  <a:cubicBezTo>
                    <a:pt x="1621" y="35307"/>
                    <a:pt x="2859" y="36502"/>
                    <a:pt x="4394" y="37014"/>
                  </a:cubicBezTo>
                  <a:cubicBezTo>
                    <a:pt x="5547" y="37388"/>
                    <a:pt x="6758" y="37510"/>
                    <a:pt x="7962" y="37510"/>
                  </a:cubicBezTo>
                  <a:cubicBezTo>
                    <a:pt x="8540" y="37510"/>
                    <a:pt x="9117" y="37482"/>
                    <a:pt x="9684" y="37440"/>
                  </a:cubicBezTo>
                  <a:cubicBezTo>
                    <a:pt x="11090" y="37378"/>
                    <a:pt x="12472" y="37338"/>
                    <a:pt x="13865" y="37338"/>
                  </a:cubicBezTo>
                  <a:cubicBezTo>
                    <a:pt x="14375" y="37338"/>
                    <a:pt x="14886" y="37343"/>
                    <a:pt x="15401" y="37355"/>
                  </a:cubicBezTo>
                  <a:cubicBezTo>
                    <a:pt x="17790" y="37440"/>
                    <a:pt x="20179" y="37526"/>
                    <a:pt x="22568" y="37568"/>
                  </a:cubicBezTo>
                  <a:cubicBezTo>
                    <a:pt x="27346" y="37696"/>
                    <a:pt x="32081" y="37782"/>
                    <a:pt x="36859" y="37867"/>
                  </a:cubicBezTo>
                  <a:cubicBezTo>
                    <a:pt x="41658" y="37931"/>
                    <a:pt x="46458" y="37963"/>
                    <a:pt x="51252" y="37963"/>
                  </a:cubicBezTo>
                  <a:cubicBezTo>
                    <a:pt x="56046" y="37963"/>
                    <a:pt x="60834" y="37931"/>
                    <a:pt x="65612" y="37867"/>
                  </a:cubicBezTo>
                  <a:cubicBezTo>
                    <a:pt x="75211" y="37782"/>
                    <a:pt x="84810" y="37568"/>
                    <a:pt x="94408" y="37184"/>
                  </a:cubicBezTo>
                  <a:cubicBezTo>
                    <a:pt x="96594" y="37105"/>
                    <a:pt x="98816" y="36988"/>
                    <a:pt x="101007" y="36869"/>
                  </a:cubicBezTo>
                  <a:lnTo>
                    <a:pt x="101007" y="36869"/>
                  </a:lnTo>
                  <a:cubicBezTo>
                    <a:pt x="101065" y="37046"/>
                    <a:pt x="101213" y="37186"/>
                    <a:pt x="101451" y="37186"/>
                  </a:cubicBezTo>
                  <a:cubicBezTo>
                    <a:pt x="101464" y="37186"/>
                    <a:pt x="101477" y="37185"/>
                    <a:pt x="101490" y="37184"/>
                  </a:cubicBezTo>
                  <a:cubicBezTo>
                    <a:pt x="103282" y="37099"/>
                    <a:pt x="105244" y="36971"/>
                    <a:pt x="106652" y="35691"/>
                  </a:cubicBezTo>
                  <a:cubicBezTo>
                    <a:pt x="108103" y="34454"/>
                    <a:pt x="108359" y="32534"/>
                    <a:pt x="108529" y="30828"/>
                  </a:cubicBezTo>
                  <a:cubicBezTo>
                    <a:pt x="108956" y="26178"/>
                    <a:pt x="108998" y="21528"/>
                    <a:pt x="108615" y="16878"/>
                  </a:cubicBezTo>
                  <a:cubicBezTo>
                    <a:pt x="108401" y="14574"/>
                    <a:pt x="108145" y="12313"/>
                    <a:pt x="107761" y="10052"/>
                  </a:cubicBezTo>
                  <a:cubicBezTo>
                    <a:pt x="107420" y="8132"/>
                    <a:pt x="107207" y="5786"/>
                    <a:pt x="105842" y="4293"/>
                  </a:cubicBezTo>
                  <a:cubicBezTo>
                    <a:pt x="104604" y="2970"/>
                    <a:pt x="102642" y="2629"/>
                    <a:pt x="100893" y="2416"/>
                  </a:cubicBezTo>
                  <a:cubicBezTo>
                    <a:pt x="98589" y="2074"/>
                    <a:pt x="96243" y="1818"/>
                    <a:pt x="93939" y="1520"/>
                  </a:cubicBezTo>
                  <a:cubicBezTo>
                    <a:pt x="89204" y="1008"/>
                    <a:pt x="84426" y="581"/>
                    <a:pt x="79648" y="325"/>
                  </a:cubicBezTo>
                  <a:cubicBezTo>
                    <a:pt x="74870" y="69"/>
                    <a:pt x="70135" y="27"/>
                    <a:pt x="65399" y="27"/>
                  </a:cubicBezTo>
                  <a:cubicBezTo>
                    <a:pt x="63439" y="9"/>
                    <a:pt x="61480" y="1"/>
                    <a:pt x="595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3" name="Google Shape;2421;p37">
            <a:extLst>
              <a:ext uri="{FF2B5EF4-FFF2-40B4-BE49-F238E27FC236}">
                <a16:creationId xmlns:a16="http://schemas.microsoft.com/office/drawing/2014/main" id="{00331F2D-C291-16EF-0F26-B85EE5753821}"/>
              </a:ext>
            </a:extLst>
          </p:cNvPr>
          <p:cNvGrpSpPr/>
          <p:nvPr/>
        </p:nvGrpSpPr>
        <p:grpSpPr>
          <a:xfrm>
            <a:off x="2852441" y="4308537"/>
            <a:ext cx="2171248" cy="660818"/>
            <a:chOff x="395276" y="3302065"/>
            <a:chExt cx="2999375" cy="660818"/>
          </a:xfrm>
        </p:grpSpPr>
        <p:sp>
          <p:nvSpPr>
            <p:cNvPr id="2314" name="Google Shape;2422;p37">
              <a:extLst>
                <a:ext uri="{FF2B5EF4-FFF2-40B4-BE49-F238E27FC236}">
                  <a16:creationId xmlns:a16="http://schemas.microsoft.com/office/drawing/2014/main" id="{801B999F-9AD5-A1E6-70EA-C0300E8D4BEA}"/>
                </a:ext>
              </a:extLst>
            </p:cNvPr>
            <p:cNvSpPr txBox="1"/>
            <p:nvPr/>
          </p:nvSpPr>
          <p:spPr>
            <a:xfrm>
              <a:off x="395276" y="3302065"/>
              <a:ext cx="1326358" cy="32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rPr>
                <a:t>Browser</a:t>
              </a:r>
              <a:endParaRPr sz="1800" dirty="0">
                <a:solidFill>
                  <a:schemeClr val="accent5"/>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2315" name="Google Shape;2423;p37">
              <a:extLst>
                <a:ext uri="{FF2B5EF4-FFF2-40B4-BE49-F238E27FC236}">
                  <a16:creationId xmlns:a16="http://schemas.microsoft.com/office/drawing/2014/main" id="{7E6F4BD2-1462-CB33-E731-BA13458DDC5F}"/>
                </a:ext>
              </a:extLst>
            </p:cNvPr>
            <p:cNvSpPr txBox="1"/>
            <p:nvPr/>
          </p:nvSpPr>
          <p:spPr>
            <a:xfrm>
              <a:off x="791739" y="3590771"/>
              <a:ext cx="2602912" cy="372112"/>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IN" sz="1300" i="0" dirty="0">
                  <a:solidFill>
                    <a:srgbClr val="262626"/>
                  </a:solidFill>
                  <a:effectLst/>
                  <a:latin typeface="Times New Roman" panose="02020603050405020304" pitchFamily="18" charset="0"/>
                  <a:cs typeface="Times New Roman" panose="02020603050405020304" pitchFamily="18" charset="0"/>
                </a:rPr>
                <a:t>Microsoft </a:t>
              </a:r>
              <a:r>
                <a:rPr lang="en-IN" sz="1300" i="0" dirty="0">
                  <a:solidFill>
                    <a:schemeClr val="accent5"/>
                  </a:solidFill>
                  <a:effectLst/>
                  <a:latin typeface="Times New Roman" panose="02020603050405020304" pitchFamily="18" charset="0"/>
                  <a:cs typeface="Times New Roman" panose="02020603050405020304" pitchFamily="18" charset="0"/>
                </a:rPr>
                <a:t>Edge Version 104.0.1293.47 </a:t>
              </a:r>
              <a:endParaRPr lang="en-US" sz="1300" dirty="0">
                <a:solidFill>
                  <a:schemeClr val="accent5"/>
                </a:solidFill>
                <a:latin typeface="Times New Roman" panose="02020603050405020304" pitchFamily="18" charset="0"/>
                <a:ea typeface="Roboto"/>
                <a:cs typeface="Times New Roman" panose="02020603050405020304" pitchFamily="18" charset="0"/>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35FB-1D1A-B2A8-7920-6F9E88586CEE}"/>
              </a:ext>
            </a:extLst>
          </p:cNvPr>
          <p:cNvSpPr>
            <a:spLocks noGrp="1"/>
          </p:cNvSpPr>
          <p:nvPr>
            <p:ph type="title"/>
          </p:nvPr>
        </p:nvSpPr>
        <p:spPr/>
        <p:txBody>
          <a:bodyPr/>
          <a:lstStyle/>
          <a:p>
            <a:pPr algn="just"/>
            <a:r>
              <a:rPr lang="en-IN" b="1" dirty="0">
                <a:latin typeface="Times New Roman" panose="02020603050405020304" pitchFamily="18" charset="0"/>
                <a:cs typeface="Times New Roman" panose="02020603050405020304" pitchFamily="18" charset="0"/>
              </a:rPr>
              <a:t>                                  Screenshots</a:t>
            </a:r>
          </a:p>
        </p:txBody>
      </p:sp>
      <p:pic>
        <p:nvPicPr>
          <p:cNvPr id="8" name="Picture 7">
            <a:extLst>
              <a:ext uri="{FF2B5EF4-FFF2-40B4-BE49-F238E27FC236}">
                <a16:creationId xmlns:a16="http://schemas.microsoft.com/office/drawing/2014/main" id="{6849C1C7-9390-8F73-A616-26D71C01B0DE}"/>
              </a:ext>
            </a:extLst>
          </p:cNvPr>
          <p:cNvPicPr>
            <a:picLocks noChangeAspect="1"/>
          </p:cNvPicPr>
          <p:nvPr/>
        </p:nvPicPr>
        <p:blipFill>
          <a:blip r:embed="rId2"/>
          <a:stretch>
            <a:fillRect/>
          </a:stretch>
        </p:blipFill>
        <p:spPr>
          <a:xfrm>
            <a:off x="1064419" y="1346288"/>
            <a:ext cx="6784465" cy="3222587"/>
          </a:xfrm>
          <a:prstGeom prst="rect">
            <a:avLst/>
          </a:prstGeom>
        </p:spPr>
      </p:pic>
    </p:spTree>
    <p:extLst>
      <p:ext uri="{BB962C8B-B14F-4D97-AF65-F5344CB8AC3E}">
        <p14:creationId xmlns:p14="http://schemas.microsoft.com/office/powerpoint/2010/main" val="2519201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D7E4B5-3205-5CC3-2A79-A3C934408DC1}"/>
              </a:ext>
            </a:extLst>
          </p:cNvPr>
          <p:cNvPicPr>
            <a:picLocks noChangeAspect="1"/>
          </p:cNvPicPr>
          <p:nvPr/>
        </p:nvPicPr>
        <p:blipFill>
          <a:blip r:embed="rId2"/>
          <a:stretch>
            <a:fillRect/>
          </a:stretch>
        </p:blipFill>
        <p:spPr>
          <a:xfrm>
            <a:off x="1600199" y="153402"/>
            <a:ext cx="5865020" cy="4990098"/>
          </a:xfrm>
          <a:prstGeom prst="rect">
            <a:avLst/>
          </a:prstGeom>
        </p:spPr>
      </p:pic>
    </p:spTree>
    <p:extLst>
      <p:ext uri="{BB962C8B-B14F-4D97-AF65-F5344CB8AC3E}">
        <p14:creationId xmlns:p14="http://schemas.microsoft.com/office/powerpoint/2010/main" val="2688249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DBFE0-B2CB-D5E5-1108-6D88E526841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B3F0CD72-937B-3963-33AD-01C2555DFCA3}"/>
              </a:ext>
            </a:extLst>
          </p:cNvPr>
          <p:cNvSpPr>
            <a:spLocks noGrp="1"/>
          </p:cNvSpPr>
          <p:nvPr>
            <p:ph type="body" idx="1"/>
          </p:nvPr>
        </p:nvSpPr>
        <p:spPr/>
        <p:txBody>
          <a:bodyPr/>
          <a:lstStyle/>
          <a:p>
            <a:r>
              <a:rPr lang="en-IN" dirty="0">
                <a:latin typeface="Times New Roman" panose="02020603050405020304" pitchFamily="18" charset="0"/>
                <a:cs typeface="Times New Roman" panose="02020603050405020304" pitchFamily="18" charset="0"/>
              </a:rPr>
              <a:t>In the conclusion, I would like to say that the problem this project is solving is to help people take services of booking the appointment, sitting at their home if they feel any illness from their desired hospital.</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addition to it, if anybody is not in the stage of booking appointment i.e. is in emergency then he/she can take the ambulance services by providing their city name in the search box.</a:t>
            </a:r>
          </a:p>
        </p:txBody>
      </p:sp>
    </p:spTree>
    <p:extLst>
      <p:ext uri="{BB962C8B-B14F-4D97-AF65-F5344CB8AC3E}">
        <p14:creationId xmlns:p14="http://schemas.microsoft.com/office/powerpoint/2010/main" val="53831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2"/>
        <p:cNvGrpSpPr/>
        <p:nvPr/>
      </p:nvGrpSpPr>
      <p:grpSpPr>
        <a:xfrm>
          <a:off x="0" y="0"/>
          <a:ext cx="0" cy="0"/>
          <a:chOff x="0" y="0"/>
          <a:chExt cx="0" cy="0"/>
        </a:xfrm>
      </p:grpSpPr>
      <p:sp>
        <p:nvSpPr>
          <p:cNvPr id="1043" name="Google Shape;1043;p22"/>
          <p:cNvSpPr txBox="1">
            <a:spLocks noGrp="1"/>
          </p:cNvSpPr>
          <p:nvPr>
            <p:ph type="title"/>
          </p:nvPr>
        </p:nvSpPr>
        <p:spPr>
          <a:xfrm>
            <a:off x="311700" y="450788"/>
            <a:ext cx="8496609" cy="53533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cs typeface="Times New Roman" panose="02020603050405020304" pitchFamily="18" charset="0"/>
              </a:rPr>
              <a:t>Future Work</a:t>
            </a:r>
            <a:endParaRPr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1F38F6D6-C041-2FA0-5D1C-F80B6B50CD22}"/>
              </a:ext>
            </a:extLst>
          </p:cNvPr>
          <p:cNvSpPr>
            <a:spLocks noGrp="1"/>
          </p:cNvSpPr>
          <p:nvPr>
            <p:ph type="body" idx="1"/>
          </p:nvPr>
        </p:nvSpPr>
        <p:spPr>
          <a:xfrm>
            <a:off x="2122841" y="1235944"/>
            <a:ext cx="4812713" cy="3441158"/>
          </a:xfrm>
        </p:spPr>
        <p:txBody>
          <a:bodyPr/>
          <a:lstStyle/>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Will add IP Calling while booking ambulance.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Will add the feature that will display the message that your money will be refunded within some working days, if the appointment is rejected.</a:t>
            </a:r>
          </a:p>
          <a:p>
            <a:endParaRPr lang="en-IN" sz="16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pSp>
        <p:nvGrpSpPr>
          <p:cNvPr id="1054" name="Google Shape;1054;p22"/>
          <p:cNvGrpSpPr/>
          <p:nvPr/>
        </p:nvGrpSpPr>
        <p:grpSpPr>
          <a:xfrm>
            <a:off x="335689" y="1717169"/>
            <a:ext cx="1462962" cy="1769313"/>
            <a:chOff x="719995" y="1965985"/>
            <a:chExt cx="1596772" cy="1931143"/>
          </a:xfrm>
        </p:grpSpPr>
        <p:sp>
          <p:nvSpPr>
            <p:cNvPr id="1055" name="Google Shape;1055;p22"/>
            <p:cNvSpPr/>
            <p:nvPr/>
          </p:nvSpPr>
          <p:spPr>
            <a:xfrm>
              <a:off x="719995" y="2977502"/>
              <a:ext cx="647940" cy="643738"/>
            </a:xfrm>
            <a:custGeom>
              <a:avLst/>
              <a:gdLst/>
              <a:ahLst/>
              <a:cxnLst/>
              <a:rect l="l" t="t" r="r" b="b"/>
              <a:pathLst>
                <a:path w="9251" h="9191" fill="none" extrusionOk="0">
                  <a:moveTo>
                    <a:pt x="9250" y="0"/>
                  </a:moveTo>
                  <a:lnTo>
                    <a:pt x="0" y="9191"/>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2"/>
            <p:cNvSpPr/>
            <p:nvPr/>
          </p:nvSpPr>
          <p:spPr>
            <a:xfrm>
              <a:off x="1175535" y="3200440"/>
              <a:ext cx="692556" cy="696688"/>
            </a:xfrm>
            <a:custGeom>
              <a:avLst/>
              <a:gdLst/>
              <a:ahLst/>
              <a:cxnLst/>
              <a:rect l="l" t="t" r="r" b="b"/>
              <a:pathLst>
                <a:path w="9888" h="9947" fill="none" extrusionOk="0">
                  <a:moveTo>
                    <a:pt x="1" y="9947"/>
                  </a:moveTo>
                  <a:lnTo>
                    <a:pt x="9888" y="0"/>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2"/>
            <p:cNvSpPr/>
            <p:nvPr/>
          </p:nvSpPr>
          <p:spPr>
            <a:xfrm>
              <a:off x="1073837" y="1965985"/>
              <a:ext cx="1242930" cy="1279070"/>
            </a:xfrm>
            <a:custGeom>
              <a:avLst/>
              <a:gdLst/>
              <a:ahLst/>
              <a:cxnLst/>
              <a:rect l="l" t="t" r="r" b="b"/>
              <a:pathLst>
                <a:path w="17746" h="18262" fill="none" extrusionOk="0">
                  <a:moveTo>
                    <a:pt x="9151" y="17466"/>
                  </a:moveTo>
                  <a:cubicBezTo>
                    <a:pt x="11300" y="18262"/>
                    <a:pt x="13707" y="17168"/>
                    <a:pt x="14522" y="14999"/>
                  </a:cubicBezTo>
                  <a:lnTo>
                    <a:pt x="15815" y="11518"/>
                  </a:lnTo>
                  <a:lnTo>
                    <a:pt x="17506" y="6943"/>
                  </a:lnTo>
                  <a:cubicBezTo>
                    <a:pt x="17745" y="6346"/>
                    <a:pt x="17427" y="5670"/>
                    <a:pt x="16810" y="5471"/>
                  </a:cubicBezTo>
                  <a:cubicBezTo>
                    <a:pt x="16233" y="5292"/>
                    <a:pt x="15597" y="5610"/>
                    <a:pt x="15398" y="6187"/>
                  </a:cubicBezTo>
                  <a:lnTo>
                    <a:pt x="13826" y="10384"/>
                  </a:lnTo>
                  <a:cubicBezTo>
                    <a:pt x="13767" y="10563"/>
                    <a:pt x="13548" y="10663"/>
                    <a:pt x="13349" y="10603"/>
                  </a:cubicBezTo>
                  <a:cubicBezTo>
                    <a:pt x="13170" y="10524"/>
                    <a:pt x="13070" y="10305"/>
                    <a:pt x="13150" y="10126"/>
                  </a:cubicBezTo>
                  <a:lnTo>
                    <a:pt x="15577" y="3541"/>
                  </a:lnTo>
                  <a:cubicBezTo>
                    <a:pt x="15796" y="2984"/>
                    <a:pt x="15537" y="2328"/>
                    <a:pt x="14980" y="2089"/>
                  </a:cubicBezTo>
                  <a:cubicBezTo>
                    <a:pt x="14383" y="1830"/>
                    <a:pt x="13707" y="2129"/>
                    <a:pt x="13488" y="2726"/>
                  </a:cubicBezTo>
                  <a:lnTo>
                    <a:pt x="11021" y="9330"/>
                  </a:lnTo>
                  <a:cubicBezTo>
                    <a:pt x="10962" y="9529"/>
                    <a:pt x="10743" y="9628"/>
                    <a:pt x="10544" y="9549"/>
                  </a:cubicBezTo>
                  <a:cubicBezTo>
                    <a:pt x="10365" y="9489"/>
                    <a:pt x="10265" y="9270"/>
                    <a:pt x="10345" y="9071"/>
                  </a:cubicBezTo>
                  <a:lnTo>
                    <a:pt x="13070" y="1711"/>
                  </a:lnTo>
                  <a:cubicBezTo>
                    <a:pt x="13289" y="1134"/>
                    <a:pt x="13030" y="498"/>
                    <a:pt x="12473" y="259"/>
                  </a:cubicBezTo>
                  <a:cubicBezTo>
                    <a:pt x="11877" y="0"/>
                    <a:pt x="11200" y="299"/>
                    <a:pt x="10982" y="895"/>
                  </a:cubicBezTo>
                  <a:lnTo>
                    <a:pt x="8216" y="8296"/>
                  </a:lnTo>
                  <a:cubicBezTo>
                    <a:pt x="8157" y="8475"/>
                    <a:pt x="7938" y="8574"/>
                    <a:pt x="7759" y="8514"/>
                  </a:cubicBezTo>
                  <a:lnTo>
                    <a:pt x="7759" y="8514"/>
                  </a:lnTo>
                  <a:cubicBezTo>
                    <a:pt x="7560" y="8435"/>
                    <a:pt x="7461" y="8216"/>
                    <a:pt x="7540" y="8037"/>
                  </a:cubicBezTo>
                  <a:lnTo>
                    <a:pt x="9689" y="2248"/>
                  </a:lnTo>
                  <a:cubicBezTo>
                    <a:pt x="9887" y="1691"/>
                    <a:pt x="9649" y="1035"/>
                    <a:pt x="9092" y="796"/>
                  </a:cubicBezTo>
                  <a:cubicBezTo>
                    <a:pt x="8495" y="537"/>
                    <a:pt x="7799" y="836"/>
                    <a:pt x="7580" y="1433"/>
                  </a:cubicBezTo>
                  <a:lnTo>
                    <a:pt x="5292" y="7599"/>
                  </a:lnTo>
                  <a:lnTo>
                    <a:pt x="4874" y="8733"/>
                  </a:lnTo>
                  <a:cubicBezTo>
                    <a:pt x="4755" y="9051"/>
                    <a:pt x="4317" y="9111"/>
                    <a:pt x="4119" y="8833"/>
                  </a:cubicBezTo>
                  <a:lnTo>
                    <a:pt x="3522" y="8077"/>
                  </a:lnTo>
                  <a:cubicBezTo>
                    <a:pt x="2627" y="6883"/>
                    <a:pt x="1294" y="6505"/>
                    <a:pt x="498" y="7122"/>
                  </a:cubicBezTo>
                  <a:lnTo>
                    <a:pt x="498" y="7122"/>
                  </a:lnTo>
                  <a:cubicBezTo>
                    <a:pt x="80" y="7420"/>
                    <a:pt x="1" y="7997"/>
                    <a:pt x="319" y="8395"/>
                  </a:cubicBezTo>
                  <a:cubicBezTo>
                    <a:pt x="319" y="8395"/>
                    <a:pt x="2090" y="10623"/>
                    <a:pt x="2607" y="11419"/>
                  </a:cubicBezTo>
                  <a:cubicBezTo>
                    <a:pt x="2965" y="11976"/>
                    <a:pt x="4119" y="14303"/>
                    <a:pt x="4119" y="14303"/>
                  </a:cubicBezTo>
                  <a:lnTo>
                    <a:pt x="4119" y="14303"/>
                  </a:lnTo>
                  <a:cubicBezTo>
                    <a:pt x="4576" y="15258"/>
                    <a:pt x="5372" y="16054"/>
                    <a:pt x="6446" y="16452"/>
                  </a:cubicBez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2"/>
          <p:cNvGrpSpPr/>
          <p:nvPr/>
        </p:nvGrpSpPr>
        <p:grpSpPr>
          <a:xfrm>
            <a:off x="7346630" y="1717169"/>
            <a:ext cx="1461679" cy="1769313"/>
            <a:chOff x="6828631" y="2080510"/>
            <a:chExt cx="1595371" cy="1931143"/>
          </a:xfrm>
        </p:grpSpPr>
        <p:sp>
          <p:nvSpPr>
            <p:cNvPr id="1059" name="Google Shape;1059;p22"/>
            <p:cNvSpPr/>
            <p:nvPr/>
          </p:nvSpPr>
          <p:spPr>
            <a:xfrm>
              <a:off x="7777463" y="3092027"/>
              <a:ext cx="646539" cy="643738"/>
            </a:xfrm>
            <a:custGeom>
              <a:avLst/>
              <a:gdLst/>
              <a:ahLst/>
              <a:cxnLst/>
              <a:rect l="l" t="t" r="r" b="b"/>
              <a:pathLst>
                <a:path w="9231" h="9191" fill="none" extrusionOk="0">
                  <a:moveTo>
                    <a:pt x="0" y="0"/>
                  </a:moveTo>
                  <a:lnTo>
                    <a:pt x="9230" y="9191"/>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2"/>
            <p:cNvSpPr/>
            <p:nvPr/>
          </p:nvSpPr>
          <p:spPr>
            <a:xfrm>
              <a:off x="7275836" y="3314965"/>
              <a:ext cx="692556" cy="696688"/>
            </a:xfrm>
            <a:custGeom>
              <a:avLst/>
              <a:gdLst/>
              <a:ahLst/>
              <a:cxnLst/>
              <a:rect l="l" t="t" r="r" b="b"/>
              <a:pathLst>
                <a:path w="9888" h="9947" fill="none" extrusionOk="0">
                  <a:moveTo>
                    <a:pt x="9887" y="9947"/>
                  </a:moveTo>
                  <a:lnTo>
                    <a:pt x="1" y="0"/>
                  </a:ln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2"/>
            <p:cNvSpPr/>
            <p:nvPr/>
          </p:nvSpPr>
          <p:spPr>
            <a:xfrm>
              <a:off x="6828631" y="2080510"/>
              <a:ext cx="1241459" cy="1279070"/>
            </a:xfrm>
            <a:custGeom>
              <a:avLst/>
              <a:gdLst/>
              <a:ahLst/>
              <a:cxnLst/>
              <a:rect l="l" t="t" r="r" b="b"/>
              <a:pathLst>
                <a:path w="17725" h="18262" fill="none" extrusionOk="0">
                  <a:moveTo>
                    <a:pt x="8594" y="17466"/>
                  </a:moveTo>
                  <a:cubicBezTo>
                    <a:pt x="6426" y="18262"/>
                    <a:pt x="4019" y="17168"/>
                    <a:pt x="3223" y="14999"/>
                  </a:cubicBezTo>
                  <a:lnTo>
                    <a:pt x="1910" y="11518"/>
                  </a:lnTo>
                  <a:lnTo>
                    <a:pt x="219" y="6943"/>
                  </a:lnTo>
                  <a:cubicBezTo>
                    <a:pt x="0" y="6346"/>
                    <a:pt x="319" y="5670"/>
                    <a:pt x="935" y="5471"/>
                  </a:cubicBezTo>
                  <a:cubicBezTo>
                    <a:pt x="1512" y="5292"/>
                    <a:pt x="2129" y="5610"/>
                    <a:pt x="2328" y="6187"/>
                  </a:cubicBezTo>
                  <a:lnTo>
                    <a:pt x="3899" y="10384"/>
                  </a:lnTo>
                  <a:cubicBezTo>
                    <a:pt x="3979" y="10563"/>
                    <a:pt x="4178" y="10663"/>
                    <a:pt x="4377" y="10603"/>
                  </a:cubicBezTo>
                  <a:cubicBezTo>
                    <a:pt x="4556" y="10524"/>
                    <a:pt x="4655" y="10305"/>
                    <a:pt x="4595" y="10126"/>
                  </a:cubicBezTo>
                  <a:lnTo>
                    <a:pt x="2149" y="3541"/>
                  </a:lnTo>
                  <a:cubicBezTo>
                    <a:pt x="1930" y="2984"/>
                    <a:pt x="2188" y="2328"/>
                    <a:pt x="2745" y="2089"/>
                  </a:cubicBezTo>
                  <a:cubicBezTo>
                    <a:pt x="3342" y="1830"/>
                    <a:pt x="4019" y="2129"/>
                    <a:pt x="4237" y="2726"/>
                  </a:cubicBezTo>
                  <a:lnTo>
                    <a:pt x="6704" y="9330"/>
                  </a:lnTo>
                  <a:cubicBezTo>
                    <a:pt x="6764" y="9529"/>
                    <a:pt x="6983" y="9628"/>
                    <a:pt x="7181" y="9549"/>
                  </a:cubicBezTo>
                  <a:cubicBezTo>
                    <a:pt x="7361" y="9489"/>
                    <a:pt x="7460" y="9270"/>
                    <a:pt x="7400" y="9071"/>
                  </a:cubicBezTo>
                  <a:lnTo>
                    <a:pt x="4655" y="1711"/>
                  </a:lnTo>
                  <a:cubicBezTo>
                    <a:pt x="4436" y="1134"/>
                    <a:pt x="4695" y="498"/>
                    <a:pt x="5252" y="259"/>
                  </a:cubicBezTo>
                  <a:cubicBezTo>
                    <a:pt x="5849" y="0"/>
                    <a:pt x="6525" y="299"/>
                    <a:pt x="6744" y="895"/>
                  </a:cubicBezTo>
                  <a:lnTo>
                    <a:pt x="9509" y="8296"/>
                  </a:lnTo>
                  <a:cubicBezTo>
                    <a:pt x="9569" y="8475"/>
                    <a:pt x="9787" y="8574"/>
                    <a:pt x="9986" y="8514"/>
                  </a:cubicBezTo>
                  <a:lnTo>
                    <a:pt x="9986" y="8514"/>
                  </a:lnTo>
                  <a:cubicBezTo>
                    <a:pt x="10165" y="8435"/>
                    <a:pt x="10265" y="8216"/>
                    <a:pt x="10185" y="8037"/>
                  </a:cubicBezTo>
                  <a:lnTo>
                    <a:pt x="8037" y="2248"/>
                  </a:lnTo>
                  <a:cubicBezTo>
                    <a:pt x="7838" y="1691"/>
                    <a:pt x="8077" y="1035"/>
                    <a:pt x="8654" y="796"/>
                  </a:cubicBezTo>
                  <a:cubicBezTo>
                    <a:pt x="9250" y="537"/>
                    <a:pt x="9927" y="836"/>
                    <a:pt x="10146" y="1433"/>
                  </a:cubicBezTo>
                  <a:lnTo>
                    <a:pt x="12433" y="7599"/>
                  </a:lnTo>
                  <a:lnTo>
                    <a:pt x="12851" y="8733"/>
                  </a:lnTo>
                  <a:cubicBezTo>
                    <a:pt x="12970" y="9051"/>
                    <a:pt x="13408" y="9111"/>
                    <a:pt x="13627" y="8833"/>
                  </a:cubicBezTo>
                  <a:lnTo>
                    <a:pt x="14204" y="8077"/>
                  </a:lnTo>
                  <a:cubicBezTo>
                    <a:pt x="15099" y="6883"/>
                    <a:pt x="16432" y="6505"/>
                    <a:pt x="17247" y="7122"/>
                  </a:cubicBezTo>
                  <a:lnTo>
                    <a:pt x="17247" y="7122"/>
                  </a:lnTo>
                  <a:cubicBezTo>
                    <a:pt x="17645" y="7420"/>
                    <a:pt x="17725" y="7997"/>
                    <a:pt x="17406" y="8395"/>
                  </a:cubicBezTo>
                  <a:cubicBezTo>
                    <a:pt x="17406" y="8395"/>
                    <a:pt x="15656" y="10623"/>
                    <a:pt x="15119" y="11419"/>
                  </a:cubicBezTo>
                  <a:cubicBezTo>
                    <a:pt x="14761" y="11976"/>
                    <a:pt x="13607" y="14303"/>
                    <a:pt x="13607" y="14303"/>
                  </a:cubicBezTo>
                  <a:lnTo>
                    <a:pt x="13607" y="14303"/>
                  </a:lnTo>
                  <a:cubicBezTo>
                    <a:pt x="13149" y="15258"/>
                    <a:pt x="12354" y="16054"/>
                    <a:pt x="11279" y="16452"/>
                  </a:cubicBezTo>
                </a:path>
              </a:pathLst>
            </a:custGeom>
            <a:noFill/>
            <a:ln w="38100" cap="flat" cmpd="sng">
              <a:solidFill>
                <a:schemeClr val="accent6"/>
              </a:solidFill>
              <a:prstDash val="solid"/>
              <a:miter lim="198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84" name="Google Shape;1084;p22"/>
          <p:cNvCxnSpPr/>
          <p:nvPr/>
        </p:nvCxnSpPr>
        <p:spPr>
          <a:xfrm rot="10800000" flipH="1">
            <a:off x="1994426" y="4863505"/>
            <a:ext cx="5610300" cy="9600"/>
          </a:xfrm>
          <a:prstGeom prst="straightConnector1">
            <a:avLst/>
          </a:prstGeom>
          <a:noFill/>
          <a:ln w="28575" cap="flat" cmpd="sng">
            <a:solidFill>
              <a:schemeClr val="accent6"/>
            </a:solidFill>
            <a:prstDash val="solid"/>
            <a:round/>
            <a:headEnd type="triangl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B60F-50D1-A425-8C81-0F6549242B28}"/>
              </a:ext>
            </a:extLst>
          </p:cNvPr>
          <p:cNvSpPr>
            <a:spLocks noGrp="1"/>
          </p:cNvSpPr>
          <p:nvPr>
            <p:ph type="title"/>
          </p:nvPr>
        </p:nvSpPr>
        <p:spPr>
          <a:xfrm>
            <a:off x="720000" y="2185988"/>
            <a:ext cx="7704000" cy="671512"/>
          </a:xfrm>
        </p:spPr>
        <p:txBody>
          <a:bodyPr/>
          <a:lstStyle/>
          <a:p>
            <a:r>
              <a:rPr lang="en-IN" sz="4000" dirty="0">
                <a:latin typeface="Times New Roman" panose="02020603050405020304" pitchFamily="18" charset="0"/>
                <a:cs typeface="Times New Roman" panose="02020603050405020304" pitchFamily="18" charset="0"/>
              </a:rPr>
              <a:t>Thank you!</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997477"/>
      </p:ext>
    </p:extLst>
  </p:cSld>
  <p:clrMapOvr>
    <a:masterClrMapping/>
  </p:clrMapOvr>
</p:sld>
</file>

<file path=ppt/theme/theme1.xml><?xml version="1.0" encoding="utf-8"?>
<a:theme xmlns:a="http://schemas.openxmlformats.org/drawingml/2006/main" name="Linear COVID-19 Prevention by Slidesgo">
  <a:themeElements>
    <a:clrScheme name="Simple Light">
      <a:dk1>
        <a:srgbClr val="7400B8"/>
      </a:dk1>
      <a:lt1>
        <a:srgbClr val="5E60CE"/>
      </a:lt1>
      <a:dk2>
        <a:srgbClr val="5390D9"/>
      </a:dk2>
      <a:lt2>
        <a:srgbClr val="48BFE3"/>
      </a:lt2>
      <a:accent1>
        <a:srgbClr val="56CFE1"/>
      </a:accent1>
      <a:accent2>
        <a:srgbClr val="64DFDF"/>
      </a:accent2>
      <a:accent3>
        <a:srgbClr val="72EFDD"/>
      </a:accent3>
      <a:accent4>
        <a:srgbClr val="80FFDB"/>
      </a:accent4>
      <a:accent5>
        <a:srgbClr val="000000"/>
      </a:accent5>
      <a:accent6>
        <a:srgbClr val="490B6D"/>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409</Words>
  <Application>Microsoft Office PowerPoint</Application>
  <PresentationFormat>On-screen Show (16:9)</PresentationFormat>
  <Paragraphs>107</Paragraphs>
  <Slides>21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Fira Sans Extra Condensed Medium</vt:lpstr>
      <vt:lpstr>Fira Sans Condensed</vt:lpstr>
      <vt:lpstr>Roboto</vt:lpstr>
      <vt:lpstr>Fira Sans Extra Condensed</vt:lpstr>
      <vt:lpstr>Times New Roman</vt:lpstr>
      <vt:lpstr>Arial</vt:lpstr>
      <vt:lpstr>Linear COVID-19 Prevention by Slidesgo</vt:lpstr>
      <vt:lpstr>CURENATION</vt:lpstr>
      <vt:lpstr>Aim</vt:lpstr>
      <vt:lpstr>Drawback of Existing System</vt:lpstr>
      <vt:lpstr>Project Explanation</vt:lpstr>
      <vt:lpstr>Modules</vt:lpstr>
      <vt:lpstr>Admin - Functionalities</vt:lpstr>
      <vt:lpstr>User - Functionalities</vt:lpstr>
      <vt:lpstr>Hospital - Functionalities</vt:lpstr>
      <vt:lpstr>Advantages</vt:lpstr>
      <vt:lpstr>DATA FLOW DIAGRAM</vt:lpstr>
      <vt:lpstr>DFD of Project</vt:lpstr>
      <vt:lpstr>Technology Used</vt:lpstr>
      <vt:lpstr>Front End Technology</vt:lpstr>
      <vt:lpstr>Backend Technology</vt:lpstr>
      <vt:lpstr>Hardware Requirements</vt:lpstr>
      <vt:lpstr>Software Requirements</vt:lpstr>
      <vt:lpstr>                                  Screenshots</vt:lpstr>
      <vt:lpstr>PowerPoint Presentation</vt:lpstr>
      <vt:lpstr>Conclusion</vt:lpstr>
      <vt:lpstr>Future Work</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 PROJECT</dc:title>
  <dc:creator>Hp</dc:creator>
  <cp:lastModifiedBy>Manpreet Mann</cp:lastModifiedBy>
  <cp:revision>26</cp:revision>
  <dcterms:modified xsi:type="dcterms:W3CDTF">2023-06-13T15:06:01Z</dcterms:modified>
</cp:coreProperties>
</file>